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  <p:sldMasterId id="2147483761" r:id="rId5"/>
  </p:sldMasterIdLst>
  <p:notesMasterIdLst>
    <p:notesMasterId r:id="rId30"/>
  </p:notesMasterIdLst>
  <p:handoutMasterIdLst>
    <p:handoutMasterId r:id="rId31"/>
  </p:handoutMasterIdLst>
  <p:sldIdLst>
    <p:sldId id="324" r:id="rId6"/>
    <p:sldId id="908" r:id="rId7"/>
    <p:sldId id="928" r:id="rId8"/>
    <p:sldId id="910" r:id="rId9"/>
    <p:sldId id="911" r:id="rId10"/>
    <p:sldId id="912" r:id="rId11"/>
    <p:sldId id="913" r:id="rId12"/>
    <p:sldId id="914" r:id="rId13"/>
    <p:sldId id="929" r:id="rId14"/>
    <p:sldId id="915" r:id="rId15"/>
    <p:sldId id="934" r:id="rId16"/>
    <p:sldId id="916" r:id="rId17"/>
    <p:sldId id="917" r:id="rId18"/>
    <p:sldId id="918" r:id="rId19"/>
    <p:sldId id="919" r:id="rId20"/>
    <p:sldId id="920" r:id="rId21"/>
    <p:sldId id="921" r:id="rId22"/>
    <p:sldId id="922" r:id="rId23"/>
    <p:sldId id="923" r:id="rId24"/>
    <p:sldId id="924" r:id="rId25"/>
    <p:sldId id="899" r:id="rId26"/>
    <p:sldId id="926" r:id="rId27"/>
    <p:sldId id="927" r:id="rId28"/>
    <p:sldId id="877" r:id="rId29"/>
  </p:sldIdLst>
  <p:sldSz cx="12192000" cy="6858000"/>
  <p:notesSz cx="6669088" cy="9926638"/>
  <p:embeddedFontLst>
    <p:embeddedFont>
      <p:font typeface="Arial Nova Cond" panose="020B0506020202020204" pitchFamily="34" charset="0"/>
      <p:regular r:id="rId32"/>
      <p:bold r:id="rId33"/>
      <p:italic r:id="rId34"/>
      <p:boldItalic r:id="rId35"/>
    </p:embeddedFont>
    <p:embeddedFont>
      <p:font typeface="Bodoni MT Black" panose="02070A03080606020203" pitchFamily="18" charset="0"/>
      <p:bold r:id="rId36"/>
      <p:boldItalic r:id="rId37"/>
    </p:embeddedFont>
    <p:embeddedFont>
      <p:font typeface="Inter Light" panose="020B0604020202020204" charset="0"/>
      <p:regular r:id="rId38"/>
      <p:bold r:id="rId39"/>
      <p:italic r:id="rId40"/>
      <p:boldItalic r:id="rId41"/>
    </p:embeddedFont>
    <p:embeddedFont>
      <p:font typeface="Inter-Bold" panose="02000803000000020004" charset="0"/>
      <p:regular r:id="rId42"/>
      <p:bold r:id="rId43"/>
      <p:italic r:id="rId44"/>
      <p:boldItalic r:id="rId45"/>
    </p:embeddedFont>
    <p:embeddedFont>
      <p:font typeface="Poppins Light" panose="00000400000000000000" pitchFamily="2" charset="0"/>
      <p:regular r:id="rId46"/>
      <p:italic r:id="rId47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rick Gillard" initials="AG" lastIdx="1" clrIdx="0">
    <p:extLst>
      <p:ext uri="{19B8F6BF-5375-455C-9EA6-DF929625EA0E}">
        <p15:presenceInfo xmlns:p15="http://schemas.microsoft.com/office/powerpoint/2012/main" userId="Alrick Gillard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99"/>
    <a:srgbClr val="722F85"/>
    <a:srgbClr val="A37AAF"/>
    <a:srgbClr val="F6E8EA"/>
    <a:srgbClr val="EDCDD3"/>
    <a:srgbClr val="CD3166"/>
    <a:srgbClr val="9A254D"/>
    <a:srgbClr val="EDD3D7"/>
    <a:srgbClr val="FAF3F4"/>
    <a:srgbClr val="E3B3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9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font" Target="fonts/font8.fntdata"/><Relationship Id="rId21" Type="http://schemas.openxmlformats.org/officeDocument/2006/relationships/slide" Target="slides/slide16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font" Target="fonts/font16.fntdata"/><Relationship Id="rId50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font" Target="fonts/font5.fntdata"/><Relationship Id="rId49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handoutMaster" Target="handoutMasters/handoutMaster1.xml"/><Relationship Id="rId44" Type="http://schemas.openxmlformats.org/officeDocument/2006/relationships/font" Target="fonts/font13.fntdata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commentAuthors" Target="commentAuthors.xml"/><Relationship Id="rId8" Type="http://schemas.openxmlformats.org/officeDocument/2006/relationships/slide" Target="slides/slide3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20" Type="http://schemas.openxmlformats.org/officeDocument/2006/relationships/slide" Target="slides/slide15.xml"/><Relationship Id="rId41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DABB74F8-CE73-4671-9BE4-0D2936FAFE3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>
              <a:latin typeface="Inter-Bold" panose="02000803000000020004" pitchFamily="50" charset="0"/>
            </a:endParaRP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75736C8-7435-4681-AD71-E4455B57F60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81262F-4F19-4853-A70D-C6D3E110262F}" type="datetimeFigureOut">
              <a:rPr lang="fr-FR" smtClean="0">
                <a:latin typeface="Inter-Bold" panose="02000803000000020004" pitchFamily="50" charset="0"/>
              </a:rPr>
              <a:t>27/05/2026</a:t>
            </a:fld>
            <a:endParaRPr lang="fr-FR">
              <a:latin typeface="Inter-Bold" panose="02000803000000020004" pitchFamily="50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CB6DD9A-BFF0-43FF-9AD4-FF48C32A345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889938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>
              <a:latin typeface="Inter-Bold" panose="02000803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14673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nter-Bold" panose="02000803000000020004" pitchFamily="50" charset="0"/>
              </a:defRPr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nter-Bold" panose="02000803000000020004" pitchFamily="50" charset="0"/>
              </a:defRPr>
            </a:lvl1pPr>
          </a:lstStyle>
          <a:p>
            <a:fld id="{8A84D341-1255-4F4E-9A38-8BC716D41D7E}" type="datetimeFigureOut">
              <a:rPr lang="fr-FR" smtClean="0"/>
              <a:pPr/>
              <a:t>27/05/2026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57188" y="1239838"/>
            <a:ext cx="5954712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66909" y="4777195"/>
            <a:ext cx="533527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889938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nter-Bold" panose="02000803000000020004" pitchFamily="50" charset="0"/>
              </a:defRPr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777607" y="9428584"/>
            <a:ext cx="2889938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nter-Bold" panose="02000803000000020004" pitchFamily="50" charset="0"/>
              </a:defRPr>
            </a:lvl1pPr>
          </a:lstStyle>
          <a:p>
            <a:fld id="{2C65BFF8-712E-428F-AEE7-1EC7768CE1C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67100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Inter-Bold" panose="02000803000000020004" pitchFamily="50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Inter-Bold" panose="02000803000000020004" pitchFamily="50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Inter-Bold" panose="02000803000000020004" pitchFamily="50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Inter-Bold" panose="02000803000000020004" pitchFamily="50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Inter-Bold" panose="02000803000000020004" pitchFamily="50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5BFF8-712E-428F-AEE7-1EC7768CE1CA}" type="slidenum">
              <a:rPr lang="fr-FR" smtClean="0"/>
              <a:pPr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0830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5.png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5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0A2687D8-8AD0-4EF0-9BE9-6CBBD0B235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91" y="113090"/>
            <a:ext cx="11965818" cy="6631820"/>
          </a:xfrm>
          <a:prstGeom prst="rect">
            <a:avLst/>
          </a:prstGeom>
        </p:spPr>
      </p:pic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E02E3D6D-DD6A-4C69-8190-98737683C76E}"/>
              </a:ext>
            </a:extLst>
          </p:cNvPr>
          <p:cNvSpPr/>
          <p:nvPr/>
        </p:nvSpPr>
        <p:spPr>
          <a:xfrm>
            <a:off x="113091" y="113090"/>
            <a:ext cx="8105814" cy="6631821"/>
          </a:xfrm>
          <a:custGeom>
            <a:avLst/>
            <a:gdLst>
              <a:gd name="connsiteX0" fmla="*/ 3750085 w 8105814"/>
              <a:gd name="connsiteY0" fmla="*/ 3155376 h 6631821"/>
              <a:gd name="connsiteX1" fmla="*/ 4567925 w 8105814"/>
              <a:gd name="connsiteY1" fmla="*/ 3155376 h 6631821"/>
              <a:gd name="connsiteX2" fmla="*/ 7785217 w 8105814"/>
              <a:gd name="connsiteY2" fmla="*/ 6310882 h 6631821"/>
              <a:gd name="connsiteX3" fmla="*/ 7785046 w 8105814"/>
              <a:gd name="connsiteY3" fmla="*/ 6311053 h 6631821"/>
              <a:gd name="connsiteX4" fmla="*/ 8105814 w 8105814"/>
              <a:gd name="connsiteY4" fmla="*/ 6631821 h 6631821"/>
              <a:gd name="connsiteX5" fmla="*/ 6476964 w 8105814"/>
              <a:gd name="connsiteY5" fmla="*/ 6631821 h 6631821"/>
              <a:gd name="connsiteX6" fmla="*/ 3750085 w 8105814"/>
              <a:gd name="connsiteY6" fmla="*/ 3957210 h 6631821"/>
              <a:gd name="connsiteX7" fmla="*/ 2803412 w 8105814"/>
              <a:gd name="connsiteY7" fmla="*/ 3155029 h 6631821"/>
              <a:gd name="connsiteX8" fmla="*/ 3621252 w 8105814"/>
              <a:gd name="connsiteY8" fmla="*/ 3155029 h 6631821"/>
              <a:gd name="connsiteX9" fmla="*/ 3621252 w 8105814"/>
              <a:gd name="connsiteY9" fmla="*/ 3956863 h 6631821"/>
              <a:gd name="connsiteX10" fmla="*/ 893834 w 8105814"/>
              <a:gd name="connsiteY10" fmla="*/ 6631821 h 6631821"/>
              <a:gd name="connsiteX11" fmla="*/ 0 w 8105814"/>
              <a:gd name="connsiteY11" fmla="*/ 6631821 h 6631821"/>
              <a:gd name="connsiteX12" fmla="*/ 0 w 8105814"/>
              <a:gd name="connsiteY12" fmla="*/ 5904730 h 6631821"/>
              <a:gd name="connsiteX13" fmla="*/ 7474231 w 8105814"/>
              <a:gd name="connsiteY13" fmla="*/ 0 h 6631821"/>
              <a:gd name="connsiteX14" fmla="*/ 7655700 w 8105814"/>
              <a:gd name="connsiteY14" fmla="*/ 0 h 6631821"/>
              <a:gd name="connsiteX15" fmla="*/ 4567595 w 8105814"/>
              <a:gd name="connsiteY15" fmla="*/ 3028889 h 6631821"/>
              <a:gd name="connsiteX16" fmla="*/ 4386016 w 8105814"/>
              <a:gd name="connsiteY16" fmla="*/ 3028889 h 6631821"/>
              <a:gd name="connsiteX17" fmla="*/ 7110674 w 8105814"/>
              <a:gd name="connsiteY17" fmla="*/ 0 h 6631821"/>
              <a:gd name="connsiteX18" fmla="*/ 7292320 w 8105814"/>
              <a:gd name="connsiteY18" fmla="*/ 0 h 6631821"/>
              <a:gd name="connsiteX19" fmla="*/ 4204239 w 8105814"/>
              <a:gd name="connsiteY19" fmla="*/ 3028955 h 6631821"/>
              <a:gd name="connsiteX20" fmla="*/ 4022445 w 8105814"/>
              <a:gd name="connsiteY20" fmla="*/ 3028955 h 6631821"/>
              <a:gd name="connsiteX21" fmla="*/ 6747161 w 8105814"/>
              <a:gd name="connsiteY21" fmla="*/ 0 h 6631821"/>
              <a:gd name="connsiteX22" fmla="*/ 6928770 w 8105814"/>
              <a:gd name="connsiteY22" fmla="*/ 0 h 6631821"/>
              <a:gd name="connsiteX23" fmla="*/ 3840519 w 8105814"/>
              <a:gd name="connsiteY23" fmla="*/ 3028939 h 6631821"/>
              <a:gd name="connsiteX24" fmla="*/ 3749688 w 8105814"/>
              <a:gd name="connsiteY24" fmla="*/ 3028939 h 6631821"/>
              <a:gd name="connsiteX25" fmla="*/ 3749688 w 8105814"/>
              <a:gd name="connsiteY25" fmla="*/ 2939929 h 6631821"/>
              <a:gd name="connsiteX26" fmla="*/ 6383560 w 8105814"/>
              <a:gd name="connsiteY26" fmla="*/ 0 h 6631821"/>
              <a:gd name="connsiteX27" fmla="*/ 6565282 w 8105814"/>
              <a:gd name="connsiteY27" fmla="*/ 0 h 6631821"/>
              <a:gd name="connsiteX28" fmla="*/ 3749804 w 8105814"/>
              <a:gd name="connsiteY28" fmla="*/ 2761511 h 6631821"/>
              <a:gd name="connsiteX29" fmla="*/ 3749804 w 8105814"/>
              <a:gd name="connsiteY29" fmla="*/ 2583343 h 6631821"/>
              <a:gd name="connsiteX30" fmla="*/ 6020108 w 8105814"/>
              <a:gd name="connsiteY30" fmla="*/ 0 h 6631821"/>
              <a:gd name="connsiteX31" fmla="*/ 6201856 w 8105814"/>
              <a:gd name="connsiteY31" fmla="*/ 0 h 6631821"/>
              <a:gd name="connsiteX32" fmla="*/ 3749755 w 8105814"/>
              <a:gd name="connsiteY32" fmla="*/ 2404992 h 6631821"/>
              <a:gd name="connsiteX33" fmla="*/ 3749755 w 8105814"/>
              <a:gd name="connsiteY33" fmla="*/ 2226773 h 6631821"/>
              <a:gd name="connsiteX34" fmla="*/ 0 w 8105814"/>
              <a:gd name="connsiteY34" fmla="*/ 0 h 6631821"/>
              <a:gd name="connsiteX35" fmla="*/ 1350801 w 8105814"/>
              <a:gd name="connsiteY35" fmla="*/ 0 h 6631821"/>
              <a:gd name="connsiteX36" fmla="*/ 3621301 w 8105814"/>
              <a:gd name="connsiteY36" fmla="*/ 2226890 h 6631821"/>
              <a:gd name="connsiteX37" fmla="*/ 3621301 w 8105814"/>
              <a:gd name="connsiteY37" fmla="*/ 3028773 h 6631821"/>
              <a:gd name="connsiteX38" fmla="*/ 2803627 w 8105814"/>
              <a:gd name="connsiteY38" fmla="*/ 3028773 h 6631821"/>
              <a:gd name="connsiteX39" fmla="*/ 0 w 8105814"/>
              <a:gd name="connsiteY39" fmla="*/ 278970 h 663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8105814" h="6631821">
                <a:moveTo>
                  <a:pt x="3750085" y="3155376"/>
                </a:moveTo>
                <a:lnTo>
                  <a:pt x="4567925" y="3155376"/>
                </a:lnTo>
                <a:lnTo>
                  <a:pt x="7785217" y="6310882"/>
                </a:lnTo>
                <a:lnTo>
                  <a:pt x="7785046" y="6311053"/>
                </a:lnTo>
                <a:lnTo>
                  <a:pt x="8105814" y="6631821"/>
                </a:lnTo>
                <a:lnTo>
                  <a:pt x="6476964" y="6631821"/>
                </a:lnTo>
                <a:lnTo>
                  <a:pt x="3750085" y="3957210"/>
                </a:lnTo>
                <a:close/>
                <a:moveTo>
                  <a:pt x="2803412" y="3155029"/>
                </a:moveTo>
                <a:lnTo>
                  <a:pt x="3621252" y="3155029"/>
                </a:lnTo>
                <a:lnTo>
                  <a:pt x="3621252" y="3956863"/>
                </a:lnTo>
                <a:lnTo>
                  <a:pt x="893834" y="6631821"/>
                </a:lnTo>
                <a:lnTo>
                  <a:pt x="0" y="6631821"/>
                </a:lnTo>
                <a:lnTo>
                  <a:pt x="0" y="5904730"/>
                </a:lnTo>
                <a:close/>
                <a:moveTo>
                  <a:pt x="7474231" y="0"/>
                </a:moveTo>
                <a:lnTo>
                  <a:pt x="7655700" y="0"/>
                </a:lnTo>
                <a:lnTo>
                  <a:pt x="4567595" y="3028889"/>
                </a:lnTo>
                <a:lnTo>
                  <a:pt x="4386016" y="3028889"/>
                </a:lnTo>
                <a:close/>
                <a:moveTo>
                  <a:pt x="7110674" y="0"/>
                </a:moveTo>
                <a:lnTo>
                  <a:pt x="7292320" y="0"/>
                </a:lnTo>
                <a:lnTo>
                  <a:pt x="4204239" y="3028955"/>
                </a:lnTo>
                <a:lnTo>
                  <a:pt x="4022445" y="3028955"/>
                </a:lnTo>
                <a:close/>
                <a:moveTo>
                  <a:pt x="6747161" y="0"/>
                </a:moveTo>
                <a:lnTo>
                  <a:pt x="6928770" y="0"/>
                </a:lnTo>
                <a:lnTo>
                  <a:pt x="3840519" y="3028939"/>
                </a:lnTo>
                <a:lnTo>
                  <a:pt x="3749688" y="3028939"/>
                </a:lnTo>
                <a:lnTo>
                  <a:pt x="3749688" y="2939929"/>
                </a:lnTo>
                <a:close/>
                <a:moveTo>
                  <a:pt x="6383560" y="0"/>
                </a:moveTo>
                <a:lnTo>
                  <a:pt x="6565282" y="0"/>
                </a:lnTo>
                <a:lnTo>
                  <a:pt x="3749804" y="2761511"/>
                </a:lnTo>
                <a:lnTo>
                  <a:pt x="3749804" y="2583343"/>
                </a:lnTo>
                <a:close/>
                <a:moveTo>
                  <a:pt x="6020108" y="0"/>
                </a:moveTo>
                <a:lnTo>
                  <a:pt x="6201856" y="0"/>
                </a:lnTo>
                <a:lnTo>
                  <a:pt x="3749755" y="2404992"/>
                </a:lnTo>
                <a:lnTo>
                  <a:pt x="3749755" y="2226773"/>
                </a:lnTo>
                <a:close/>
                <a:moveTo>
                  <a:pt x="0" y="0"/>
                </a:moveTo>
                <a:lnTo>
                  <a:pt x="1350801" y="0"/>
                </a:lnTo>
                <a:lnTo>
                  <a:pt x="3621301" y="2226890"/>
                </a:lnTo>
                <a:lnTo>
                  <a:pt x="3621301" y="3028773"/>
                </a:lnTo>
                <a:lnTo>
                  <a:pt x="2803627" y="3028773"/>
                </a:lnTo>
                <a:lnTo>
                  <a:pt x="0" y="27897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1568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>
              <a:latin typeface="Inter-Bold" panose="02000803000000020004" pitchFamily="50" charset="0"/>
            </a:endParaRPr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90D158EE-E4F0-4A19-81CF-0583844EC27A}"/>
              </a:ext>
            </a:extLst>
          </p:cNvPr>
          <p:cNvSpPr/>
          <p:nvPr userDrawn="1"/>
        </p:nvSpPr>
        <p:spPr>
          <a:xfrm>
            <a:off x="3206664" y="2031200"/>
            <a:ext cx="5778671" cy="2358893"/>
          </a:xfrm>
          <a:custGeom>
            <a:avLst/>
            <a:gdLst>
              <a:gd name="connsiteX0" fmla="*/ 2732962 w 5778671"/>
              <a:gd name="connsiteY0" fmla="*/ 1854142 h 2358893"/>
              <a:gd name="connsiteX1" fmla="*/ 2714937 w 5778671"/>
              <a:gd name="connsiteY1" fmla="*/ 1969516 h 2358893"/>
              <a:gd name="connsiteX2" fmla="*/ 2732059 w 5778671"/>
              <a:gd name="connsiteY2" fmla="*/ 1969516 h 2358893"/>
              <a:gd name="connsiteX3" fmla="*/ 2822184 w 5778671"/>
              <a:gd name="connsiteY3" fmla="*/ 1912697 h 2358893"/>
              <a:gd name="connsiteX4" fmla="*/ 2751890 w 5778671"/>
              <a:gd name="connsiteY4" fmla="*/ 1854142 h 2358893"/>
              <a:gd name="connsiteX5" fmla="*/ 1582799 w 5778671"/>
              <a:gd name="connsiteY5" fmla="*/ 1854142 h 2358893"/>
              <a:gd name="connsiteX6" fmla="*/ 1563871 w 5778671"/>
              <a:gd name="connsiteY6" fmla="*/ 1972190 h 2358893"/>
              <a:gd name="connsiteX7" fmla="*/ 1588217 w 5778671"/>
              <a:gd name="connsiteY7" fmla="*/ 1972190 h 2358893"/>
              <a:gd name="connsiteX8" fmla="*/ 1688275 w 5778671"/>
              <a:gd name="connsiteY8" fmla="*/ 1909989 h 2358893"/>
              <a:gd name="connsiteX9" fmla="*/ 1606242 w 5778671"/>
              <a:gd name="connsiteY9" fmla="*/ 1854142 h 2358893"/>
              <a:gd name="connsiteX10" fmla="*/ 5321655 w 5778671"/>
              <a:gd name="connsiteY10" fmla="*/ 1668439 h 2358893"/>
              <a:gd name="connsiteX11" fmla="*/ 5778671 w 5778671"/>
              <a:gd name="connsiteY11" fmla="*/ 1668439 h 2358893"/>
              <a:gd name="connsiteX12" fmla="*/ 5749810 w 5778671"/>
              <a:gd name="connsiteY12" fmla="*/ 1854142 h 2358893"/>
              <a:gd name="connsiteX13" fmla="*/ 5541602 w 5778671"/>
              <a:gd name="connsiteY13" fmla="*/ 1854142 h 2358893"/>
              <a:gd name="connsiteX14" fmla="*/ 5530801 w 5778671"/>
              <a:gd name="connsiteY14" fmla="*/ 1919018 h 2358893"/>
              <a:gd name="connsiteX15" fmla="*/ 5720984 w 5778671"/>
              <a:gd name="connsiteY15" fmla="*/ 1919018 h 2358893"/>
              <a:gd name="connsiteX16" fmla="*/ 5693026 w 5778671"/>
              <a:gd name="connsiteY16" fmla="*/ 2095691 h 2358893"/>
              <a:gd name="connsiteX17" fmla="*/ 5502843 w 5778671"/>
              <a:gd name="connsiteY17" fmla="*/ 2095691 h 2358893"/>
              <a:gd name="connsiteX18" fmla="*/ 5492945 w 5778671"/>
              <a:gd name="connsiteY18" fmla="*/ 2162409 h 2358893"/>
              <a:gd name="connsiteX19" fmla="*/ 5708342 w 5778671"/>
              <a:gd name="connsiteY19" fmla="*/ 2162409 h 2358893"/>
              <a:gd name="connsiteX20" fmla="*/ 5678613 w 5778671"/>
              <a:gd name="connsiteY20" fmla="*/ 2348077 h 2358893"/>
              <a:gd name="connsiteX21" fmla="*/ 5214408 w 5778671"/>
              <a:gd name="connsiteY21" fmla="*/ 2348077 h 2358893"/>
              <a:gd name="connsiteX22" fmla="*/ 4016489 w 5778671"/>
              <a:gd name="connsiteY22" fmla="*/ 1668439 h 2358893"/>
              <a:gd name="connsiteX23" fmla="*/ 4253558 w 5778671"/>
              <a:gd name="connsiteY23" fmla="*/ 1668439 h 2358893"/>
              <a:gd name="connsiteX24" fmla="*/ 4415818 w 5778671"/>
              <a:gd name="connsiteY24" fmla="*/ 2045228 h 2358893"/>
              <a:gd name="connsiteX25" fmla="*/ 4423007 w 5778671"/>
              <a:gd name="connsiteY25" fmla="*/ 2045228 h 2358893"/>
              <a:gd name="connsiteX26" fmla="*/ 4430231 w 5778671"/>
              <a:gd name="connsiteY26" fmla="*/ 1872132 h 2358893"/>
              <a:gd name="connsiteX27" fmla="*/ 4461766 w 5778671"/>
              <a:gd name="connsiteY27" fmla="*/ 1668439 h 2358893"/>
              <a:gd name="connsiteX28" fmla="*/ 4697932 w 5778671"/>
              <a:gd name="connsiteY28" fmla="*/ 1668439 h 2358893"/>
              <a:gd name="connsiteX29" fmla="*/ 4590685 w 5778671"/>
              <a:gd name="connsiteY29" fmla="*/ 2348075 h 2358893"/>
              <a:gd name="connsiteX30" fmla="*/ 4354519 w 5778671"/>
              <a:gd name="connsiteY30" fmla="*/ 2348075 h 2358893"/>
              <a:gd name="connsiteX31" fmla="*/ 4194065 w 5778671"/>
              <a:gd name="connsiteY31" fmla="*/ 1991117 h 2358893"/>
              <a:gd name="connsiteX32" fmla="*/ 4186876 w 5778671"/>
              <a:gd name="connsiteY32" fmla="*/ 1991117 h 2358893"/>
              <a:gd name="connsiteX33" fmla="*/ 4180555 w 5778671"/>
              <a:gd name="connsiteY33" fmla="*/ 2127226 h 2358893"/>
              <a:gd name="connsiteX34" fmla="*/ 4145408 w 5778671"/>
              <a:gd name="connsiteY34" fmla="*/ 2348077 h 2358893"/>
              <a:gd name="connsiteX35" fmla="*/ 3909242 w 5778671"/>
              <a:gd name="connsiteY35" fmla="*/ 2348077 h 2358893"/>
              <a:gd name="connsiteX36" fmla="*/ 3490082 w 5778671"/>
              <a:gd name="connsiteY36" fmla="*/ 1668439 h 2358893"/>
              <a:gd name="connsiteX37" fmla="*/ 3947098 w 5778671"/>
              <a:gd name="connsiteY37" fmla="*/ 1668439 h 2358893"/>
              <a:gd name="connsiteX38" fmla="*/ 3918237 w 5778671"/>
              <a:gd name="connsiteY38" fmla="*/ 1854142 h 2358893"/>
              <a:gd name="connsiteX39" fmla="*/ 3710029 w 5778671"/>
              <a:gd name="connsiteY39" fmla="*/ 1854142 h 2358893"/>
              <a:gd name="connsiteX40" fmla="*/ 3699228 w 5778671"/>
              <a:gd name="connsiteY40" fmla="*/ 1919018 h 2358893"/>
              <a:gd name="connsiteX41" fmla="*/ 3889411 w 5778671"/>
              <a:gd name="connsiteY41" fmla="*/ 1919018 h 2358893"/>
              <a:gd name="connsiteX42" fmla="*/ 3861453 w 5778671"/>
              <a:gd name="connsiteY42" fmla="*/ 2095691 h 2358893"/>
              <a:gd name="connsiteX43" fmla="*/ 3671270 w 5778671"/>
              <a:gd name="connsiteY43" fmla="*/ 2095691 h 2358893"/>
              <a:gd name="connsiteX44" fmla="*/ 3661372 w 5778671"/>
              <a:gd name="connsiteY44" fmla="*/ 2162409 h 2358893"/>
              <a:gd name="connsiteX45" fmla="*/ 3876769 w 5778671"/>
              <a:gd name="connsiteY45" fmla="*/ 2162409 h 2358893"/>
              <a:gd name="connsiteX46" fmla="*/ 3847040 w 5778671"/>
              <a:gd name="connsiteY46" fmla="*/ 2348077 h 2358893"/>
              <a:gd name="connsiteX47" fmla="*/ 3382835 w 5778671"/>
              <a:gd name="connsiteY47" fmla="*/ 2348077 h 2358893"/>
              <a:gd name="connsiteX48" fmla="*/ 3168307 w 5778671"/>
              <a:gd name="connsiteY48" fmla="*/ 1668439 h 2358893"/>
              <a:gd name="connsiteX49" fmla="*/ 3415274 w 5778671"/>
              <a:gd name="connsiteY49" fmla="*/ 1668439 h 2358893"/>
              <a:gd name="connsiteX50" fmla="*/ 3308027 w 5778671"/>
              <a:gd name="connsiteY50" fmla="*/ 2348075 h 2358893"/>
              <a:gd name="connsiteX51" fmla="*/ 3061059 w 5778671"/>
              <a:gd name="connsiteY51" fmla="*/ 2348075 h 2358893"/>
              <a:gd name="connsiteX52" fmla="*/ 2520239 w 5778671"/>
              <a:gd name="connsiteY52" fmla="*/ 1668439 h 2358893"/>
              <a:gd name="connsiteX53" fmla="*/ 2818572 w 5778671"/>
              <a:gd name="connsiteY53" fmla="*/ 1668439 h 2358893"/>
              <a:gd name="connsiteX54" fmla="*/ 3064637 w 5778671"/>
              <a:gd name="connsiteY54" fmla="*/ 1904605 h 2358893"/>
              <a:gd name="connsiteX55" fmla="*/ 2905120 w 5778671"/>
              <a:gd name="connsiteY55" fmla="*/ 2081278 h 2358893"/>
              <a:gd name="connsiteX56" fmla="*/ 2904217 w 5778671"/>
              <a:gd name="connsiteY56" fmla="*/ 2086661 h 2358893"/>
              <a:gd name="connsiteX57" fmla="*/ 2939364 w 5778671"/>
              <a:gd name="connsiteY57" fmla="*/ 2127226 h 2358893"/>
              <a:gd name="connsiteX58" fmla="*/ 3052031 w 5778671"/>
              <a:gd name="connsiteY58" fmla="*/ 2348078 h 2358893"/>
              <a:gd name="connsiteX59" fmla="*/ 2767206 w 5778671"/>
              <a:gd name="connsiteY59" fmla="*/ 2348078 h 2358893"/>
              <a:gd name="connsiteX60" fmla="*/ 2693300 w 5778671"/>
              <a:gd name="connsiteY60" fmla="*/ 2129937 h 2358893"/>
              <a:gd name="connsiteX61" fmla="*/ 2688784 w 5778671"/>
              <a:gd name="connsiteY61" fmla="*/ 2129937 h 2358893"/>
              <a:gd name="connsiteX62" fmla="*/ 2654541 w 5778671"/>
              <a:gd name="connsiteY62" fmla="*/ 2348075 h 2358893"/>
              <a:gd name="connsiteX63" fmla="*/ 2412956 w 5778671"/>
              <a:gd name="connsiteY63" fmla="*/ 2348075 h 2358893"/>
              <a:gd name="connsiteX64" fmla="*/ 1990219 w 5778671"/>
              <a:gd name="connsiteY64" fmla="*/ 1668439 h 2358893"/>
              <a:gd name="connsiteX65" fmla="*/ 2447235 w 5778671"/>
              <a:gd name="connsiteY65" fmla="*/ 1668439 h 2358893"/>
              <a:gd name="connsiteX66" fmla="*/ 2418375 w 5778671"/>
              <a:gd name="connsiteY66" fmla="*/ 1854142 h 2358893"/>
              <a:gd name="connsiteX67" fmla="*/ 2210167 w 5778671"/>
              <a:gd name="connsiteY67" fmla="*/ 1854142 h 2358893"/>
              <a:gd name="connsiteX68" fmla="*/ 2199366 w 5778671"/>
              <a:gd name="connsiteY68" fmla="*/ 1919018 h 2358893"/>
              <a:gd name="connsiteX69" fmla="*/ 2389549 w 5778671"/>
              <a:gd name="connsiteY69" fmla="*/ 1919018 h 2358893"/>
              <a:gd name="connsiteX70" fmla="*/ 2361591 w 5778671"/>
              <a:gd name="connsiteY70" fmla="*/ 2095691 h 2358893"/>
              <a:gd name="connsiteX71" fmla="*/ 2171407 w 5778671"/>
              <a:gd name="connsiteY71" fmla="*/ 2095691 h 2358893"/>
              <a:gd name="connsiteX72" fmla="*/ 2161509 w 5778671"/>
              <a:gd name="connsiteY72" fmla="*/ 2162409 h 2358893"/>
              <a:gd name="connsiteX73" fmla="*/ 2376908 w 5778671"/>
              <a:gd name="connsiteY73" fmla="*/ 2162409 h 2358893"/>
              <a:gd name="connsiteX74" fmla="*/ 2347176 w 5778671"/>
              <a:gd name="connsiteY74" fmla="*/ 2348075 h 2358893"/>
              <a:gd name="connsiteX75" fmla="*/ 1882972 w 5778671"/>
              <a:gd name="connsiteY75" fmla="*/ 2348075 h 2358893"/>
              <a:gd name="connsiteX76" fmla="*/ 1373688 w 5778671"/>
              <a:gd name="connsiteY76" fmla="*/ 1668439 h 2358893"/>
              <a:gd name="connsiteX77" fmla="*/ 1686468 w 5778671"/>
              <a:gd name="connsiteY77" fmla="*/ 1668439 h 2358893"/>
              <a:gd name="connsiteX78" fmla="*/ 1923537 w 5778671"/>
              <a:gd name="connsiteY78" fmla="*/ 1918115 h 2358893"/>
              <a:gd name="connsiteX79" fmla="*/ 1663025 w 5778671"/>
              <a:gd name="connsiteY79" fmla="*/ 2143445 h 2358893"/>
              <a:gd name="connsiteX80" fmla="*/ 1536850 w 5778671"/>
              <a:gd name="connsiteY80" fmla="*/ 2143445 h 2358893"/>
              <a:gd name="connsiteX81" fmla="*/ 1504377 w 5778671"/>
              <a:gd name="connsiteY81" fmla="*/ 2348075 h 2358893"/>
              <a:gd name="connsiteX82" fmla="*/ 1266440 w 5778671"/>
              <a:gd name="connsiteY82" fmla="*/ 2348075 h 2358893"/>
              <a:gd name="connsiteX83" fmla="*/ 1327704 w 5778671"/>
              <a:gd name="connsiteY83" fmla="*/ 1668439 h 2358893"/>
              <a:gd name="connsiteX84" fmla="*/ 1065421 w 5778671"/>
              <a:gd name="connsiteY84" fmla="*/ 1986605 h 2358893"/>
              <a:gd name="connsiteX85" fmla="*/ 1250187 w 5778671"/>
              <a:gd name="connsiteY85" fmla="*/ 2348075 h 2358893"/>
              <a:gd name="connsiteX86" fmla="*/ 968975 w 5778671"/>
              <a:gd name="connsiteY86" fmla="*/ 2348075 h 2358893"/>
              <a:gd name="connsiteX87" fmla="*/ 913997 w 5778671"/>
              <a:gd name="connsiteY87" fmla="*/ 2203841 h 2358893"/>
              <a:gd name="connsiteX88" fmla="*/ 906773 w 5778671"/>
              <a:gd name="connsiteY88" fmla="*/ 2162410 h 2358893"/>
              <a:gd name="connsiteX89" fmla="*/ 899551 w 5778671"/>
              <a:gd name="connsiteY89" fmla="*/ 2162410 h 2358893"/>
              <a:gd name="connsiteX90" fmla="*/ 872531 w 5778671"/>
              <a:gd name="connsiteY90" fmla="*/ 2209261 h 2358893"/>
              <a:gd name="connsiteX91" fmla="*/ 775180 w 5778671"/>
              <a:gd name="connsiteY91" fmla="*/ 2348075 h 2358893"/>
              <a:gd name="connsiteX92" fmla="*/ 493934 w 5778671"/>
              <a:gd name="connsiteY92" fmla="*/ 2348075 h 2358893"/>
              <a:gd name="connsiteX93" fmla="*/ 789593 w 5778671"/>
              <a:gd name="connsiteY93" fmla="*/ 1986605 h 2358893"/>
              <a:gd name="connsiteX94" fmla="*/ 625562 w 5778671"/>
              <a:gd name="connsiteY94" fmla="*/ 1668440 h 2358893"/>
              <a:gd name="connsiteX95" fmla="*/ 904064 w 5778671"/>
              <a:gd name="connsiteY95" fmla="*/ 1668440 h 2358893"/>
              <a:gd name="connsiteX96" fmla="*/ 939211 w 5778671"/>
              <a:gd name="connsiteY96" fmla="*/ 1764886 h 2358893"/>
              <a:gd name="connsiteX97" fmla="*/ 951853 w 5778671"/>
              <a:gd name="connsiteY97" fmla="*/ 1820767 h 2358893"/>
              <a:gd name="connsiteX98" fmla="*/ 957236 w 5778671"/>
              <a:gd name="connsiteY98" fmla="*/ 1820767 h 2358893"/>
              <a:gd name="connsiteX99" fmla="*/ 987000 w 5778671"/>
              <a:gd name="connsiteY99" fmla="*/ 1764886 h 2358893"/>
              <a:gd name="connsiteX100" fmla="*/ 1049201 w 5778671"/>
              <a:gd name="connsiteY100" fmla="*/ 1668440 h 2358893"/>
              <a:gd name="connsiteX101" fmla="*/ 130689 w 5778671"/>
              <a:gd name="connsiteY101" fmla="*/ 1668439 h 2358893"/>
              <a:gd name="connsiteX102" fmla="*/ 587705 w 5778671"/>
              <a:gd name="connsiteY102" fmla="*/ 1668439 h 2358893"/>
              <a:gd name="connsiteX103" fmla="*/ 558845 w 5778671"/>
              <a:gd name="connsiteY103" fmla="*/ 1854142 h 2358893"/>
              <a:gd name="connsiteX104" fmla="*/ 350636 w 5778671"/>
              <a:gd name="connsiteY104" fmla="*/ 1854142 h 2358893"/>
              <a:gd name="connsiteX105" fmla="*/ 339835 w 5778671"/>
              <a:gd name="connsiteY105" fmla="*/ 1919018 h 2358893"/>
              <a:gd name="connsiteX106" fmla="*/ 530018 w 5778671"/>
              <a:gd name="connsiteY106" fmla="*/ 1919018 h 2358893"/>
              <a:gd name="connsiteX107" fmla="*/ 502060 w 5778671"/>
              <a:gd name="connsiteY107" fmla="*/ 2095691 h 2358893"/>
              <a:gd name="connsiteX108" fmla="*/ 311877 w 5778671"/>
              <a:gd name="connsiteY108" fmla="*/ 2095691 h 2358893"/>
              <a:gd name="connsiteX109" fmla="*/ 301979 w 5778671"/>
              <a:gd name="connsiteY109" fmla="*/ 2162409 h 2358893"/>
              <a:gd name="connsiteX110" fmla="*/ 517376 w 5778671"/>
              <a:gd name="connsiteY110" fmla="*/ 2162409 h 2358893"/>
              <a:gd name="connsiteX111" fmla="*/ 487647 w 5778671"/>
              <a:gd name="connsiteY111" fmla="*/ 2348075 h 2358893"/>
              <a:gd name="connsiteX112" fmla="*/ 23442 w 5778671"/>
              <a:gd name="connsiteY112" fmla="*/ 2348075 h 2358893"/>
              <a:gd name="connsiteX113" fmla="*/ 5102646 w 5778671"/>
              <a:gd name="connsiteY113" fmla="*/ 1657639 h 2358893"/>
              <a:gd name="connsiteX114" fmla="*/ 5264002 w 5778671"/>
              <a:gd name="connsiteY114" fmla="*/ 1685562 h 2358893"/>
              <a:gd name="connsiteX115" fmla="*/ 5230627 w 5778671"/>
              <a:gd name="connsiteY115" fmla="*/ 1944267 h 2358893"/>
              <a:gd name="connsiteX116" fmla="*/ 5096325 w 5778671"/>
              <a:gd name="connsiteY116" fmla="*/ 1875744 h 2358893"/>
              <a:gd name="connsiteX117" fmla="*/ 4941289 w 5778671"/>
              <a:gd name="connsiteY117" fmla="*/ 2008275 h 2358893"/>
              <a:gd name="connsiteX118" fmla="*/ 5031655 w 5778671"/>
              <a:gd name="connsiteY118" fmla="*/ 2139050 h 2358893"/>
              <a:gd name="connsiteX119" fmla="*/ 5057566 w 5778671"/>
              <a:gd name="connsiteY119" fmla="*/ 2140736 h 2358893"/>
              <a:gd name="connsiteX120" fmla="*/ 5209893 w 5778671"/>
              <a:gd name="connsiteY120" fmla="*/ 2077666 h 2358893"/>
              <a:gd name="connsiteX121" fmla="*/ 5162139 w 5778671"/>
              <a:gd name="connsiteY121" fmla="*/ 2331823 h 2358893"/>
              <a:gd name="connsiteX122" fmla="*/ 4981854 w 5778671"/>
              <a:gd name="connsiteY122" fmla="*/ 2358878 h 2358893"/>
              <a:gd name="connsiteX123" fmla="*/ 4691612 w 5778671"/>
              <a:gd name="connsiteY123" fmla="*/ 2014561 h 2358893"/>
              <a:gd name="connsiteX124" fmla="*/ 5102646 w 5778671"/>
              <a:gd name="connsiteY124" fmla="*/ 1657639 h 2358893"/>
              <a:gd name="connsiteX125" fmla="*/ 2968225 w 5778671"/>
              <a:gd name="connsiteY125" fmla="*/ 1065938 h 2358893"/>
              <a:gd name="connsiteX126" fmla="*/ 2889805 w 5778671"/>
              <a:gd name="connsiteY126" fmla="*/ 1273243 h 2358893"/>
              <a:gd name="connsiteX127" fmla="*/ 2988959 w 5778671"/>
              <a:gd name="connsiteY127" fmla="*/ 1273242 h 2358893"/>
              <a:gd name="connsiteX128" fmla="*/ 2979026 w 5778671"/>
              <a:gd name="connsiteY128" fmla="*/ 1153354 h 2358893"/>
              <a:gd name="connsiteX129" fmla="*/ 2977255 w 5778671"/>
              <a:gd name="connsiteY129" fmla="*/ 1065938 h 2358893"/>
              <a:gd name="connsiteX130" fmla="*/ 349734 w 5778671"/>
              <a:gd name="connsiteY130" fmla="*/ 1052427 h 2358893"/>
              <a:gd name="connsiteX131" fmla="*/ 308267 w 5778671"/>
              <a:gd name="connsiteY131" fmla="*/ 1315614 h 2358893"/>
              <a:gd name="connsiteX132" fmla="*/ 323582 w 5778671"/>
              <a:gd name="connsiteY132" fmla="*/ 1315614 h 2358893"/>
              <a:gd name="connsiteX133" fmla="*/ 488551 w 5778671"/>
              <a:gd name="connsiteY133" fmla="*/ 1188535 h 2358893"/>
              <a:gd name="connsiteX134" fmla="*/ 365051 w 5778671"/>
              <a:gd name="connsiteY134" fmla="*/ 1052427 h 2358893"/>
              <a:gd name="connsiteX135" fmla="*/ 3399992 w 5778671"/>
              <a:gd name="connsiteY135" fmla="*/ 839704 h 2358893"/>
              <a:gd name="connsiteX136" fmla="*/ 3646959 w 5778671"/>
              <a:gd name="connsiteY136" fmla="*/ 839704 h 2358893"/>
              <a:gd name="connsiteX137" fmla="*/ 3573956 w 5778671"/>
              <a:gd name="connsiteY137" fmla="*/ 1301201 h 2358893"/>
              <a:gd name="connsiteX138" fmla="*/ 3781261 w 5778671"/>
              <a:gd name="connsiteY138" fmla="*/ 1301201 h 2358893"/>
              <a:gd name="connsiteX139" fmla="*/ 3747017 w 5778671"/>
              <a:gd name="connsiteY139" fmla="*/ 1519342 h 2358893"/>
              <a:gd name="connsiteX140" fmla="*/ 3292710 w 5778671"/>
              <a:gd name="connsiteY140" fmla="*/ 1519342 h 2358893"/>
              <a:gd name="connsiteX141" fmla="*/ 2869070 w 5778671"/>
              <a:gd name="connsiteY141" fmla="*/ 839704 h 2358893"/>
              <a:gd name="connsiteX142" fmla="*/ 3142190 w 5778671"/>
              <a:gd name="connsiteY142" fmla="*/ 839704 h 2358893"/>
              <a:gd name="connsiteX143" fmla="*/ 3277395 w 5778671"/>
              <a:gd name="connsiteY143" fmla="*/ 1519342 h 2358893"/>
              <a:gd name="connsiteX144" fmla="*/ 3016014 w 5778671"/>
              <a:gd name="connsiteY144" fmla="*/ 1519342 h 2358893"/>
              <a:gd name="connsiteX145" fmla="*/ 3006984 w 5778671"/>
              <a:gd name="connsiteY145" fmla="*/ 1434599 h 2358893"/>
              <a:gd name="connsiteX146" fmla="*/ 2820413 w 5778671"/>
              <a:gd name="connsiteY146" fmla="*/ 1434599 h 2358893"/>
              <a:gd name="connsiteX147" fmla="*/ 2787037 w 5778671"/>
              <a:gd name="connsiteY147" fmla="*/ 1519342 h 2358893"/>
              <a:gd name="connsiteX148" fmla="*/ 2525657 w 5778671"/>
              <a:gd name="connsiteY148" fmla="*/ 1519342 h 2358893"/>
              <a:gd name="connsiteX149" fmla="*/ 2218294 w 5778671"/>
              <a:gd name="connsiteY149" fmla="*/ 839704 h 2358893"/>
              <a:gd name="connsiteX150" fmla="*/ 2737477 w 5778671"/>
              <a:gd name="connsiteY150" fmla="*/ 839704 h 2358893"/>
              <a:gd name="connsiteX151" fmla="*/ 2703199 w 5778671"/>
              <a:gd name="connsiteY151" fmla="*/ 1060520 h 2358893"/>
              <a:gd name="connsiteX152" fmla="*/ 2568029 w 5778671"/>
              <a:gd name="connsiteY152" fmla="*/ 1054233 h 2358893"/>
              <a:gd name="connsiteX153" fmla="*/ 2494088 w 5778671"/>
              <a:gd name="connsiteY153" fmla="*/ 1519342 h 2358893"/>
              <a:gd name="connsiteX154" fmla="*/ 2247120 w 5778671"/>
              <a:gd name="connsiteY154" fmla="*/ 1519342 h 2358893"/>
              <a:gd name="connsiteX155" fmla="*/ 2321026 w 5778671"/>
              <a:gd name="connsiteY155" fmla="*/ 1054233 h 2358893"/>
              <a:gd name="connsiteX156" fmla="*/ 2184015 w 5778671"/>
              <a:gd name="connsiteY156" fmla="*/ 1060519 h 2358893"/>
              <a:gd name="connsiteX157" fmla="*/ 1939757 w 5778671"/>
              <a:gd name="connsiteY157" fmla="*/ 839704 h 2358893"/>
              <a:gd name="connsiteX158" fmla="*/ 2186723 w 5778671"/>
              <a:gd name="connsiteY158" fmla="*/ 839704 h 2358893"/>
              <a:gd name="connsiteX159" fmla="*/ 2079476 w 5778671"/>
              <a:gd name="connsiteY159" fmla="*/ 1519342 h 2358893"/>
              <a:gd name="connsiteX160" fmla="*/ 1832509 w 5778671"/>
              <a:gd name="connsiteY160" fmla="*/ 1519342 h 2358893"/>
              <a:gd name="connsiteX161" fmla="*/ 845509 w 5778671"/>
              <a:gd name="connsiteY161" fmla="*/ 839704 h 2358893"/>
              <a:gd name="connsiteX162" fmla="*/ 1092476 w 5778671"/>
              <a:gd name="connsiteY162" fmla="*/ 839704 h 2358893"/>
              <a:gd name="connsiteX163" fmla="*/ 985194 w 5778671"/>
              <a:gd name="connsiteY163" fmla="*/ 1519342 h 2358893"/>
              <a:gd name="connsiteX164" fmla="*/ 738227 w 5778671"/>
              <a:gd name="connsiteY164" fmla="*/ 1519342 h 2358893"/>
              <a:gd name="connsiteX165" fmla="*/ 136107 w 5778671"/>
              <a:gd name="connsiteY165" fmla="*/ 839704 h 2358893"/>
              <a:gd name="connsiteX166" fmla="*/ 387590 w 5778671"/>
              <a:gd name="connsiteY166" fmla="*/ 839704 h 2358893"/>
              <a:gd name="connsiteX167" fmla="*/ 735518 w 5778671"/>
              <a:gd name="connsiteY167" fmla="*/ 1189439 h 2358893"/>
              <a:gd name="connsiteX168" fmla="*/ 341607 w 5778671"/>
              <a:gd name="connsiteY168" fmla="*/ 1519342 h 2358893"/>
              <a:gd name="connsiteX169" fmla="*/ 28860 w 5778671"/>
              <a:gd name="connsiteY169" fmla="*/ 1519342 h 2358893"/>
              <a:gd name="connsiteX170" fmla="*/ 1522401 w 5778671"/>
              <a:gd name="connsiteY170" fmla="*/ 828886 h 2358893"/>
              <a:gd name="connsiteX171" fmla="*/ 1828896 w 5778671"/>
              <a:gd name="connsiteY171" fmla="*/ 1003736 h 2358893"/>
              <a:gd name="connsiteX172" fmla="*/ 1584603 w 5778671"/>
              <a:gd name="connsiteY172" fmla="*/ 1088478 h 2358893"/>
              <a:gd name="connsiteX173" fmla="*/ 1498993 w 5778671"/>
              <a:gd name="connsiteY173" fmla="*/ 1036192 h 2358893"/>
              <a:gd name="connsiteX174" fmla="*/ 1336733 w 5778671"/>
              <a:gd name="connsiteY174" fmla="*/ 1193919 h 2358893"/>
              <a:gd name="connsiteX175" fmla="*/ 1441306 w 5778671"/>
              <a:gd name="connsiteY175" fmla="*/ 1339057 h 2358893"/>
              <a:gd name="connsiteX176" fmla="*/ 1550359 w 5778671"/>
              <a:gd name="connsiteY176" fmla="*/ 1279564 h 2358893"/>
              <a:gd name="connsiteX177" fmla="*/ 1438599 w 5778671"/>
              <a:gd name="connsiteY177" fmla="*/ 1279564 h 2358893"/>
              <a:gd name="connsiteX178" fmla="*/ 1463849 w 5778671"/>
              <a:gd name="connsiteY178" fmla="*/ 1119110 h 2358893"/>
              <a:gd name="connsiteX179" fmla="*/ 1845117 w 5778671"/>
              <a:gd name="connsiteY179" fmla="*/ 1119110 h 2358893"/>
              <a:gd name="connsiteX180" fmla="*/ 1717101 w 5778671"/>
              <a:gd name="connsiteY180" fmla="*/ 1409351 h 2358893"/>
              <a:gd name="connsiteX181" fmla="*/ 1409738 w 5778671"/>
              <a:gd name="connsiteY181" fmla="*/ 1530143 h 2358893"/>
              <a:gd name="connsiteX182" fmla="*/ 1089767 w 5778671"/>
              <a:gd name="connsiteY182" fmla="*/ 1184021 h 2358893"/>
              <a:gd name="connsiteX183" fmla="*/ 1522401 w 5778671"/>
              <a:gd name="connsiteY183" fmla="*/ 828886 h 2358893"/>
              <a:gd name="connsiteX184" fmla="*/ 1023953 w 5778671"/>
              <a:gd name="connsiteY184" fmla="*/ 218275 h 2358893"/>
              <a:gd name="connsiteX185" fmla="*/ 877044 w 5778671"/>
              <a:gd name="connsiteY185" fmla="*/ 348062 h 2358893"/>
              <a:gd name="connsiteX186" fmla="*/ 976199 w 5778671"/>
              <a:gd name="connsiteY186" fmla="*/ 483267 h 2358893"/>
              <a:gd name="connsiteX187" fmla="*/ 1005025 w 5778671"/>
              <a:gd name="connsiteY187" fmla="*/ 480576 h 2358893"/>
              <a:gd name="connsiteX188" fmla="*/ 958173 w 5778671"/>
              <a:gd name="connsiteY188" fmla="*/ 417488 h 2358893"/>
              <a:gd name="connsiteX189" fmla="*/ 1115884 w 5778671"/>
              <a:gd name="connsiteY189" fmla="*/ 388627 h 2358893"/>
              <a:gd name="connsiteX190" fmla="*/ 1129429 w 5778671"/>
              <a:gd name="connsiteY190" fmla="*/ 350771 h 2358893"/>
              <a:gd name="connsiteX191" fmla="*/ 1023953 w 5778671"/>
              <a:gd name="connsiteY191" fmla="*/ 218275 h 2358893"/>
              <a:gd name="connsiteX192" fmla="*/ 1980322 w 5778671"/>
              <a:gd name="connsiteY192" fmla="*/ 10970 h 2358893"/>
              <a:gd name="connsiteX193" fmla="*/ 2227289 w 5778671"/>
              <a:gd name="connsiteY193" fmla="*/ 10970 h 2358893"/>
              <a:gd name="connsiteX194" fmla="*/ 2120007 w 5778671"/>
              <a:gd name="connsiteY194" fmla="*/ 690590 h 2358893"/>
              <a:gd name="connsiteX195" fmla="*/ 1873040 w 5778671"/>
              <a:gd name="connsiteY195" fmla="*/ 690590 h 2358893"/>
              <a:gd name="connsiteX196" fmla="*/ 1492673 w 5778671"/>
              <a:gd name="connsiteY196" fmla="*/ 10970 h 2358893"/>
              <a:gd name="connsiteX197" fmla="*/ 1739640 w 5778671"/>
              <a:gd name="connsiteY197" fmla="*/ 10970 h 2358893"/>
              <a:gd name="connsiteX198" fmla="*/ 1666637 w 5778671"/>
              <a:gd name="connsiteY198" fmla="*/ 472466 h 2358893"/>
              <a:gd name="connsiteX199" fmla="*/ 1873942 w 5778671"/>
              <a:gd name="connsiteY199" fmla="*/ 472466 h 2358893"/>
              <a:gd name="connsiteX200" fmla="*/ 1839698 w 5778671"/>
              <a:gd name="connsiteY200" fmla="*/ 690590 h 2358893"/>
              <a:gd name="connsiteX201" fmla="*/ 1385426 w 5778671"/>
              <a:gd name="connsiteY201" fmla="*/ 690590 h 2358893"/>
              <a:gd name="connsiteX202" fmla="*/ 1058197 w 5778671"/>
              <a:gd name="connsiteY202" fmla="*/ 151 h 2358893"/>
              <a:gd name="connsiteX203" fmla="*/ 1377299 w 5778671"/>
              <a:gd name="connsiteY203" fmla="*/ 352577 h 2358893"/>
              <a:gd name="connsiteX204" fmla="*/ 1282659 w 5778671"/>
              <a:gd name="connsiteY204" fmla="*/ 558094 h 2358893"/>
              <a:gd name="connsiteX205" fmla="*/ 1365560 w 5778671"/>
              <a:gd name="connsiteY205" fmla="*/ 668953 h 2358893"/>
              <a:gd name="connsiteX206" fmla="*/ 1159158 w 5778671"/>
              <a:gd name="connsiteY206" fmla="*/ 750083 h 2358893"/>
              <a:gd name="connsiteX207" fmla="*/ 1124011 w 5778671"/>
              <a:gd name="connsiteY207" fmla="*/ 667164 h 2358893"/>
              <a:gd name="connsiteX208" fmla="*/ 933828 w 5778671"/>
              <a:gd name="connsiteY208" fmla="*/ 701408 h 2358893"/>
              <a:gd name="connsiteX209" fmla="*/ 627367 w 5778671"/>
              <a:gd name="connsiteY209" fmla="*/ 352577 h 2358893"/>
              <a:gd name="connsiteX210" fmla="*/ 1058197 w 5778671"/>
              <a:gd name="connsiteY210" fmla="*/ 151 h 2358893"/>
              <a:gd name="connsiteX211" fmla="*/ 419125 w 5778671"/>
              <a:gd name="connsiteY211" fmla="*/ 151 h 2358893"/>
              <a:gd name="connsiteX212" fmla="*/ 625562 w 5778671"/>
              <a:gd name="connsiteY212" fmla="*/ 59627 h 2358893"/>
              <a:gd name="connsiteX213" fmla="*/ 530922 w 5778671"/>
              <a:gd name="connsiteY213" fmla="*/ 233592 h 2358893"/>
              <a:gd name="connsiteX214" fmla="*/ 395719 w 5778671"/>
              <a:gd name="connsiteY214" fmla="*/ 182225 h 2358893"/>
              <a:gd name="connsiteX215" fmla="*/ 337129 w 5778671"/>
              <a:gd name="connsiteY215" fmla="*/ 218275 h 2358893"/>
              <a:gd name="connsiteX216" fmla="*/ 381271 w 5778671"/>
              <a:gd name="connsiteY216" fmla="*/ 251616 h 2358893"/>
              <a:gd name="connsiteX217" fmla="*/ 435381 w 5778671"/>
              <a:gd name="connsiteY217" fmla="*/ 264258 h 2358893"/>
              <a:gd name="connsiteX218" fmla="*/ 584998 w 5778671"/>
              <a:gd name="connsiteY218" fmla="*/ 458939 h 2358893"/>
              <a:gd name="connsiteX219" fmla="*/ 251483 w 5778671"/>
              <a:gd name="connsiteY219" fmla="*/ 701408 h 2358893"/>
              <a:gd name="connsiteX220" fmla="*/ 0 w 5778671"/>
              <a:gd name="connsiteY220" fmla="*/ 639206 h 2358893"/>
              <a:gd name="connsiteX221" fmla="*/ 106379 w 5778671"/>
              <a:gd name="connsiteY221" fmla="*/ 447217 h 2358893"/>
              <a:gd name="connsiteX222" fmla="*/ 117180 w 5778671"/>
              <a:gd name="connsiteY222" fmla="*/ 457150 h 2358893"/>
              <a:gd name="connsiteX223" fmla="*/ 261415 w 5778671"/>
              <a:gd name="connsiteY223" fmla="*/ 519335 h 2358893"/>
              <a:gd name="connsiteX224" fmla="*/ 330806 w 5778671"/>
              <a:gd name="connsiteY224" fmla="*/ 478770 h 2358893"/>
              <a:gd name="connsiteX225" fmla="*/ 282149 w 5778671"/>
              <a:gd name="connsiteY225" fmla="*/ 440913 h 2358893"/>
              <a:gd name="connsiteX226" fmla="*/ 233457 w 5778671"/>
              <a:gd name="connsiteY226" fmla="*/ 431901 h 2358893"/>
              <a:gd name="connsiteX227" fmla="*/ 84742 w 5778671"/>
              <a:gd name="connsiteY227" fmla="*/ 251616 h 2358893"/>
              <a:gd name="connsiteX228" fmla="*/ 419125 w 5778671"/>
              <a:gd name="connsiteY228" fmla="*/ 151 h 2358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</a:cxnLst>
            <a:rect l="l" t="t" r="r" b="b"/>
            <a:pathLst>
              <a:path w="5778671" h="2358893">
                <a:moveTo>
                  <a:pt x="2732962" y="1854142"/>
                </a:moveTo>
                <a:lnTo>
                  <a:pt x="2714937" y="1969516"/>
                </a:lnTo>
                <a:lnTo>
                  <a:pt x="2732059" y="1969516"/>
                </a:lnTo>
                <a:cubicBezTo>
                  <a:pt x="2772624" y="1969516"/>
                  <a:pt x="2814057" y="1963195"/>
                  <a:pt x="2822184" y="1912697"/>
                </a:cubicBezTo>
                <a:cubicBezTo>
                  <a:pt x="2830311" y="1860428"/>
                  <a:pt x="2794261" y="1854142"/>
                  <a:pt x="2751890" y="1854142"/>
                </a:cubicBezTo>
                <a:close/>
                <a:moveTo>
                  <a:pt x="1582799" y="1854142"/>
                </a:moveTo>
                <a:lnTo>
                  <a:pt x="1563871" y="1972190"/>
                </a:lnTo>
                <a:lnTo>
                  <a:pt x="1588217" y="1972190"/>
                </a:lnTo>
                <a:cubicBezTo>
                  <a:pt x="1631491" y="1972190"/>
                  <a:pt x="1679245" y="1965001"/>
                  <a:pt x="1688275" y="1909989"/>
                </a:cubicBezTo>
                <a:cubicBezTo>
                  <a:pt x="1696367" y="1856816"/>
                  <a:pt x="1646808" y="1854142"/>
                  <a:pt x="1606242" y="1854142"/>
                </a:cubicBezTo>
                <a:close/>
                <a:moveTo>
                  <a:pt x="5321655" y="1668439"/>
                </a:moveTo>
                <a:lnTo>
                  <a:pt x="5778671" y="1668439"/>
                </a:lnTo>
                <a:lnTo>
                  <a:pt x="5749810" y="1854142"/>
                </a:lnTo>
                <a:lnTo>
                  <a:pt x="5541602" y="1854142"/>
                </a:lnTo>
                <a:lnTo>
                  <a:pt x="5530801" y="1919018"/>
                </a:lnTo>
                <a:lnTo>
                  <a:pt x="5720984" y="1919018"/>
                </a:lnTo>
                <a:lnTo>
                  <a:pt x="5693026" y="2095691"/>
                </a:lnTo>
                <a:lnTo>
                  <a:pt x="5502843" y="2095691"/>
                </a:lnTo>
                <a:lnTo>
                  <a:pt x="5492945" y="2162409"/>
                </a:lnTo>
                <a:lnTo>
                  <a:pt x="5708342" y="2162409"/>
                </a:lnTo>
                <a:lnTo>
                  <a:pt x="5678613" y="2348077"/>
                </a:lnTo>
                <a:lnTo>
                  <a:pt x="5214408" y="2348077"/>
                </a:lnTo>
                <a:close/>
                <a:moveTo>
                  <a:pt x="4016489" y="1668439"/>
                </a:moveTo>
                <a:lnTo>
                  <a:pt x="4253558" y="1668439"/>
                </a:lnTo>
                <a:lnTo>
                  <a:pt x="4415818" y="2045228"/>
                </a:lnTo>
                <a:lnTo>
                  <a:pt x="4423007" y="2045228"/>
                </a:lnTo>
                <a:cubicBezTo>
                  <a:pt x="4420020" y="1987430"/>
                  <a:pt x="4422438" y="1929480"/>
                  <a:pt x="4430231" y="1872132"/>
                </a:cubicBezTo>
                <a:lnTo>
                  <a:pt x="4461766" y="1668439"/>
                </a:lnTo>
                <a:lnTo>
                  <a:pt x="4697932" y="1668439"/>
                </a:lnTo>
                <a:lnTo>
                  <a:pt x="4590685" y="2348075"/>
                </a:lnTo>
                <a:lnTo>
                  <a:pt x="4354519" y="2348075"/>
                </a:lnTo>
                <a:lnTo>
                  <a:pt x="4194065" y="1991117"/>
                </a:lnTo>
                <a:lnTo>
                  <a:pt x="4186876" y="1991117"/>
                </a:lnTo>
                <a:cubicBezTo>
                  <a:pt x="4188420" y="2036583"/>
                  <a:pt x="4186306" y="2082099"/>
                  <a:pt x="4180555" y="2127226"/>
                </a:cubicBezTo>
                <a:lnTo>
                  <a:pt x="4145408" y="2348077"/>
                </a:lnTo>
                <a:lnTo>
                  <a:pt x="3909242" y="2348077"/>
                </a:lnTo>
                <a:close/>
                <a:moveTo>
                  <a:pt x="3490082" y="1668439"/>
                </a:moveTo>
                <a:lnTo>
                  <a:pt x="3947098" y="1668439"/>
                </a:lnTo>
                <a:lnTo>
                  <a:pt x="3918237" y="1854142"/>
                </a:lnTo>
                <a:lnTo>
                  <a:pt x="3710029" y="1854142"/>
                </a:lnTo>
                <a:lnTo>
                  <a:pt x="3699228" y="1919018"/>
                </a:lnTo>
                <a:lnTo>
                  <a:pt x="3889411" y="1919018"/>
                </a:lnTo>
                <a:lnTo>
                  <a:pt x="3861453" y="2095691"/>
                </a:lnTo>
                <a:lnTo>
                  <a:pt x="3671270" y="2095691"/>
                </a:lnTo>
                <a:lnTo>
                  <a:pt x="3661372" y="2162409"/>
                </a:lnTo>
                <a:lnTo>
                  <a:pt x="3876769" y="2162409"/>
                </a:lnTo>
                <a:lnTo>
                  <a:pt x="3847040" y="2348077"/>
                </a:lnTo>
                <a:lnTo>
                  <a:pt x="3382835" y="2348077"/>
                </a:lnTo>
                <a:close/>
                <a:moveTo>
                  <a:pt x="3168307" y="1668439"/>
                </a:moveTo>
                <a:lnTo>
                  <a:pt x="3415274" y="1668439"/>
                </a:lnTo>
                <a:lnTo>
                  <a:pt x="3308027" y="2348075"/>
                </a:lnTo>
                <a:lnTo>
                  <a:pt x="3061059" y="2348075"/>
                </a:lnTo>
                <a:close/>
                <a:moveTo>
                  <a:pt x="2520239" y="1668439"/>
                </a:moveTo>
                <a:lnTo>
                  <a:pt x="2818572" y="1668439"/>
                </a:lnTo>
                <a:cubicBezTo>
                  <a:pt x="2971802" y="1668439"/>
                  <a:pt x="3091691" y="1733350"/>
                  <a:pt x="3064637" y="1904605"/>
                </a:cubicBezTo>
                <a:cubicBezTo>
                  <a:pt x="3048419" y="2007372"/>
                  <a:pt x="3001566" y="2050611"/>
                  <a:pt x="2905120" y="2081278"/>
                </a:cubicBezTo>
                <a:lnTo>
                  <a:pt x="2904217" y="2086661"/>
                </a:lnTo>
                <a:cubicBezTo>
                  <a:pt x="2918311" y="2097924"/>
                  <a:pt x="2930223" y="2111672"/>
                  <a:pt x="2939364" y="2127226"/>
                </a:cubicBezTo>
                <a:lnTo>
                  <a:pt x="3052031" y="2348078"/>
                </a:lnTo>
                <a:lnTo>
                  <a:pt x="2767206" y="2348078"/>
                </a:lnTo>
                <a:lnTo>
                  <a:pt x="2693300" y="2129937"/>
                </a:lnTo>
                <a:lnTo>
                  <a:pt x="2688784" y="2129937"/>
                </a:lnTo>
                <a:lnTo>
                  <a:pt x="2654541" y="2348075"/>
                </a:lnTo>
                <a:lnTo>
                  <a:pt x="2412956" y="2348075"/>
                </a:lnTo>
                <a:close/>
                <a:moveTo>
                  <a:pt x="1990219" y="1668439"/>
                </a:moveTo>
                <a:lnTo>
                  <a:pt x="2447235" y="1668439"/>
                </a:lnTo>
                <a:lnTo>
                  <a:pt x="2418375" y="1854142"/>
                </a:lnTo>
                <a:lnTo>
                  <a:pt x="2210167" y="1854142"/>
                </a:lnTo>
                <a:lnTo>
                  <a:pt x="2199366" y="1919018"/>
                </a:lnTo>
                <a:lnTo>
                  <a:pt x="2389549" y="1919018"/>
                </a:lnTo>
                <a:lnTo>
                  <a:pt x="2361591" y="2095691"/>
                </a:lnTo>
                <a:lnTo>
                  <a:pt x="2171407" y="2095691"/>
                </a:lnTo>
                <a:lnTo>
                  <a:pt x="2161509" y="2162409"/>
                </a:lnTo>
                <a:lnTo>
                  <a:pt x="2376908" y="2162409"/>
                </a:lnTo>
                <a:lnTo>
                  <a:pt x="2347176" y="2348075"/>
                </a:lnTo>
                <a:lnTo>
                  <a:pt x="1882972" y="2348075"/>
                </a:lnTo>
                <a:close/>
                <a:moveTo>
                  <a:pt x="1373688" y="1668439"/>
                </a:moveTo>
                <a:lnTo>
                  <a:pt x="1686468" y="1668439"/>
                </a:lnTo>
                <a:cubicBezTo>
                  <a:pt x="1845117" y="1668439"/>
                  <a:pt x="1949655" y="1749569"/>
                  <a:pt x="1923537" y="1918115"/>
                </a:cubicBezTo>
                <a:cubicBezTo>
                  <a:pt x="1909143" y="2049876"/>
                  <a:pt x="1795485" y="2148185"/>
                  <a:pt x="1663025" y="2143445"/>
                </a:cubicBezTo>
                <a:lnTo>
                  <a:pt x="1536850" y="2143445"/>
                </a:lnTo>
                <a:lnTo>
                  <a:pt x="1504377" y="2348075"/>
                </a:lnTo>
                <a:lnTo>
                  <a:pt x="1266440" y="2348075"/>
                </a:lnTo>
                <a:close/>
                <a:moveTo>
                  <a:pt x="1327704" y="1668439"/>
                </a:moveTo>
                <a:lnTo>
                  <a:pt x="1065421" y="1986605"/>
                </a:lnTo>
                <a:lnTo>
                  <a:pt x="1250187" y="2348075"/>
                </a:lnTo>
                <a:lnTo>
                  <a:pt x="968975" y="2348075"/>
                </a:lnTo>
                <a:lnTo>
                  <a:pt x="913997" y="2203841"/>
                </a:lnTo>
                <a:cubicBezTo>
                  <a:pt x="909338" y="2190519"/>
                  <a:pt x="906898" y="2176522"/>
                  <a:pt x="906773" y="2162410"/>
                </a:cubicBezTo>
                <a:lnTo>
                  <a:pt x="899551" y="2162410"/>
                </a:lnTo>
                <a:cubicBezTo>
                  <a:pt x="892110" y="2178878"/>
                  <a:pt x="883059" y="2194572"/>
                  <a:pt x="872531" y="2209261"/>
                </a:cubicBezTo>
                <a:lnTo>
                  <a:pt x="775180" y="2348075"/>
                </a:lnTo>
                <a:lnTo>
                  <a:pt x="493934" y="2348075"/>
                </a:lnTo>
                <a:lnTo>
                  <a:pt x="789593" y="1986605"/>
                </a:lnTo>
                <a:lnTo>
                  <a:pt x="625562" y="1668440"/>
                </a:lnTo>
                <a:lnTo>
                  <a:pt x="904064" y="1668440"/>
                </a:lnTo>
                <a:lnTo>
                  <a:pt x="939211" y="1764886"/>
                </a:lnTo>
                <a:cubicBezTo>
                  <a:pt x="945655" y="1782938"/>
                  <a:pt x="949899" y="1801700"/>
                  <a:pt x="951853" y="1820767"/>
                </a:cubicBezTo>
                <a:lnTo>
                  <a:pt x="957236" y="1820767"/>
                </a:lnTo>
                <a:cubicBezTo>
                  <a:pt x="964991" y="1801065"/>
                  <a:pt x="974977" y="1782316"/>
                  <a:pt x="987000" y="1764886"/>
                </a:cubicBezTo>
                <a:lnTo>
                  <a:pt x="1049201" y="1668440"/>
                </a:lnTo>
                <a:close/>
                <a:moveTo>
                  <a:pt x="130689" y="1668439"/>
                </a:moveTo>
                <a:lnTo>
                  <a:pt x="587705" y="1668439"/>
                </a:lnTo>
                <a:lnTo>
                  <a:pt x="558845" y="1854142"/>
                </a:lnTo>
                <a:lnTo>
                  <a:pt x="350636" y="1854142"/>
                </a:lnTo>
                <a:lnTo>
                  <a:pt x="339835" y="1919018"/>
                </a:lnTo>
                <a:lnTo>
                  <a:pt x="530018" y="1919018"/>
                </a:lnTo>
                <a:lnTo>
                  <a:pt x="502060" y="2095691"/>
                </a:lnTo>
                <a:lnTo>
                  <a:pt x="311877" y="2095691"/>
                </a:lnTo>
                <a:lnTo>
                  <a:pt x="301979" y="2162409"/>
                </a:lnTo>
                <a:lnTo>
                  <a:pt x="517376" y="2162409"/>
                </a:lnTo>
                <a:lnTo>
                  <a:pt x="487647" y="2348075"/>
                </a:lnTo>
                <a:lnTo>
                  <a:pt x="23442" y="2348075"/>
                </a:lnTo>
                <a:close/>
                <a:moveTo>
                  <a:pt x="5102646" y="1657639"/>
                </a:moveTo>
                <a:cubicBezTo>
                  <a:pt x="5157643" y="1657519"/>
                  <a:pt x="5212243" y="1666967"/>
                  <a:pt x="5264002" y="1685562"/>
                </a:cubicBezTo>
                <a:lnTo>
                  <a:pt x="5230627" y="1944267"/>
                </a:lnTo>
                <a:cubicBezTo>
                  <a:pt x="5197600" y="1903416"/>
                  <a:pt x="5148783" y="1878509"/>
                  <a:pt x="5096325" y="1875744"/>
                </a:cubicBezTo>
                <a:cubicBezTo>
                  <a:pt x="5019782" y="1877633"/>
                  <a:pt x="4955062" y="1932958"/>
                  <a:pt x="4941289" y="2008275"/>
                </a:cubicBezTo>
                <a:cubicBezTo>
                  <a:pt x="4930130" y="2069341"/>
                  <a:pt x="4970588" y="2127891"/>
                  <a:pt x="5031655" y="2139050"/>
                </a:cubicBezTo>
                <a:cubicBezTo>
                  <a:pt x="5040198" y="2140611"/>
                  <a:pt x="5048892" y="2141177"/>
                  <a:pt x="5057566" y="2140736"/>
                </a:cubicBezTo>
                <a:cubicBezTo>
                  <a:pt x="5114308" y="2138875"/>
                  <a:pt x="5168442" y="2116461"/>
                  <a:pt x="5209893" y="2077666"/>
                </a:cubicBezTo>
                <a:lnTo>
                  <a:pt x="5162139" y="2331823"/>
                </a:lnTo>
                <a:cubicBezTo>
                  <a:pt x="5103823" y="2350191"/>
                  <a:pt x="5042992" y="2359320"/>
                  <a:pt x="4981854" y="2358878"/>
                </a:cubicBezTo>
                <a:cubicBezTo>
                  <a:pt x="4788058" y="2358877"/>
                  <a:pt x="4660980" y="2208356"/>
                  <a:pt x="4691612" y="2014561"/>
                </a:cubicBezTo>
                <a:cubicBezTo>
                  <a:pt x="4725705" y="1812638"/>
                  <a:pt x="4897937" y="1663080"/>
                  <a:pt x="5102646" y="1657639"/>
                </a:cubicBezTo>
                <a:close/>
                <a:moveTo>
                  <a:pt x="2968225" y="1065938"/>
                </a:moveTo>
                <a:lnTo>
                  <a:pt x="2889805" y="1273243"/>
                </a:lnTo>
                <a:lnTo>
                  <a:pt x="2988959" y="1273242"/>
                </a:lnTo>
                <a:lnTo>
                  <a:pt x="2979026" y="1153354"/>
                </a:lnTo>
                <a:cubicBezTo>
                  <a:pt x="2976352" y="1124527"/>
                  <a:pt x="2977255" y="1094798"/>
                  <a:pt x="2977255" y="1065938"/>
                </a:cubicBezTo>
                <a:close/>
                <a:moveTo>
                  <a:pt x="349734" y="1052427"/>
                </a:moveTo>
                <a:lnTo>
                  <a:pt x="308267" y="1315614"/>
                </a:lnTo>
                <a:lnTo>
                  <a:pt x="323582" y="1315614"/>
                </a:lnTo>
                <a:cubicBezTo>
                  <a:pt x="405615" y="1315614"/>
                  <a:pt x="474138" y="1277758"/>
                  <a:pt x="488551" y="1188535"/>
                </a:cubicBezTo>
                <a:cubicBezTo>
                  <a:pt x="503868" y="1092992"/>
                  <a:pt x="455210" y="1052427"/>
                  <a:pt x="365051" y="1052427"/>
                </a:cubicBezTo>
                <a:close/>
                <a:moveTo>
                  <a:pt x="3399992" y="839704"/>
                </a:moveTo>
                <a:lnTo>
                  <a:pt x="3646959" y="839704"/>
                </a:lnTo>
                <a:lnTo>
                  <a:pt x="3573956" y="1301201"/>
                </a:lnTo>
                <a:lnTo>
                  <a:pt x="3781261" y="1301201"/>
                </a:lnTo>
                <a:lnTo>
                  <a:pt x="3747017" y="1519342"/>
                </a:lnTo>
                <a:lnTo>
                  <a:pt x="3292710" y="1519342"/>
                </a:lnTo>
                <a:close/>
                <a:moveTo>
                  <a:pt x="2869070" y="839704"/>
                </a:moveTo>
                <a:lnTo>
                  <a:pt x="3142190" y="839704"/>
                </a:lnTo>
                <a:lnTo>
                  <a:pt x="3277395" y="1519342"/>
                </a:lnTo>
                <a:lnTo>
                  <a:pt x="3016014" y="1519342"/>
                </a:lnTo>
                <a:lnTo>
                  <a:pt x="3006984" y="1434599"/>
                </a:lnTo>
                <a:lnTo>
                  <a:pt x="2820413" y="1434599"/>
                </a:lnTo>
                <a:lnTo>
                  <a:pt x="2787037" y="1519342"/>
                </a:lnTo>
                <a:lnTo>
                  <a:pt x="2525657" y="1519342"/>
                </a:lnTo>
                <a:close/>
                <a:moveTo>
                  <a:pt x="2218294" y="839704"/>
                </a:moveTo>
                <a:lnTo>
                  <a:pt x="2737477" y="839704"/>
                </a:lnTo>
                <a:lnTo>
                  <a:pt x="2703199" y="1060520"/>
                </a:lnTo>
                <a:lnTo>
                  <a:pt x="2568029" y="1054233"/>
                </a:lnTo>
                <a:lnTo>
                  <a:pt x="2494088" y="1519342"/>
                </a:lnTo>
                <a:lnTo>
                  <a:pt x="2247120" y="1519342"/>
                </a:lnTo>
                <a:lnTo>
                  <a:pt x="2321026" y="1054233"/>
                </a:lnTo>
                <a:lnTo>
                  <a:pt x="2184015" y="1060519"/>
                </a:lnTo>
                <a:close/>
                <a:moveTo>
                  <a:pt x="1939757" y="839704"/>
                </a:moveTo>
                <a:lnTo>
                  <a:pt x="2186723" y="839704"/>
                </a:lnTo>
                <a:lnTo>
                  <a:pt x="2079476" y="1519342"/>
                </a:lnTo>
                <a:lnTo>
                  <a:pt x="1832509" y="1519342"/>
                </a:lnTo>
                <a:close/>
                <a:moveTo>
                  <a:pt x="845509" y="839704"/>
                </a:moveTo>
                <a:lnTo>
                  <a:pt x="1092476" y="839704"/>
                </a:lnTo>
                <a:lnTo>
                  <a:pt x="985194" y="1519342"/>
                </a:lnTo>
                <a:lnTo>
                  <a:pt x="738227" y="1519342"/>
                </a:lnTo>
                <a:close/>
                <a:moveTo>
                  <a:pt x="136107" y="839704"/>
                </a:moveTo>
                <a:lnTo>
                  <a:pt x="387590" y="839704"/>
                </a:lnTo>
                <a:cubicBezTo>
                  <a:pt x="615629" y="839704"/>
                  <a:pt x="775180" y="939762"/>
                  <a:pt x="735518" y="1189439"/>
                </a:cubicBezTo>
                <a:cubicBezTo>
                  <a:pt x="707463" y="1383717"/>
                  <a:pt x="537793" y="1525817"/>
                  <a:pt x="341607" y="1519342"/>
                </a:cubicBezTo>
                <a:lnTo>
                  <a:pt x="28860" y="1519342"/>
                </a:lnTo>
                <a:close/>
                <a:moveTo>
                  <a:pt x="1522401" y="828886"/>
                </a:moveTo>
                <a:cubicBezTo>
                  <a:pt x="1640484" y="828886"/>
                  <a:pt x="1793714" y="887460"/>
                  <a:pt x="1828896" y="1003736"/>
                </a:cubicBezTo>
                <a:lnTo>
                  <a:pt x="1584603" y="1088478"/>
                </a:lnTo>
                <a:cubicBezTo>
                  <a:pt x="1570182" y="1054536"/>
                  <a:pt x="1535774" y="1033522"/>
                  <a:pt x="1498993" y="1036192"/>
                </a:cubicBezTo>
                <a:cubicBezTo>
                  <a:pt x="1410639" y="1036191"/>
                  <a:pt x="1350243" y="1111921"/>
                  <a:pt x="1336733" y="1193919"/>
                </a:cubicBezTo>
                <a:cubicBezTo>
                  <a:pt x="1325029" y="1268728"/>
                  <a:pt x="1361079" y="1339057"/>
                  <a:pt x="1441306" y="1339057"/>
                </a:cubicBezTo>
                <a:cubicBezTo>
                  <a:pt x="1485908" y="1341117"/>
                  <a:pt x="1527949" y="1318182"/>
                  <a:pt x="1550359" y="1279564"/>
                </a:cubicBezTo>
                <a:lnTo>
                  <a:pt x="1438599" y="1279564"/>
                </a:lnTo>
                <a:lnTo>
                  <a:pt x="1463849" y="1119110"/>
                </a:lnTo>
                <a:lnTo>
                  <a:pt x="1845117" y="1119110"/>
                </a:lnTo>
                <a:cubicBezTo>
                  <a:pt x="1826189" y="1229969"/>
                  <a:pt x="1811741" y="1322838"/>
                  <a:pt x="1717101" y="1409351"/>
                </a:cubicBezTo>
                <a:cubicBezTo>
                  <a:pt x="1632912" y="1485922"/>
                  <a:pt x="1523533" y="1528907"/>
                  <a:pt x="1409738" y="1530143"/>
                </a:cubicBezTo>
                <a:cubicBezTo>
                  <a:pt x="1202433" y="1530143"/>
                  <a:pt x="1055522" y="1402162"/>
                  <a:pt x="1089767" y="1184021"/>
                </a:cubicBezTo>
                <a:cubicBezTo>
                  <a:pt x="1124914" y="962285"/>
                  <a:pt x="1308812" y="828886"/>
                  <a:pt x="1522401" y="828886"/>
                </a:cubicBezTo>
                <a:close/>
                <a:moveTo>
                  <a:pt x="1023953" y="218275"/>
                </a:moveTo>
                <a:cubicBezTo>
                  <a:pt x="948905" y="217350"/>
                  <a:pt x="885379" y="273472"/>
                  <a:pt x="877044" y="348062"/>
                </a:cubicBezTo>
                <a:cubicBezTo>
                  <a:pt x="866208" y="419277"/>
                  <a:pt x="903161" y="483267"/>
                  <a:pt x="976199" y="483267"/>
                </a:cubicBezTo>
                <a:cubicBezTo>
                  <a:pt x="985886" y="483708"/>
                  <a:pt x="995587" y="482803"/>
                  <a:pt x="1005025" y="480576"/>
                </a:cubicBezTo>
                <a:lnTo>
                  <a:pt x="958173" y="417488"/>
                </a:lnTo>
                <a:lnTo>
                  <a:pt x="1115884" y="388627"/>
                </a:lnTo>
                <a:cubicBezTo>
                  <a:pt x="1122359" y="376798"/>
                  <a:pt x="1126929" y="364023"/>
                  <a:pt x="1129429" y="350771"/>
                </a:cubicBezTo>
                <a:cubicBezTo>
                  <a:pt x="1141133" y="275060"/>
                  <a:pt x="1096956" y="218275"/>
                  <a:pt x="1023953" y="218275"/>
                </a:cubicBezTo>
                <a:close/>
                <a:moveTo>
                  <a:pt x="1980322" y="10970"/>
                </a:moveTo>
                <a:lnTo>
                  <a:pt x="2227289" y="10970"/>
                </a:lnTo>
                <a:lnTo>
                  <a:pt x="2120007" y="690590"/>
                </a:lnTo>
                <a:lnTo>
                  <a:pt x="1873040" y="690590"/>
                </a:lnTo>
                <a:close/>
                <a:moveTo>
                  <a:pt x="1492673" y="10970"/>
                </a:moveTo>
                <a:lnTo>
                  <a:pt x="1739640" y="10970"/>
                </a:lnTo>
                <a:lnTo>
                  <a:pt x="1666637" y="472466"/>
                </a:lnTo>
                <a:lnTo>
                  <a:pt x="1873942" y="472466"/>
                </a:lnTo>
                <a:lnTo>
                  <a:pt x="1839698" y="690590"/>
                </a:lnTo>
                <a:lnTo>
                  <a:pt x="1385426" y="690590"/>
                </a:lnTo>
                <a:close/>
                <a:moveTo>
                  <a:pt x="1058197" y="151"/>
                </a:moveTo>
                <a:cubicBezTo>
                  <a:pt x="1273629" y="151"/>
                  <a:pt x="1412446" y="130841"/>
                  <a:pt x="1377299" y="352577"/>
                </a:cubicBezTo>
                <a:cubicBezTo>
                  <a:pt x="1366283" y="428791"/>
                  <a:pt x="1333410" y="500178"/>
                  <a:pt x="1282659" y="558094"/>
                </a:cubicBezTo>
                <a:lnTo>
                  <a:pt x="1365560" y="668953"/>
                </a:lnTo>
                <a:lnTo>
                  <a:pt x="1159158" y="750083"/>
                </a:lnTo>
                <a:lnTo>
                  <a:pt x="1124011" y="667164"/>
                </a:lnTo>
                <a:cubicBezTo>
                  <a:pt x="1063428" y="690772"/>
                  <a:pt x="998840" y="702402"/>
                  <a:pt x="933828" y="701408"/>
                </a:cubicBezTo>
                <a:cubicBezTo>
                  <a:pt x="728328" y="701408"/>
                  <a:pt x="594929" y="560785"/>
                  <a:pt x="627367" y="352577"/>
                </a:cubicBezTo>
                <a:cubicBezTo>
                  <a:pt x="663735" y="144532"/>
                  <a:pt x="847071" y="-5439"/>
                  <a:pt x="1058197" y="151"/>
                </a:cubicBezTo>
                <a:close/>
                <a:moveTo>
                  <a:pt x="419125" y="151"/>
                </a:moveTo>
                <a:cubicBezTo>
                  <a:pt x="492386" y="-1489"/>
                  <a:pt x="564404" y="19259"/>
                  <a:pt x="625562" y="59627"/>
                </a:cubicBezTo>
                <a:lnTo>
                  <a:pt x="530922" y="233592"/>
                </a:lnTo>
                <a:cubicBezTo>
                  <a:pt x="492880" y="201809"/>
                  <a:pt x="445268" y="183720"/>
                  <a:pt x="395719" y="182225"/>
                </a:cubicBezTo>
                <a:cubicBezTo>
                  <a:pt x="374082" y="182225"/>
                  <a:pt x="341609" y="190334"/>
                  <a:pt x="337129" y="218275"/>
                </a:cubicBezTo>
                <a:cubicBezTo>
                  <a:pt x="333517" y="243525"/>
                  <a:pt x="363246" y="247117"/>
                  <a:pt x="381271" y="251616"/>
                </a:cubicBezTo>
                <a:lnTo>
                  <a:pt x="435381" y="264258"/>
                </a:lnTo>
                <a:cubicBezTo>
                  <a:pt x="536307" y="287683"/>
                  <a:pt x="603024" y="343565"/>
                  <a:pt x="584998" y="458939"/>
                </a:cubicBezTo>
                <a:cubicBezTo>
                  <a:pt x="558846" y="621181"/>
                  <a:pt x="398427" y="701408"/>
                  <a:pt x="251483" y="701408"/>
                </a:cubicBezTo>
                <a:cubicBezTo>
                  <a:pt x="163895" y="701019"/>
                  <a:pt x="77670" y="679692"/>
                  <a:pt x="0" y="639206"/>
                </a:cubicBezTo>
                <a:lnTo>
                  <a:pt x="106379" y="447217"/>
                </a:lnTo>
                <a:lnTo>
                  <a:pt x="117180" y="457150"/>
                </a:lnTo>
                <a:cubicBezTo>
                  <a:pt x="155987" y="494893"/>
                  <a:pt x="207330" y="517029"/>
                  <a:pt x="261415" y="519335"/>
                </a:cubicBezTo>
                <a:cubicBezTo>
                  <a:pt x="285726" y="519335"/>
                  <a:pt x="326291" y="509419"/>
                  <a:pt x="330806" y="478770"/>
                </a:cubicBezTo>
                <a:cubicBezTo>
                  <a:pt x="336224" y="448120"/>
                  <a:pt x="303751" y="445411"/>
                  <a:pt x="282149" y="440913"/>
                </a:cubicBezTo>
                <a:lnTo>
                  <a:pt x="233457" y="431901"/>
                </a:lnTo>
                <a:cubicBezTo>
                  <a:pt x="139720" y="414779"/>
                  <a:pt x="67620" y="357995"/>
                  <a:pt x="84742" y="251616"/>
                </a:cubicBezTo>
                <a:cubicBezTo>
                  <a:pt x="109991" y="90294"/>
                  <a:pt x="271313" y="151"/>
                  <a:pt x="419125" y="151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3551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>
              <a:solidFill>
                <a:schemeClr val="accent1"/>
              </a:solidFill>
              <a:latin typeface="Inter-Bold" panose="02000803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462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82355FEE-FE80-46EA-97E1-1EF2526A38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91" y="113090"/>
            <a:ext cx="11965818" cy="6631820"/>
          </a:xfrm>
          <a:prstGeom prst="rect">
            <a:avLst/>
          </a:prstGeom>
        </p:spPr>
      </p:pic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48A010FE-1E13-4DB3-81D4-507ED95E7EE3}"/>
              </a:ext>
            </a:extLst>
          </p:cNvPr>
          <p:cNvSpPr/>
          <p:nvPr userDrawn="1"/>
        </p:nvSpPr>
        <p:spPr>
          <a:xfrm>
            <a:off x="113091" y="113090"/>
            <a:ext cx="8105814" cy="6631821"/>
          </a:xfrm>
          <a:custGeom>
            <a:avLst/>
            <a:gdLst>
              <a:gd name="connsiteX0" fmla="*/ 3750085 w 8105814"/>
              <a:gd name="connsiteY0" fmla="*/ 3155376 h 6631821"/>
              <a:gd name="connsiteX1" fmla="*/ 4567925 w 8105814"/>
              <a:gd name="connsiteY1" fmla="*/ 3155376 h 6631821"/>
              <a:gd name="connsiteX2" fmla="*/ 7785217 w 8105814"/>
              <a:gd name="connsiteY2" fmla="*/ 6310882 h 6631821"/>
              <a:gd name="connsiteX3" fmla="*/ 7785046 w 8105814"/>
              <a:gd name="connsiteY3" fmla="*/ 6311053 h 6631821"/>
              <a:gd name="connsiteX4" fmla="*/ 8105814 w 8105814"/>
              <a:gd name="connsiteY4" fmla="*/ 6631821 h 6631821"/>
              <a:gd name="connsiteX5" fmla="*/ 6476964 w 8105814"/>
              <a:gd name="connsiteY5" fmla="*/ 6631821 h 6631821"/>
              <a:gd name="connsiteX6" fmla="*/ 3750085 w 8105814"/>
              <a:gd name="connsiteY6" fmla="*/ 3957210 h 6631821"/>
              <a:gd name="connsiteX7" fmla="*/ 2803412 w 8105814"/>
              <a:gd name="connsiteY7" fmla="*/ 3155029 h 6631821"/>
              <a:gd name="connsiteX8" fmla="*/ 3621252 w 8105814"/>
              <a:gd name="connsiteY8" fmla="*/ 3155029 h 6631821"/>
              <a:gd name="connsiteX9" fmla="*/ 3621252 w 8105814"/>
              <a:gd name="connsiteY9" fmla="*/ 3956863 h 6631821"/>
              <a:gd name="connsiteX10" fmla="*/ 893834 w 8105814"/>
              <a:gd name="connsiteY10" fmla="*/ 6631821 h 6631821"/>
              <a:gd name="connsiteX11" fmla="*/ 0 w 8105814"/>
              <a:gd name="connsiteY11" fmla="*/ 6631821 h 6631821"/>
              <a:gd name="connsiteX12" fmla="*/ 0 w 8105814"/>
              <a:gd name="connsiteY12" fmla="*/ 5904730 h 6631821"/>
              <a:gd name="connsiteX13" fmla="*/ 7474231 w 8105814"/>
              <a:gd name="connsiteY13" fmla="*/ 0 h 6631821"/>
              <a:gd name="connsiteX14" fmla="*/ 7655700 w 8105814"/>
              <a:gd name="connsiteY14" fmla="*/ 0 h 6631821"/>
              <a:gd name="connsiteX15" fmla="*/ 4567595 w 8105814"/>
              <a:gd name="connsiteY15" fmla="*/ 3028889 h 6631821"/>
              <a:gd name="connsiteX16" fmla="*/ 4386016 w 8105814"/>
              <a:gd name="connsiteY16" fmla="*/ 3028889 h 6631821"/>
              <a:gd name="connsiteX17" fmla="*/ 7110674 w 8105814"/>
              <a:gd name="connsiteY17" fmla="*/ 0 h 6631821"/>
              <a:gd name="connsiteX18" fmla="*/ 7292320 w 8105814"/>
              <a:gd name="connsiteY18" fmla="*/ 0 h 6631821"/>
              <a:gd name="connsiteX19" fmla="*/ 4204239 w 8105814"/>
              <a:gd name="connsiteY19" fmla="*/ 3028955 h 6631821"/>
              <a:gd name="connsiteX20" fmla="*/ 4022445 w 8105814"/>
              <a:gd name="connsiteY20" fmla="*/ 3028955 h 6631821"/>
              <a:gd name="connsiteX21" fmla="*/ 6747161 w 8105814"/>
              <a:gd name="connsiteY21" fmla="*/ 0 h 6631821"/>
              <a:gd name="connsiteX22" fmla="*/ 6928770 w 8105814"/>
              <a:gd name="connsiteY22" fmla="*/ 0 h 6631821"/>
              <a:gd name="connsiteX23" fmla="*/ 3840519 w 8105814"/>
              <a:gd name="connsiteY23" fmla="*/ 3028939 h 6631821"/>
              <a:gd name="connsiteX24" fmla="*/ 3749688 w 8105814"/>
              <a:gd name="connsiteY24" fmla="*/ 3028939 h 6631821"/>
              <a:gd name="connsiteX25" fmla="*/ 3749688 w 8105814"/>
              <a:gd name="connsiteY25" fmla="*/ 2939929 h 6631821"/>
              <a:gd name="connsiteX26" fmla="*/ 6383560 w 8105814"/>
              <a:gd name="connsiteY26" fmla="*/ 0 h 6631821"/>
              <a:gd name="connsiteX27" fmla="*/ 6565282 w 8105814"/>
              <a:gd name="connsiteY27" fmla="*/ 0 h 6631821"/>
              <a:gd name="connsiteX28" fmla="*/ 3749804 w 8105814"/>
              <a:gd name="connsiteY28" fmla="*/ 2761511 h 6631821"/>
              <a:gd name="connsiteX29" fmla="*/ 3749804 w 8105814"/>
              <a:gd name="connsiteY29" fmla="*/ 2583343 h 6631821"/>
              <a:gd name="connsiteX30" fmla="*/ 6020108 w 8105814"/>
              <a:gd name="connsiteY30" fmla="*/ 0 h 6631821"/>
              <a:gd name="connsiteX31" fmla="*/ 6201856 w 8105814"/>
              <a:gd name="connsiteY31" fmla="*/ 0 h 6631821"/>
              <a:gd name="connsiteX32" fmla="*/ 3749755 w 8105814"/>
              <a:gd name="connsiteY32" fmla="*/ 2404992 h 6631821"/>
              <a:gd name="connsiteX33" fmla="*/ 3749755 w 8105814"/>
              <a:gd name="connsiteY33" fmla="*/ 2226773 h 6631821"/>
              <a:gd name="connsiteX34" fmla="*/ 0 w 8105814"/>
              <a:gd name="connsiteY34" fmla="*/ 0 h 6631821"/>
              <a:gd name="connsiteX35" fmla="*/ 1350801 w 8105814"/>
              <a:gd name="connsiteY35" fmla="*/ 0 h 6631821"/>
              <a:gd name="connsiteX36" fmla="*/ 3621301 w 8105814"/>
              <a:gd name="connsiteY36" fmla="*/ 2226890 h 6631821"/>
              <a:gd name="connsiteX37" fmla="*/ 3621301 w 8105814"/>
              <a:gd name="connsiteY37" fmla="*/ 3028773 h 6631821"/>
              <a:gd name="connsiteX38" fmla="*/ 2803627 w 8105814"/>
              <a:gd name="connsiteY38" fmla="*/ 3028773 h 6631821"/>
              <a:gd name="connsiteX39" fmla="*/ 0 w 8105814"/>
              <a:gd name="connsiteY39" fmla="*/ 278970 h 663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8105814" h="6631821">
                <a:moveTo>
                  <a:pt x="3750085" y="3155376"/>
                </a:moveTo>
                <a:lnTo>
                  <a:pt x="4567925" y="3155376"/>
                </a:lnTo>
                <a:lnTo>
                  <a:pt x="7785217" y="6310882"/>
                </a:lnTo>
                <a:lnTo>
                  <a:pt x="7785046" y="6311053"/>
                </a:lnTo>
                <a:lnTo>
                  <a:pt x="8105814" y="6631821"/>
                </a:lnTo>
                <a:lnTo>
                  <a:pt x="6476964" y="6631821"/>
                </a:lnTo>
                <a:lnTo>
                  <a:pt x="3750085" y="3957210"/>
                </a:lnTo>
                <a:close/>
                <a:moveTo>
                  <a:pt x="2803412" y="3155029"/>
                </a:moveTo>
                <a:lnTo>
                  <a:pt x="3621252" y="3155029"/>
                </a:lnTo>
                <a:lnTo>
                  <a:pt x="3621252" y="3956863"/>
                </a:lnTo>
                <a:lnTo>
                  <a:pt x="893834" y="6631821"/>
                </a:lnTo>
                <a:lnTo>
                  <a:pt x="0" y="6631821"/>
                </a:lnTo>
                <a:lnTo>
                  <a:pt x="0" y="5904730"/>
                </a:lnTo>
                <a:close/>
                <a:moveTo>
                  <a:pt x="7474231" y="0"/>
                </a:moveTo>
                <a:lnTo>
                  <a:pt x="7655700" y="0"/>
                </a:lnTo>
                <a:lnTo>
                  <a:pt x="4567595" y="3028889"/>
                </a:lnTo>
                <a:lnTo>
                  <a:pt x="4386016" y="3028889"/>
                </a:lnTo>
                <a:close/>
                <a:moveTo>
                  <a:pt x="7110674" y="0"/>
                </a:moveTo>
                <a:lnTo>
                  <a:pt x="7292320" y="0"/>
                </a:lnTo>
                <a:lnTo>
                  <a:pt x="4204239" y="3028955"/>
                </a:lnTo>
                <a:lnTo>
                  <a:pt x="4022445" y="3028955"/>
                </a:lnTo>
                <a:close/>
                <a:moveTo>
                  <a:pt x="6747161" y="0"/>
                </a:moveTo>
                <a:lnTo>
                  <a:pt x="6928770" y="0"/>
                </a:lnTo>
                <a:lnTo>
                  <a:pt x="3840519" y="3028939"/>
                </a:lnTo>
                <a:lnTo>
                  <a:pt x="3749688" y="3028939"/>
                </a:lnTo>
                <a:lnTo>
                  <a:pt x="3749688" y="2939929"/>
                </a:lnTo>
                <a:close/>
                <a:moveTo>
                  <a:pt x="6383560" y="0"/>
                </a:moveTo>
                <a:lnTo>
                  <a:pt x="6565282" y="0"/>
                </a:lnTo>
                <a:lnTo>
                  <a:pt x="3749804" y="2761511"/>
                </a:lnTo>
                <a:lnTo>
                  <a:pt x="3749804" y="2583343"/>
                </a:lnTo>
                <a:close/>
                <a:moveTo>
                  <a:pt x="6020108" y="0"/>
                </a:moveTo>
                <a:lnTo>
                  <a:pt x="6201856" y="0"/>
                </a:lnTo>
                <a:lnTo>
                  <a:pt x="3749755" y="2404992"/>
                </a:lnTo>
                <a:lnTo>
                  <a:pt x="3749755" y="2226773"/>
                </a:lnTo>
                <a:close/>
                <a:moveTo>
                  <a:pt x="0" y="0"/>
                </a:moveTo>
                <a:lnTo>
                  <a:pt x="1350801" y="0"/>
                </a:lnTo>
                <a:lnTo>
                  <a:pt x="3621301" y="2226890"/>
                </a:lnTo>
                <a:lnTo>
                  <a:pt x="3621301" y="3028773"/>
                </a:lnTo>
                <a:lnTo>
                  <a:pt x="2803627" y="3028773"/>
                </a:lnTo>
                <a:lnTo>
                  <a:pt x="0" y="27897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1568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>
              <a:latin typeface="Inter-Bold" panose="02000803000000020004" pitchFamily="50" charset="0"/>
            </a:endParaRPr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90D158EE-E4F0-4A19-81CF-0583844EC27A}"/>
              </a:ext>
            </a:extLst>
          </p:cNvPr>
          <p:cNvSpPr/>
          <p:nvPr userDrawn="1"/>
        </p:nvSpPr>
        <p:spPr>
          <a:xfrm>
            <a:off x="3206664" y="2031200"/>
            <a:ext cx="5778671" cy="2358893"/>
          </a:xfrm>
          <a:custGeom>
            <a:avLst/>
            <a:gdLst>
              <a:gd name="connsiteX0" fmla="*/ 2732962 w 5778671"/>
              <a:gd name="connsiteY0" fmla="*/ 1854142 h 2358893"/>
              <a:gd name="connsiteX1" fmla="*/ 2714937 w 5778671"/>
              <a:gd name="connsiteY1" fmla="*/ 1969516 h 2358893"/>
              <a:gd name="connsiteX2" fmla="*/ 2732059 w 5778671"/>
              <a:gd name="connsiteY2" fmla="*/ 1969516 h 2358893"/>
              <a:gd name="connsiteX3" fmla="*/ 2822184 w 5778671"/>
              <a:gd name="connsiteY3" fmla="*/ 1912697 h 2358893"/>
              <a:gd name="connsiteX4" fmla="*/ 2751890 w 5778671"/>
              <a:gd name="connsiteY4" fmla="*/ 1854142 h 2358893"/>
              <a:gd name="connsiteX5" fmla="*/ 1582799 w 5778671"/>
              <a:gd name="connsiteY5" fmla="*/ 1854142 h 2358893"/>
              <a:gd name="connsiteX6" fmla="*/ 1563871 w 5778671"/>
              <a:gd name="connsiteY6" fmla="*/ 1972190 h 2358893"/>
              <a:gd name="connsiteX7" fmla="*/ 1588217 w 5778671"/>
              <a:gd name="connsiteY7" fmla="*/ 1972190 h 2358893"/>
              <a:gd name="connsiteX8" fmla="*/ 1688275 w 5778671"/>
              <a:gd name="connsiteY8" fmla="*/ 1909989 h 2358893"/>
              <a:gd name="connsiteX9" fmla="*/ 1606242 w 5778671"/>
              <a:gd name="connsiteY9" fmla="*/ 1854142 h 2358893"/>
              <a:gd name="connsiteX10" fmla="*/ 5321655 w 5778671"/>
              <a:gd name="connsiteY10" fmla="*/ 1668439 h 2358893"/>
              <a:gd name="connsiteX11" fmla="*/ 5778671 w 5778671"/>
              <a:gd name="connsiteY11" fmla="*/ 1668439 h 2358893"/>
              <a:gd name="connsiteX12" fmla="*/ 5749810 w 5778671"/>
              <a:gd name="connsiteY12" fmla="*/ 1854142 h 2358893"/>
              <a:gd name="connsiteX13" fmla="*/ 5541602 w 5778671"/>
              <a:gd name="connsiteY13" fmla="*/ 1854142 h 2358893"/>
              <a:gd name="connsiteX14" fmla="*/ 5530801 w 5778671"/>
              <a:gd name="connsiteY14" fmla="*/ 1919018 h 2358893"/>
              <a:gd name="connsiteX15" fmla="*/ 5720984 w 5778671"/>
              <a:gd name="connsiteY15" fmla="*/ 1919018 h 2358893"/>
              <a:gd name="connsiteX16" fmla="*/ 5693026 w 5778671"/>
              <a:gd name="connsiteY16" fmla="*/ 2095691 h 2358893"/>
              <a:gd name="connsiteX17" fmla="*/ 5502843 w 5778671"/>
              <a:gd name="connsiteY17" fmla="*/ 2095691 h 2358893"/>
              <a:gd name="connsiteX18" fmla="*/ 5492945 w 5778671"/>
              <a:gd name="connsiteY18" fmla="*/ 2162409 h 2358893"/>
              <a:gd name="connsiteX19" fmla="*/ 5708342 w 5778671"/>
              <a:gd name="connsiteY19" fmla="*/ 2162409 h 2358893"/>
              <a:gd name="connsiteX20" fmla="*/ 5678613 w 5778671"/>
              <a:gd name="connsiteY20" fmla="*/ 2348077 h 2358893"/>
              <a:gd name="connsiteX21" fmla="*/ 5214408 w 5778671"/>
              <a:gd name="connsiteY21" fmla="*/ 2348077 h 2358893"/>
              <a:gd name="connsiteX22" fmla="*/ 4016489 w 5778671"/>
              <a:gd name="connsiteY22" fmla="*/ 1668439 h 2358893"/>
              <a:gd name="connsiteX23" fmla="*/ 4253558 w 5778671"/>
              <a:gd name="connsiteY23" fmla="*/ 1668439 h 2358893"/>
              <a:gd name="connsiteX24" fmla="*/ 4415818 w 5778671"/>
              <a:gd name="connsiteY24" fmla="*/ 2045228 h 2358893"/>
              <a:gd name="connsiteX25" fmla="*/ 4423007 w 5778671"/>
              <a:gd name="connsiteY25" fmla="*/ 2045228 h 2358893"/>
              <a:gd name="connsiteX26" fmla="*/ 4430231 w 5778671"/>
              <a:gd name="connsiteY26" fmla="*/ 1872132 h 2358893"/>
              <a:gd name="connsiteX27" fmla="*/ 4461766 w 5778671"/>
              <a:gd name="connsiteY27" fmla="*/ 1668439 h 2358893"/>
              <a:gd name="connsiteX28" fmla="*/ 4697932 w 5778671"/>
              <a:gd name="connsiteY28" fmla="*/ 1668439 h 2358893"/>
              <a:gd name="connsiteX29" fmla="*/ 4590685 w 5778671"/>
              <a:gd name="connsiteY29" fmla="*/ 2348075 h 2358893"/>
              <a:gd name="connsiteX30" fmla="*/ 4354519 w 5778671"/>
              <a:gd name="connsiteY30" fmla="*/ 2348075 h 2358893"/>
              <a:gd name="connsiteX31" fmla="*/ 4194065 w 5778671"/>
              <a:gd name="connsiteY31" fmla="*/ 1991117 h 2358893"/>
              <a:gd name="connsiteX32" fmla="*/ 4186876 w 5778671"/>
              <a:gd name="connsiteY32" fmla="*/ 1991117 h 2358893"/>
              <a:gd name="connsiteX33" fmla="*/ 4180555 w 5778671"/>
              <a:gd name="connsiteY33" fmla="*/ 2127226 h 2358893"/>
              <a:gd name="connsiteX34" fmla="*/ 4145408 w 5778671"/>
              <a:gd name="connsiteY34" fmla="*/ 2348077 h 2358893"/>
              <a:gd name="connsiteX35" fmla="*/ 3909242 w 5778671"/>
              <a:gd name="connsiteY35" fmla="*/ 2348077 h 2358893"/>
              <a:gd name="connsiteX36" fmla="*/ 3490082 w 5778671"/>
              <a:gd name="connsiteY36" fmla="*/ 1668439 h 2358893"/>
              <a:gd name="connsiteX37" fmla="*/ 3947098 w 5778671"/>
              <a:gd name="connsiteY37" fmla="*/ 1668439 h 2358893"/>
              <a:gd name="connsiteX38" fmla="*/ 3918237 w 5778671"/>
              <a:gd name="connsiteY38" fmla="*/ 1854142 h 2358893"/>
              <a:gd name="connsiteX39" fmla="*/ 3710029 w 5778671"/>
              <a:gd name="connsiteY39" fmla="*/ 1854142 h 2358893"/>
              <a:gd name="connsiteX40" fmla="*/ 3699228 w 5778671"/>
              <a:gd name="connsiteY40" fmla="*/ 1919018 h 2358893"/>
              <a:gd name="connsiteX41" fmla="*/ 3889411 w 5778671"/>
              <a:gd name="connsiteY41" fmla="*/ 1919018 h 2358893"/>
              <a:gd name="connsiteX42" fmla="*/ 3861453 w 5778671"/>
              <a:gd name="connsiteY42" fmla="*/ 2095691 h 2358893"/>
              <a:gd name="connsiteX43" fmla="*/ 3671270 w 5778671"/>
              <a:gd name="connsiteY43" fmla="*/ 2095691 h 2358893"/>
              <a:gd name="connsiteX44" fmla="*/ 3661372 w 5778671"/>
              <a:gd name="connsiteY44" fmla="*/ 2162409 h 2358893"/>
              <a:gd name="connsiteX45" fmla="*/ 3876769 w 5778671"/>
              <a:gd name="connsiteY45" fmla="*/ 2162409 h 2358893"/>
              <a:gd name="connsiteX46" fmla="*/ 3847040 w 5778671"/>
              <a:gd name="connsiteY46" fmla="*/ 2348077 h 2358893"/>
              <a:gd name="connsiteX47" fmla="*/ 3382835 w 5778671"/>
              <a:gd name="connsiteY47" fmla="*/ 2348077 h 2358893"/>
              <a:gd name="connsiteX48" fmla="*/ 3168307 w 5778671"/>
              <a:gd name="connsiteY48" fmla="*/ 1668439 h 2358893"/>
              <a:gd name="connsiteX49" fmla="*/ 3415274 w 5778671"/>
              <a:gd name="connsiteY49" fmla="*/ 1668439 h 2358893"/>
              <a:gd name="connsiteX50" fmla="*/ 3308027 w 5778671"/>
              <a:gd name="connsiteY50" fmla="*/ 2348075 h 2358893"/>
              <a:gd name="connsiteX51" fmla="*/ 3061059 w 5778671"/>
              <a:gd name="connsiteY51" fmla="*/ 2348075 h 2358893"/>
              <a:gd name="connsiteX52" fmla="*/ 2520239 w 5778671"/>
              <a:gd name="connsiteY52" fmla="*/ 1668439 h 2358893"/>
              <a:gd name="connsiteX53" fmla="*/ 2818572 w 5778671"/>
              <a:gd name="connsiteY53" fmla="*/ 1668439 h 2358893"/>
              <a:gd name="connsiteX54" fmla="*/ 3064637 w 5778671"/>
              <a:gd name="connsiteY54" fmla="*/ 1904605 h 2358893"/>
              <a:gd name="connsiteX55" fmla="*/ 2905120 w 5778671"/>
              <a:gd name="connsiteY55" fmla="*/ 2081278 h 2358893"/>
              <a:gd name="connsiteX56" fmla="*/ 2904217 w 5778671"/>
              <a:gd name="connsiteY56" fmla="*/ 2086661 h 2358893"/>
              <a:gd name="connsiteX57" fmla="*/ 2939364 w 5778671"/>
              <a:gd name="connsiteY57" fmla="*/ 2127226 h 2358893"/>
              <a:gd name="connsiteX58" fmla="*/ 3052031 w 5778671"/>
              <a:gd name="connsiteY58" fmla="*/ 2348078 h 2358893"/>
              <a:gd name="connsiteX59" fmla="*/ 2767206 w 5778671"/>
              <a:gd name="connsiteY59" fmla="*/ 2348078 h 2358893"/>
              <a:gd name="connsiteX60" fmla="*/ 2693300 w 5778671"/>
              <a:gd name="connsiteY60" fmla="*/ 2129937 h 2358893"/>
              <a:gd name="connsiteX61" fmla="*/ 2688784 w 5778671"/>
              <a:gd name="connsiteY61" fmla="*/ 2129937 h 2358893"/>
              <a:gd name="connsiteX62" fmla="*/ 2654541 w 5778671"/>
              <a:gd name="connsiteY62" fmla="*/ 2348075 h 2358893"/>
              <a:gd name="connsiteX63" fmla="*/ 2412956 w 5778671"/>
              <a:gd name="connsiteY63" fmla="*/ 2348075 h 2358893"/>
              <a:gd name="connsiteX64" fmla="*/ 1990219 w 5778671"/>
              <a:gd name="connsiteY64" fmla="*/ 1668439 h 2358893"/>
              <a:gd name="connsiteX65" fmla="*/ 2447235 w 5778671"/>
              <a:gd name="connsiteY65" fmla="*/ 1668439 h 2358893"/>
              <a:gd name="connsiteX66" fmla="*/ 2418375 w 5778671"/>
              <a:gd name="connsiteY66" fmla="*/ 1854142 h 2358893"/>
              <a:gd name="connsiteX67" fmla="*/ 2210167 w 5778671"/>
              <a:gd name="connsiteY67" fmla="*/ 1854142 h 2358893"/>
              <a:gd name="connsiteX68" fmla="*/ 2199366 w 5778671"/>
              <a:gd name="connsiteY68" fmla="*/ 1919018 h 2358893"/>
              <a:gd name="connsiteX69" fmla="*/ 2389549 w 5778671"/>
              <a:gd name="connsiteY69" fmla="*/ 1919018 h 2358893"/>
              <a:gd name="connsiteX70" fmla="*/ 2361591 w 5778671"/>
              <a:gd name="connsiteY70" fmla="*/ 2095691 h 2358893"/>
              <a:gd name="connsiteX71" fmla="*/ 2171407 w 5778671"/>
              <a:gd name="connsiteY71" fmla="*/ 2095691 h 2358893"/>
              <a:gd name="connsiteX72" fmla="*/ 2161509 w 5778671"/>
              <a:gd name="connsiteY72" fmla="*/ 2162409 h 2358893"/>
              <a:gd name="connsiteX73" fmla="*/ 2376908 w 5778671"/>
              <a:gd name="connsiteY73" fmla="*/ 2162409 h 2358893"/>
              <a:gd name="connsiteX74" fmla="*/ 2347176 w 5778671"/>
              <a:gd name="connsiteY74" fmla="*/ 2348075 h 2358893"/>
              <a:gd name="connsiteX75" fmla="*/ 1882972 w 5778671"/>
              <a:gd name="connsiteY75" fmla="*/ 2348075 h 2358893"/>
              <a:gd name="connsiteX76" fmla="*/ 1373688 w 5778671"/>
              <a:gd name="connsiteY76" fmla="*/ 1668439 h 2358893"/>
              <a:gd name="connsiteX77" fmla="*/ 1686468 w 5778671"/>
              <a:gd name="connsiteY77" fmla="*/ 1668439 h 2358893"/>
              <a:gd name="connsiteX78" fmla="*/ 1923537 w 5778671"/>
              <a:gd name="connsiteY78" fmla="*/ 1918115 h 2358893"/>
              <a:gd name="connsiteX79" fmla="*/ 1663025 w 5778671"/>
              <a:gd name="connsiteY79" fmla="*/ 2143445 h 2358893"/>
              <a:gd name="connsiteX80" fmla="*/ 1536850 w 5778671"/>
              <a:gd name="connsiteY80" fmla="*/ 2143445 h 2358893"/>
              <a:gd name="connsiteX81" fmla="*/ 1504377 w 5778671"/>
              <a:gd name="connsiteY81" fmla="*/ 2348075 h 2358893"/>
              <a:gd name="connsiteX82" fmla="*/ 1266440 w 5778671"/>
              <a:gd name="connsiteY82" fmla="*/ 2348075 h 2358893"/>
              <a:gd name="connsiteX83" fmla="*/ 1327704 w 5778671"/>
              <a:gd name="connsiteY83" fmla="*/ 1668439 h 2358893"/>
              <a:gd name="connsiteX84" fmla="*/ 1065421 w 5778671"/>
              <a:gd name="connsiteY84" fmla="*/ 1986605 h 2358893"/>
              <a:gd name="connsiteX85" fmla="*/ 1250187 w 5778671"/>
              <a:gd name="connsiteY85" fmla="*/ 2348075 h 2358893"/>
              <a:gd name="connsiteX86" fmla="*/ 968975 w 5778671"/>
              <a:gd name="connsiteY86" fmla="*/ 2348075 h 2358893"/>
              <a:gd name="connsiteX87" fmla="*/ 913997 w 5778671"/>
              <a:gd name="connsiteY87" fmla="*/ 2203841 h 2358893"/>
              <a:gd name="connsiteX88" fmla="*/ 906773 w 5778671"/>
              <a:gd name="connsiteY88" fmla="*/ 2162410 h 2358893"/>
              <a:gd name="connsiteX89" fmla="*/ 899551 w 5778671"/>
              <a:gd name="connsiteY89" fmla="*/ 2162410 h 2358893"/>
              <a:gd name="connsiteX90" fmla="*/ 872531 w 5778671"/>
              <a:gd name="connsiteY90" fmla="*/ 2209261 h 2358893"/>
              <a:gd name="connsiteX91" fmla="*/ 775180 w 5778671"/>
              <a:gd name="connsiteY91" fmla="*/ 2348075 h 2358893"/>
              <a:gd name="connsiteX92" fmla="*/ 493934 w 5778671"/>
              <a:gd name="connsiteY92" fmla="*/ 2348075 h 2358893"/>
              <a:gd name="connsiteX93" fmla="*/ 789593 w 5778671"/>
              <a:gd name="connsiteY93" fmla="*/ 1986605 h 2358893"/>
              <a:gd name="connsiteX94" fmla="*/ 625562 w 5778671"/>
              <a:gd name="connsiteY94" fmla="*/ 1668440 h 2358893"/>
              <a:gd name="connsiteX95" fmla="*/ 904064 w 5778671"/>
              <a:gd name="connsiteY95" fmla="*/ 1668440 h 2358893"/>
              <a:gd name="connsiteX96" fmla="*/ 939211 w 5778671"/>
              <a:gd name="connsiteY96" fmla="*/ 1764886 h 2358893"/>
              <a:gd name="connsiteX97" fmla="*/ 951853 w 5778671"/>
              <a:gd name="connsiteY97" fmla="*/ 1820767 h 2358893"/>
              <a:gd name="connsiteX98" fmla="*/ 957236 w 5778671"/>
              <a:gd name="connsiteY98" fmla="*/ 1820767 h 2358893"/>
              <a:gd name="connsiteX99" fmla="*/ 987000 w 5778671"/>
              <a:gd name="connsiteY99" fmla="*/ 1764886 h 2358893"/>
              <a:gd name="connsiteX100" fmla="*/ 1049201 w 5778671"/>
              <a:gd name="connsiteY100" fmla="*/ 1668440 h 2358893"/>
              <a:gd name="connsiteX101" fmla="*/ 130689 w 5778671"/>
              <a:gd name="connsiteY101" fmla="*/ 1668439 h 2358893"/>
              <a:gd name="connsiteX102" fmla="*/ 587705 w 5778671"/>
              <a:gd name="connsiteY102" fmla="*/ 1668439 h 2358893"/>
              <a:gd name="connsiteX103" fmla="*/ 558845 w 5778671"/>
              <a:gd name="connsiteY103" fmla="*/ 1854142 h 2358893"/>
              <a:gd name="connsiteX104" fmla="*/ 350636 w 5778671"/>
              <a:gd name="connsiteY104" fmla="*/ 1854142 h 2358893"/>
              <a:gd name="connsiteX105" fmla="*/ 339835 w 5778671"/>
              <a:gd name="connsiteY105" fmla="*/ 1919018 h 2358893"/>
              <a:gd name="connsiteX106" fmla="*/ 530018 w 5778671"/>
              <a:gd name="connsiteY106" fmla="*/ 1919018 h 2358893"/>
              <a:gd name="connsiteX107" fmla="*/ 502060 w 5778671"/>
              <a:gd name="connsiteY107" fmla="*/ 2095691 h 2358893"/>
              <a:gd name="connsiteX108" fmla="*/ 311877 w 5778671"/>
              <a:gd name="connsiteY108" fmla="*/ 2095691 h 2358893"/>
              <a:gd name="connsiteX109" fmla="*/ 301979 w 5778671"/>
              <a:gd name="connsiteY109" fmla="*/ 2162409 h 2358893"/>
              <a:gd name="connsiteX110" fmla="*/ 517376 w 5778671"/>
              <a:gd name="connsiteY110" fmla="*/ 2162409 h 2358893"/>
              <a:gd name="connsiteX111" fmla="*/ 487647 w 5778671"/>
              <a:gd name="connsiteY111" fmla="*/ 2348075 h 2358893"/>
              <a:gd name="connsiteX112" fmla="*/ 23442 w 5778671"/>
              <a:gd name="connsiteY112" fmla="*/ 2348075 h 2358893"/>
              <a:gd name="connsiteX113" fmla="*/ 5102646 w 5778671"/>
              <a:gd name="connsiteY113" fmla="*/ 1657639 h 2358893"/>
              <a:gd name="connsiteX114" fmla="*/ 5264002 w 5778671"/>
              <a:gd name="connsiteY114" fmla="*/ 1685562 h 2358893"/>
              <a:gd name="connsiteX115" fmla="*/ 5230627 w 5778671"/>
              <a:gd name="connsiteY115" fmla="*/ 1944267 h 2358893"/>
              <a:gd name="connsiteX116" fmla="*/ 5096325 w 5778671"/>
              <a:gd name="connsiteY116" fmla="*/ 1875744 h 2358893"/>
              <a:gd name="connsiteX117" fmla="*/ 4941289 w 5778671"/>
              <a:gd name="connsiteY117" fmla="*/ 2008275 h 2358893"/>
              <a:gd name="connsiteX118" fmla="*/ 5031655 w 5778671"/>
              <a:gd name="connsiteY118" fmla="*/ 2139050 h 2358893"/>
              <a:gd name="connsiteX119" fmla="*/ 5057566 w 5778671"/>
              <a:gd name="connsiteY119" fmla="*/ 2140736 h 2358893"/>
              <a:gd name="connsiteX120" fmla="*/ 5209893 w 5778671"/>
              <a:gd name="connsiteY120" fmla="*/ 2077666 h 2358893"/>
              <a:gd name="connsiteX121" fmla="*/ 5162139 w 5778671"/>
              <a:gd name="connsiteY121" fmla="*/ 2331823 h 2358893"/>
              <a:gd name="connsiteX122" fmla="*/ 4981854 w 5778671"/>
              <a:gd name="connsiteY122" fmla="*/ 2358878 h 2358893"/>
              <a:gd name="connsiteX123" fmla="*/ 4691612 w 5778671"/>
              <a:gd name="connsiteY123" fmla="*/ 2014561 h 2358893"/>
              <a:gd name="connsiteX124" fmla="*/ 5102646 w 5778671"/>
              <a:gd name="connsiteY124" fmla="*/ 1657639 h 2358893"/>
              <a:gd name="connsiteX125" fmla="*/ 2968225 w 5778671"/>
              <a:gd name="connsiteY125" fmla="*/ 1065938 h 2358893"/>
              <a:gd name="connsiteX126" fmla="*/ 2889805 w 5778671"/>
              <a:gd name="connsiteY126" fmla="*/ 1273243 h 2358893"/>
              <a:gd name="connsiteX127" fmla="*/ 2988959 w 5778671"/>
              <a:gd name="connsiteY127" fmla="*/ 1273242 h 2358893"/>
              <a:gd name="connsiteX128" fmla="*/ 2979026 w 5778671"/>
              <a:gd name="connsiteY128" fmla="*/ 1153354 h 2358893"/>
              <a:gd name="connsiteX129" fmla="*/ 2977255 w 5778671"/>
              <a:gd name="connsiteY129" fmla="*/ 1065938 h 2358893"/>
              <a:gd name="connsiteX130" fmla="*/ 349734 w 5778671"/>
              <a:gd name="connsiteY130" fmla="*/ 1052427 h 2358893"/>
              <a:gd name="connsiteX131" fmla="*/ 308267 w 5778671"/>
              <a:gd name="connsiteY131" fmla="*/ 1315614 h 2358893"/>
              <a:gd name="connsiteX132" fmla="*/ 323582 w 5778671"/>
              <a:gd name="connsiteY132" fmla="*/ 1315614 h 2358893"/>
              <a:gd name="connsiteX133" fmla="*/ 488551 w 5778671"/>
              <a:gd name="connsiteY133" fmla="*/ 1188535 h 2358893"/>
              <a:gd name="connsiteX134" fmla="*/ 365051 w 5778671"/>
              <a:gd name="connsiteY134" fmla="*/ 1052427 h 2358893"/>
              <a:gd name="connsiteX135" fmla="*/ 3399992 w 5778671"/>
              <a:gd name="connsiteY135" fmla="*/ 839704 h 2358893"/>
              <a:gd name="connsiteX136" fmla="*/ 3646959 w 5778671"/>
              <a:gd name="connsiteY136" fmla="*/ 839704 h 2358893"/>
              <a:gd name="connsiteX137" fmla="*/ 3573956 w 5778671"/>
              <a:gd name="connsiteY137" fmla="*/ 1301201 h 2358893"/>
              <a:gd name="connsiteX138" fmla="*/ 3781261 w 5778671"/>
              <a:gd name="connsiteY138" fmla="*/ 1301201 h 2358893"/>
              <a:gd name="connsiteX139" fmla="*/ 3747017 w 5778671"/>
              <a:gd name="connsiteY139" fmla="*/ 1519342 h 2358893"/>
              <a:gd name="connsiteX140" fmla="*/ 3292710 w 5778671"/>
              <a:gd name="connsiteY140" fmla="*/ 1519342 h 2358893"/>
              <a:gd name="connsiteX141" fmla="*/ 2869070 w 5778671"/>
              <a:gd name="connsiteY141" fmla="*/ 839704 h 2358893"/>
              <a:gd name="connsiteX142" fmla="*/ 3142190 w 5778671"/>
              <a:gd name="connsiteY142" fmla="*/ 839704 h 2358893"/>
              <a:gd name="connsiteX143" fmla="*/ 3277395 w 5778671"/>
              <a:gd name="connsiteY143" fmla="*/ 1519342 h 2358893"/>
              <a:gd name="connsiteX144" fmla="*/ 3016014 w 5778671"/>
              <a:gd name="connsiteY144" fmla="*/ 1519342 h 2358893"/>
              <a:gd name="connsiteX145" fmla="*/ 3006984 w 5778671"/>
              <a:gd name="connsiteY145" fmla="*/ 1434599 h 2358893"/>
              <a:gd name="connsiteX146" fmla="*/ 2820413 w 5778671"/>
              <a:gd name="connsiteY146" fmla="*/ 1434599 h 2358893"/>
              <a:gd name="connsiteX147" fmla="*/ 2787037 w 5778671"/>
              <a:gd name="connsiteY147" fmla="*/ 1519342 h 2358893"/>
              <a:gd name="connsiteX148" fmla="*/ 2525657 w 5778671"/>
              <a:gd name="connsiteY148" fmla="*/ 1519342 h 2358893"/>
              <a:gd name="connsiteX149" fmla="*/ 2218294 w 5778671"/>
              <a:gd name="connsiteY149" fmla="*/ 839704 h 2358893"/>
              <a:gd name="connsiteX150" fmla="*/ 2737477 w 5778671"/>
              <a:gd name="connsiteY150" fmla="*/ 839704 h 2358893"/>
              <a:gd name="connsiteX151" fmla="*/ 2703199 w 5778671"/>
              <a:gd name="connsiteY151" fmla="*/ 1060520 h 2358893"/>
              <a:gd name="connsiteX152" fmla="*/ 2568029 w 5778671"/>
              <a:gd name="connsiteY152" fmla="*/ 1054233 h 2358893"/>
              <a:gd name="connsiteX153" fmla="*/ 2494088 w 5778671"/>
              <a:gd name="connsiteY153" fmla="*/ 1519342 h 2358893"/>
              <a:gd name="connsiteX154" fmla="*/ 2247120 w 5778671"/>
              <a:gd name="connsiteY154" fmla="*/ 1519342 h 2358893"/>
              <a:gd name="connsiteX155" fmla="*/ 2321026 w 5778671"/>
              <a:gd name="connsiteY155" fmla="*/ 1054233 h 2358893"/>
              <a:gd name="connsiteX156" fmla="*/ 2184015 w 5778671"/>
              <a:gd name="connsiteY156" fmla="*/ 1060519 h 2358893"/>
              <a:gd name="connsiteX157" fmla="*/ 1939757 w 5778671"/>
              <a:gd name="connsiteY157" fmla="*/ 839704 h 2358893"/>
              <a:gd name="connsiteX158" fmla="*/ 2186723 w 5778671"/>
              <a:gd name="connsiteY158" fmla="*/ 839704 h 2358893"/>
              <a:gd name="connsiteX159" fmla="*/ 2079476 w 5778671"/>
              <a:gd name="connsiteY159" fmla="*/ 1519342 h 2358893"/>
              <a:gd name="connsiteX160" fmla="*/ 1832509 w 5778671"/>
              <a:gd name="connsiteY160" fmla="*/ 1519342 h 2358893"/>
              <a:gd name="connsiteX161" fmla="*/ 845509 w 5778671"/>
              <a:gd name="connsiteY161" fmla="*/ 839704 h 2358893"/>
              <a:gd name="connsiteX162" fmla="*/ 1092476 w 5778671"/>
              <a:gd name="connsiteY162" fmla="*/ 839704 h 2358893"/>
              <a:gd name="connsiteX163" fmla="*/ 985194 w 5778671"/>
              <a:gd name="connsiteY163" fmla="*/ 1519342 h 2358893"/>
              <a:gd name="connsiteX164" fmla="*/ 738227 w 5778671"/>
              <a:gd name="connsiteY164" fmla="*/ 1519342 h 2358893"/>
              <a:gd name="connsiteX165" fmla="*/ 136107 w 5778671"/>
              <a:gd name="connsiteY165" fmla="*/ 839704 h 2358893"/>
              <a:gd name="connsiteX166" fmla="*/ 387590 w 5778671"/>
              <a:gd name="connsiteY166" fmla="*/ 839704 h 2358893"/>
              <a:gd name="connsiteX167" fmla="*/ 735518 w 5778671"/>
              <a:gd name="connsiteY167" fmla="*/ 1189439 h 2358893"/>
              <a:gd name="connsiteX168" fmla="*/ 341607 w 5778671"/>
              <a:gd name="connsiteY168" fmla="*/ 1519342 h 2358893"/>
              <a:gd name="connsiteX169" fmla="*/ 28860 w 5778671"/>
              <a:gd name="connsiteY169" fmla="*/ 1519342 h 2358893"/>
              <a:gd name="connsiteX170" fmla="*/ 1522401 w 5778671"/>
              <a:gd name="connsiteY170" fmla="*/ 828886 h 2358893"/>
              <a:gd name="connsiteX171" fmla="*/ 1828896 w 5778671"/>
              <a:gd name="connsiteY171" fmla="*/ 1003736 h 2358893"/>
              <a:gd name="connsiteX172" fmla="*/ 1584603 w 5778671"/>
              <a:gd name="connsiteY172" fmla="*/ 1088478 h 2358893"/>
              <a:gd name="connsiteX173" fmla="*/ 1498993 w 5778671"/>
              <a:gd name="connsiteY173" fmla="*/ 1036192 h 2358893"/>
              <a:gd name="connsiteX174" fmla="*/ 1336733 w 5778671"/>
              <a:gd name="connsiteY174" fmla="*/ 1193919 h 2358893"/>
              <a:gd name="connsiteX175" fmla="*/ 1441306 w 5778671"/>
              <a:gd name="connsiteY175" fmla="*/ 1339057 h 2358893"/>
              <a:gd name="connsiteX176" fmla="*/ 1550359 w 5778671"/>
              <a:gd name="connsiteY176" fmla="*/ 1279564 h 2358893"/>
              <a:gd name="connsiteX177" fmla="*/ 1438599 w 5778671"/>
              <a:gd name="connsiteY177" fmla="*/ 1279564 h 2358893"/>
              <a:gd name="connsiteX178" fmla="*/ 1463849 w 5778671"/>
              <a:gd name="connsiteY178" fmla="*/ 1119110 h 2358893"/>
              <a:gd name="connsiteX179" fmla="*/ 1845117 w 5778671"/>
              <a:gd name="connsiteY179" fmla="*/ 1119110 h 2358893"/>
              <a:gd name="connsiteX180" fmla="*/ 1717101 w 5778671"/>
              <a:gd name="connsiteY180" fmla="*/ 1409351 h 2358893"/>
              <a:gd name="connsiteX181" fmla="*/ 1409738 w 5778671"/>
              <a:gd name="connsiteY181" fmla="*/ 1530143 h 2358893"/>
              <a:gd name="connsiteX182" fmla="*/ 1089767 w 5778671"/>
              <a:gd name="connsiteY182" fmla="*/ 1184021 h 2358893"/>
              <a:gd name="connsiteX183" fmla="*/ 1522401 w 5778671"/>
              <a:gd name="connsiteY183" fmla="*/ 828886 h 2358893"/>
              <a:gd name="connsiteX184" fmla="*/ 1023953 w 5778671"/>
              <a:gd name="connsiteY184" fmla="*/ 218275 h 2358893"/>
              <a:gd name="connsiteX185" fmla="*/ 877044 w 5778671"/>
              <a:gd name="connsiteY185" fmla="*/ 348062 h 2358893"/>
              <a:gd name="connsiteX186" fmla="*/ 976199 w 5778671"/>
              <a:gd name="connsiteY186" fmla="*/ 483267 h 2358893"/>
              <a:gd name="connsiteX187" fmla="*/ 1005025 w 5778671"/>
              <a:gd name="connsiteY187" fmla="*/ 480576 h 2358893"/>
              <a:gd name="connsiteX188" fmla="*/ 958173 w 5778671"/>
              <a:gd name="connsiteY188" fmla="*/ 417488 h 2358893"/>
              <a:gd name="connsiteX189" fmla="*/ 1115884 w 5778671"/>
              <a:gd name="connsiteY189" fmla="*/ 388627 h 2358893"/>
              <a:gd name="connsiteX190" fmla="*/ 1129429 w 5778671"/>
              <a:gd name="connsiteY190" fmla="*/ 350771 h 2358893"/>
              <a:gd name="connsiteX191" fmla="*/ 1023953 w 5778671"/>
              <a:gd name="connsiteY191" fmla="*/ 218275 h 2358893"/>
              <a:gd name="connsiteX192" fmla="*/ 1980322 w 5778671"/>
              <a:gd name="connsiteY192" fmla="*/ 10970 h 2358893"/>
              <a:gd name="connsiteX193" fmla="*/ 2227289 w 5778671"/>
              <a:gd name="connsiteY193" fmla="*/ 10970 h 2358893"/>
              <a:gd name="connsiteX194" fmla="*/ 2120007 w 5778671"/>
              <a:gd name="connsiteY194" fmla="*/ 690590 h 2358893"/>
              <a:gd name="connsiteX195" fmla="*/ 1873040 w 5778671"/>
              <a:gd name="connsiteY195" fmla="*/ 690590 h 2358893"/>
              <a:gd name="connsiteX196" fmla="*/ 1492673 w 5778671"/>
              <a:gd name="connsiteY196" fmla="*/ 10970 h 2358893"/>
              <a:gd name="connsiteX197" fmla="*/ 1739640 w 5778671"/>
              <a:gd name="connsiteY197" fmla="*/ 10970 h 2358893"/>
              <a:gd name="connsiteX198" fmla="*/ 1666637 w 5778671"/>
              <a:gd name="connsiteY198" fmla="*/ 472466 h 2358893"/>
              <a:gd name="connsiteX199" fmla="*/ 1873942 w 5778671"/>
              <a:gd name="connsiteY199" fmla="*/ 472466 h 2358893"/>
              <a:gd name="connsiteX200" fmla="*/ 1839698 w 5778671"/>
              <a:gd name="connsiteY200" fmla="*/ 690590 h 2358893"/>
              <a:gd name="connsiteX201" fmla="*/ 1385426 w 5778671"/>
              <a:gd name="connsiteY201" fmla="*/ 690590 h 2358893"/>
              <a:gd name="connsiteX202" fmla="*/ 1058197 w 5778671"/>
              <a:gd name="connsiteY202" fmla="*/ 151 h 2358893"/>
              <a:gd name="connsiteX203" fmla="*/ 1377299 w 5778671"/>
              <a:gd name="connsiteY203" fmla="*/ 352577 h 2358893"/>
              <a:gd name="connsiteX204" fmla="*/ 1282659 w 5778671"/>
              <a:gd name="connsiteY204" fmla="*/ 558094 h 2358893"/>
              <a:gd name="connsiteX205" fmla="*/ 1365560 w 5778671"/>
              <a:gd name="connsiteY205" fmla="*/ 668953 h 2358893"/>
              <a:gd name="connsiteX206" fmla="*/ 1159158 w 5778671"/>
              <a:gd name="connsiteY206" fmla="*/ 750083 h 2358893"/>
              <a:gd name="connsiteX207" fmla="*/ 1124011 w 5778671"/>
              <a:gd name="connsiteY207" fmla="*/ 667164 h 2358893"/>
              <a:gd name="connsiteX208" fmla="*/ 933828 w 5778671"/>
              <a:gd name="connsiteY208" fmla="*/ 701408 h 2358893"/>
              <a:gd name="connsiteX209" fmla="*/ 627367 w 5778671"/>
              <a:gd name="connsiteY209" fmla="*/ 352577 h 2358893"/>
              <a:gd name="connsiteX210" fmla="*/ 1058197 w 5778671"/>
              <a:gd name="connsiteY210" fmla="*/ 151 h 2358893"/>
              <a:gd name="connsiteX211" fmla="*/ 419125 w 5778671"/>
              <a:gd name="connsiteY211" fmla="*/ 151 h 2358893"/>
              <a:gd name="connsiteX212" fmla="*/ 625562 w 5778671"/>
              <a:gd name="connsiteY212" fmla="*/ 59627 h 2358893"/>
              <a:gd name="connsiteX213" fmla="*/ 530922 w 5778671"/>
              <a:gd name="connsiteY213" fmla="*/ 233592 h 2358893"/>
              <a:gd name="connsiteX214" fmla="*/ 395719 w 5778671"/>
              <a:gd name="connsiteY214" fmla="*/ 182225 h 2358893"/>
              <a:gd name="connsiteX215" fmla="*/ 337129 w 5778671"/>
              <a:gd name="connsiteY215" fmla="*/ 218275 h 2358893"/>
              <a:gd name="connsiteX216" fmla="*/ 381271 w 5778671"/>
              <a:gd name="connsiteY216" fmla="*/ 251616 h 2358893"/>
              <a:gd name="connsiteX217" fmla="*/ 435381 w 5778671"/>
              <a:gd name="connsiteY217" fmla="*/ 264258 h 2358893"/>
              <a:gd name="connsiteX218" fmla="*/ 584998 w 5778671"/>
              <a:gd name="connsiteY218" fmla="*/ 458939 h 2358893"/>
              <a:gd name="connsiteX219" fmla="*/ 251483 w 5778671"/>
              <a:gd name="connsiteY219" fmla="*/ 701408 h 2358893"/>
              <a:gd name="connsiteX220" fmla="*/ 0 w 5778671"/>
              <a:gd name="connsiteY220" fmla="*/ 639206 h 2358893"/>
              <a:gd name="connsiteX221" fmla="*/ 106379 w 5778671"/>
              <a:gd name="connsiteY221" fmla="*/ 447217 h 2358893"/>
              <a:gd name="connsiteX222" fmla="*/ 117180 w 5778671"/>
              <a:gd name="connsiteY222" fmla="*/ 457150 h 2358893"/>
              <a:gd name="connsiteX223" fmla="*/ 261415 w 5778671"/>
              <a:gd name="connsiteY223" fmla="*/ 519335 h 2358893"/>
              <a:gd name="connsiteX224" fmla="*/ 330806 w 5778671"/>
              <a:gd name="connsiteY224" fmla="*/ 478770 h 2358893"/>
              <a:gd name="connsiteX225" fmla="*/ 282149 w 5778671"/>
              <a:gd name="connsiteY225" fmla="*/ 440913 h 2358893"/>
              <a:gd name="connsiteX226" fmla="*/ 233457 w 5778671"/>
              <a:gd name="connsiteY226" fmla="*/ 431901 h 2358893"/>
              <a:gd name="connsiteX227" fmla="*/ 84742 w 5778671"/>
              <a:gd name="connsiteY227" fmla="*/ 251616 h 2358893"/>
              <a:gd name="connsiteX228" fmla="*/ 419125 w 5778671"/>
              <a:gd name="connsiteY228" fmla="*/ 151 h 2358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</a:cxnLst>
            <a:rect l="l" t="t" r="r" b="b"/>
            <a:pathLst>
              <a:path w="5778671" h="2358893">
                <a:moveTo>
                  <a:pt x="2732962" y="1854142"/>
                </a:moveTo>
                <a:lnTo>
                  <a:pt x="2714937" y="1969516"/>
                </a:lnTo>
                <a:lnTo>
                  <a:pt x="2732059" y="1969516"/>
                </a:lnTo>
                <a:cubicBezTo>
                  <a:pt x="2772624" y="1969516"/>
                  <a:pt x="2814057" y="1963195"/>
                  <a:pt x="2822184" y="1912697"/>
                </a:cubicBezTo>
                <a:cubicBezTo>
                  <a:pt x="2830311" y="1860428"/>
                  <a:pt x="2794261" y="1854142"/>
                  <a:pt x="2751890" y="1854142"/>
                </a:cubicBezTo>
                <a:close/>
                <a:moveTo>
                  <a:pt x="1582799" y="1854142"/>
                </a:moveTo>
                <a:lnTo>
                  <a:pt x="1563871" y="1972190"/>
                </a:lnTo>
                <a:lnTo>
                  <a:pt x="1588217" y="1972190"/>
                </a:lnTo>
                <a:cubicBezTo>
                  <a:pt x="1631491" y="1972190"/>
                  <a:pt x="1679245" y="1965001"/>
                  <a:pt x="1688275" y="1909989"/>
                </a:cubicBezTo>
                <a:cubicBezTo>
                  <a:pt x="1696367" y="1856816"/>
                  <a:pt x="1646808" y="1854142"/>
                  <a:pt x="1606242" y="1854142"/>
                </a:cubicBezTo>
                <a:close/>
                <a:moveTo>
                  <a:pt x="5321655" y="1668439"/>
                </a:moveTo>
                <a:lnTo>
                  <a:pt x="5778671" y="1668439"/>
                </a:lnTo>
                <a:lnTo>
                  <a:pt x="5749810" y="1854142"/>
                </a:lnTo>
                <a:lnTo>
                  <a:pt x="5541602" y="1854142"/>
                </a:lnTo>
                <a:lnTo>
                  <a:pt x="5530801" y="1919018"/>
                </a:lnTo>
                <a:lnTo>
                  <a:pt x="5720984" y="1919018"/>
                </a:lnTo>
                <a:lnTo>
                  <a:pt x="5693026" y="2095691"/>
                </a:lnTo>
                <a:lnTo>
                  <a:pt x="5502843" y="2095691"/>
                </a:lnTo>
                <a:lnTo>
                  <a:pt x="5492945" y="2162409"/>
                </a:lnTo>
                <a:lnTo>
                  <a:pt x="5708342" y="2162409"/>
                </a:lnTo>
                <a:lnTo>
                  <a:pt x="5678613" y="2348077"/>
                </a:lnTo>
                <a:lnTo>
                  <a:pt x="5214408" y="2348077"/>
                </a:lnTo>
                <a:close/>
                <a:moveTo>
                  <a:pt x="4016489" y="1668439"/>
                </a:moveTo>
                <a:lnTo>
                  <a:pt x="4253558" y="1668439"/>
                </a:lnTo>
                <a:lnTo>
                  <a:pt x="4415818" y="2045228"/>
                </a:lnTo>
                <a:lnTo>
                  <a:pt x="4423007" y="2045228"/>
                </a:lnTo>
                <a:cubicBezTo>
                  <a:pt x="4420020" y="1987430"/>
                  <a:pt x="4422438" y="1929480"/>
                  <a:pt x="4430231" y="1872132"/>
                </a:cubicBezTo>
                <a:lnTo>
                  <a:pt x="4461766" y="1668439"/>
                </a:lnTo>
                <a:lnTo>
                  <a:pt x="4697932" y="1668439"/>
                </a:lnTo>
                <a:lnTo>
                  <a:pt x="4590685" y="2348075"/>
                </a:lnTo>
                <a:lnTo>
                  <a:pt x="4354519" y="2348075"/>
                </a:lnTo>
                <a:lnTo>
                  <a:pt x="4194065" y="1991117"/>
                </a:lnTo>
                <a:lnTo>
                  <a:pt x="4186876" y="1991117"/>
                </a:lnTo>
                <a:cubicBezTo>
                  <a:pt x="4188420" y="2036583"/>
                  <a:pt x="4186306" y="2082099"/>
                  <a:pt x="4180555" y="2127226"/>
                </a:cubicBezTo>
                <a:lnTo>
                  <a:pt x="4145408" y="2348077"/>
                </a:lnTo>
                <a:lnTo>
                  <a:pt x="3909242" y="2348077"/>
                </a:lnTo>
                <a:close/>
                <a:moveTo>
                  <a:pt x="3490082" y="1668439"/>
                </a:moveTo>
                <a:lnTo>
                  <a:pt x="3947098" y="1668439"/>
                </a:lnTo>
                <a:lnTo>
                  <a:pt x="3918237" y="1854142"/>
                </a:lnTo>
                <a:lnTo>
                  <a:pt x="3710029" y="1854142"/>
                </a:lnTo>
                <a:lnTo>
                  <a:pt x="3699228" y="1919018"/>
                </a:lnTo>
                <a:lnTo>
                  <a:pt x="3889411" y="1919018"/>
                </a:lnTo>
                <a:lnTo>
                  <a:pt x="3861453" y="2095691"/>
                </a:lnTo>
                <a:lnTo>
                  <a:pt x="3671270" y="2095691"/>
                </a:lnTo>
                <a:lnTo>
                  <a:pt x="3661372" y="2162409"/>
                </a:lnTo>
                <a:lnTo>
                  <a:pt x="3876769" y="2162409"/>
                </a:lnTo>
                <a:lnTo>
                  <a:pt x="3847040" y="2348077"/>
                </a:lnTo>
                <a:lnTo>
                  <a:pt x="3382835" y="2348077"/>
                </a:lnTo>
                <a:close/>
                <a:moveTo>
                  <a:pt x="3168307" y="1668439"/>
                </a:moveTo>
                <a:lnTo>
                  <a:pt x="3415274" y="1668439"/>
                </a:lnTo>
                <a:lnTo>
                  <a:pt x="3308027" y="2348075"/>
                </a:lnTo>
                <a:lnTo>
                  <a:pt x="3061059" y="2348075"/>
                </a:lnTo>
                <a:close/>
                <a:moveTo>
                  <a:pt x="2520239" y="1668439"/>
                </a:moveTo>
                <a:lnTo>
                  <a:pt x="2818572" y="1668439"/>
                </a:lnTo>
                <a:cubicBezTo>
                  <a:pt x="2971802" y="1668439"/>
                  <a:pt x="3091691" y="1733350"/>
                  <a:pt x="3064637" y="1904605"/>
                </a:cubicBezTo>
                <a:cubicBezTo>
                  <a:pt x="3048419" y="2007372"/>
                  <a:pt x="3001566" y="2050611"/>
                  <a:pt x="2905120" y="2081278"/>
                </a:cubicBezTo>
                <a:lnTo>
                  <a:pt x="2904217" y="2086661"/>
                </a:lnTo>
                <a:cubicBezTo>
                  <a:pt x="2918311" y="2097924"/>
                  <a:pt x="2930223" y="2111672"/>
                  <a:pt x="2939364" y="2127226"/>
                </a:cubicBezTo>
                <a:lnTo>
                  <a:pt x="3052031" y="2348078"/>
                </a:lnTo>
                <a:lnTo>
                  <a:pt x="2767206" y="2348078"/>
                </a:lnTo>
                <a:lnTo>
                  <a:pt x="2693300" y="2129937"/>
                </a:lnTo>
                <a:lnTo>
                  <a:pt x="2688784" y="2129937"/>
                </a:lnTo>
                <a:lnTo>
                  <a:pt x="2654541" y="2348075"/>
                </a:lnTo>
                <a:lnTo>
                  <a:pt x="2412956" y="2348075"/>
                </a:lnTo>
                <a:close/>
                <a:moveTo>
                  <a:pt x="1990219" y="1668439"/>
                </a:moveTo>
                <a:lnTo>
                  <a:pt x="2447235" y="1668439"/>
                </a:lnTo>
                <a:lnTo>
                  <a:pt x="2418375" y="1854142"/>
                </a:lnTo>
                <a:lnTo>
                  <a:pt x="2210167" y="1854142"/>
                </a:lnTo>
                <a:lnTo>
                  <a:pt x="2199366" y="1919018"/>
                </a:lnTo>
                <a:lnTo>
                  <a:pt x="2389549" y="1919018"/>
                </a:lnTo>
                <a:lnTo>
                  <a:pt x="2361591" y="2095691"/>
                </a:lnTo>
                <a:lnTo>
                  <a:pt x="2171407" y="2095691"/>
                </a:lnTo>
                <a:lnTo>
                  <a:pt x="2161509" y="2162409"/>
                </a:lnTo>
                <a:lnTo>
                  <a:pt x="2376908" y="2162409"/>
                </a:lnTo>
                <a:lnTo>
                  <a:pt x="2347176" y="2348075"/>
                </a:lnTo>
                <a:lnTo>
                  <a:pt x="1882972" y="2348075"/>
                </a:lnTo>
                <a:close/>
                <a:moveTo>
                  <a:pt x="1373688" y="1668439"/>
                </a:moveTo>
                <a:lnTo>
                  <a:pt x="1686468" y="1668439"/>
                </a:lnTo>
                <a:cubicBezTo>
                  <a:pt x="1845117" y="1668439"/>
                  <a:pt x="1949655" y="1749569"/>
                  <a:pt x="1923537" y="1918115"/>
                </a:cubicBezTo>
                <a:cubicBezTo>
                  <a:pt x="1909143" y="2049876"/>
                  <a:pt x="1795485" y="2148185"/>
                  <a:pt x="1663025" y="2143445"/>
                </a:cubicBezTo>
                <a:lnTo>
                  <a:pt x="1536850" y="2143445"/>
                </a:lnTo>
                <a:lnTo>
                  <a:pt x="1504377" y="2348075"/>
                </a:lnTo>
                <a:lnTo>
                  <a:pt x="1266440" y="2348075"/>
                </a:lnTo>
                <a:close/>
                <a:moveTo>
                  <a:pt x="1327704" y="1668439"/>
                </a:moveTo>
                <a:lnTo>
                  <a:pt x="1065421" y="1986605"/>
                </a:lnTo>
                <a:lnTo>
                  <a:pt x="1250187" y="2348075"/>
                </a:lnTo>
                <a:lnTo>
                  <a:pt x="968975" y="2348075"/>
                </a:lnTo>
                <a:lnTo>
                  <a:pt x="913997" y="2203841"/>
                </a:lnTo>
                <a:cubicBezTo>
                  <a:pt x="909338" y="2190519"/>
                  <a:pt x="906898" y="2176522"/>
                  <a:pt x="906773" y="2162410"/>
                </a:cubicBezTo>
                <a:lnTo>
                  <a:pt x="899551" y="2162410"/>
                </a:lnTo>
                <a:cubicBezTo>
                  <a:pt x="892110" y="2178878"/>
                  <a:pt x="883059" y="2194572"/>
                  <a:pt x="872531" y="2209261"/>
                </a:cubicBezTo>
                <a:lnTo>
                  <a:pt x="775180" y="2348075"/>
                </a:lnTo>
                <a:lnTo>
                  <a:pt x="493934" y="2348075"/>
                </a:lnTo>
                <a:lnTo>
                  <a:pt x="789593" y="1986605"/>
                </a:lnTo>
                <a:lnTo>
                  <a:pt x="625562" y="1668440"/>
                </a:lnTo>
                <a:lnTo>
                  <a:pt x="904064" y="1668440"/>
                </a:lnTo>
                <a:lnTo>
                  <a:pt x="939211" y="1764886"/>
                </a:lnTo>
                <a:cubicBezTo>
                  <a:pt x="945655" y="1782938"/>
                  <a:pt x="949899" y="1801700"/>
                  <a:pt x="951853" y="1820767"/>
                </a:cubicBezTo>
                <a:lnTo>
                  <a:pt x="957236" y="1820767"/>
                </a:lnTo>
                <a:cubicBezTo>
                  <a:pt x="964991" y="1801065"/>
                  <a:pt x="974977" y="1782316"/>
                  <a:pt x="987000" y="1764886"/>
                </a:cubicBezTo>
                <a:lnTo>
                  <a:pt x="1049201" y="1668440"/>
                </a:lnTo>
                <a:close/>
                <a:moveTo>
                  <a:pt x="130689" y="1668439"/>
                </a:moveTo>
                <a:lnTo>
                  <a:pt x="587705" y="1668439"/>
                </a:lnTo>
                <a:lnTo>
                  <a:pt x="558845" y="1854142"/>
                </a:lnTo>
                <a:lnTo>
                  <a:pt x="350636" y="1854142"/>
                </a:lnTo>
                <a:lnTo>
                  <a:pt x="339835" y="1919018"/>
                </a:lnTo>
                <a:lnTo>
                  <a:pt x="530018" y="1919018"/>
                </a:lnTo>
                <a:lnTo>
                  <a:pt x="502060" y="2095691"/>
                </a:lnTo>
                <a:lnTo>
                  <a:pt x="311877" y="2095691"/>
                </a:lnTo>
                <a:lnTo>
                  <a:pt x="301979" y="2162409"/>
                </a:lnTo>
                <a:lnTo>
                  <a:pt x="517376" y="2162409"/>
                </a:lnTo>
                <a:lnTo>
                  <a:pt x="487647" y="2348075"/>
                </a:lnTo>
                <a:lnTo>
                  <a:pt x="23442" y="2348075"/>
                </a:lnTo>
                <a:close/>
                <a:moveTo>
                  <a:pt x="5102646" y="1657639"/>
                </a:moveTo>
                <a:cubicBezTo>
                  <a:pt x="5157643" y="1657519"/>
                  <a:pt x="5212243" y="1666967"/>
                  <a:pt x="5264002" y="1685562"/>
                </a:cubicBezTo>
                <a:lnTo>
                  <a:pt x="5230627" y="1944267"/>
                </a:lnTo>
                <a:cubicBezTo>
                  <a:pt x="5197600" y="1903416"/>
                  <a:pt x="5148783" y="1878509"/>
                  <a:pt x="5096325" y="1875744"/>
                </a:cubicBezTo>
                <a:cubicBezTo>
                  <a:pt x="5019782" y="1877633"/>
                  <a:pt x="4955062" y="1932958"/>
                  <a:pt x="4941289" y="2008275"/>
                </a:cubicBezTo>
                <a:cubicBezTo>
                  <a:pt x="4930130" y="2069341"/>
                  <a:pt x="4970588" y="2127891"/>
                  <a:pt x="5031655" y="2139050"/>
                </a:cubicBezTo>
                <a:cubicBezTo>
                  <a:pt x="5040198" y="2140611"/>
                  <a:pt x="5048892" y="2141177"/>
                  <a:pt x="5057566" y="2140736"/>
                </a:cubicBezTo>
                <a:cubicBezTo>
                  <a:pt x="5114308" y="2138875"/>
                  <a:pt x="5168442" y="2116461"/>
                  <a:pt x="5209893" y="2077666"/>
                </a:cubicBezTo>
                <a:lnTo>
                  <a:pt x="5162139" y="2331823"/>
                </a:lnTo>
                <a:cubicBezTo>
                  <a:pt x="5103823" y="2350191"/>
                  <a:pt x="5042992" y="2359320"/>
                  <a:pt x="4981854" y="2358878"/>
                </a:cubicBezTo>
                <a:cubicBezTo>
                  <a:pt x="4788058" y="2358877"/>
                  <a:pt x="4660980" y="2208356"/>
                  <a:pt x="4691612" y="2014561"/>
                </a:cubicBezTo>
                <a:cubicBezTo>
                  <a:pt x="4725705" y="1812638"/>
                  <a:pt x="4897937" y="1663080"/>
                  <a:pt x="5102646" y="1657639"/>
                </a:cubicBezTo>
                <a:close/>
                <a:moveTo>
                  <a:pt x="2968225" y="1065938"/>
                </a:moveTo>
                <a:lnTo>
                  <a:pt x="2889805" y="1273243"/>
                </a:lnTo>
                <a:lnTo>
                  <a:pt x="2988959" y="1273242"/>
                </a:lnTo>
                <a:lnTo>
                  <a:pt x="2979026" y="1153354"/>
                </a:lnTo>
                <a:cubicBezTo>
                  <a:pt x="2976352" y="1124527"/>
                  <a:pt x="2977255" y="1094798"/>
                  <a:pt x="2977255" y="1065938"/>
                </a:cubicBezTo>
                <a:close/>
                <a:moveTo>
                  <a:pt x="349734" y="1052427"/>
                </a:moveTo>
                <a:lnTo>
                  <a:pt x="308267" y="1315614"/>
                </a:lnTo>
                <a:lnTo>
                  <a:pt x="323582" y="1315614"/>
                </a:lnTo>
                <a:cubicBezTo>
                  <a:pt x="405615" y="1315614"/>
                  <a:pt x="474138" y="1277758"/>
                  <a:pt x="488551" y="1188535"/>
                </a:cubicBezTo>
                <a:cubicBezTo>
                  <a:pt x="503868" y="1092992"/>
                  <a:pt x="455210" y="1052427"/>
                  <a:pt x="365051" y="1052427"/>
                </a:cubicBezTo>
                <a:close/>
                <a:moveTo>
                  <a:pt x="3399992" y="839704"/>
                </a:moveTo>
                <a:lnTo>
                  <a:pt x="3646959" y="839704"/>
                </a:lnTo>
                <a:lnTo>
                  <a:pt x="3573956" y="1301201"/>
                </a:lnTo>
                <a:lnTo>
                  <a:pt x="3781261" y="1301201"/>
                </a:lnTo>
                <a:lnTo>
                  <a:pt x="3747017" y="1519342"/>
                </a:lnTo>
                <a:lnTo>
                  <a:pt x="3292710" y="1519342"/>
                </a:lnTo>
                <a:close/>
                <a:moveTo>
                  <a:pt x="2869070" y="839704"/>
                </a:moveTo>
                <a:lnTo>
                  <a:pt x="3142190" y="839704"/>
                </a:lnTo>
                <a:lnTo>
                  <a:pt x="3277395" y="1519342"/>
                </a:lnTo>
                <a:lnTo>
                  <a:pt x="3016014" y="1519342"/>
                </a:lnTo>
                <a:lnTo>
                  <a:pt x="3006984" y="1434599"/>
                </a:lnTo>
                <a:lnTo>
                  <a:pt x="2820413" y="1434599"/>
                </a:lnTo>
                <a:lnTo>
                  <a:pt x="2787037" y="1519342"/>
                </a:lnTo>
                <a:lnTo>
                  <a:pt x="2525657" y="1519342"/>
                </a:lnTo>
                <a:close/>
                <a:moveTo>
                  <a:pt x="2218294" y="839704"/>
                </a:moveTo>
                <a:lnTo>
                  <a:pt x="2737477" y="839704"/>
                </a:lnTo>
                <a:lnTo>
                  <a:pt x="2703199" y="1060520"/>
                </a:lnTo>
                <a:lnTo>
                  <a:pt x="2568029" y="1054233"/>
                </a:lnTo>
                <a:lnTo>
                  <a:pt x="2494088" y="1519342"/>
                </a:lnTo>
                <a:lnTo>
                  <a:pt x="2247120" y="1519342"/>
                </a:lnTo>
                <a:lnTo>
                  <a:pt x="2321026" y="1054233"/>
                </a:lnTo>
                <a:lnTo>
                  <a:pt x="2184015" y="1060519"/>
                </a:lnTo>
                <a:close/>
                <a:moveTo>
                  <a:pt x="1939757" y="839704"/>
                </a:moveTo>
                <a:lnTo>
                  <a:pt x="2186723" y="839704"/>
                </a:lnTo>
                <a:lnTo>
                  <a:pt x="2079476" y="1519342"/>
                </a:lnTo>
                <a:lnTo>
                  <a:pt x="1832509" y="1519342"/>
                </a:lnTo>
                <a:close/>
                <a:moveTo>
                  <a:pt x="845509" y="839704"/>
                </a:moveTo>
                <a:lnTo>
                  <a:pt x="1092476" y="839704"/>
                </a:lnTo>
                <a:lnTo>
                  <a:pt x="985194" y="1519342"/>
                </a:lnTo>
                <a:lnTo>
                  <a:pt x="738227" y="1519342"/>
                </a:lnTo>
                <a:close/>
                <a:moveTo>
                  <a:pt x="136107" y="839704"/>
                </a:moveTo>
                <a:lnTo>
                  <a:pt x="387590" y="839704"/>
                </a:lnTo>
                <a:cubicBezTo>
                  <a:pt x="615629" y="839704"/>
                  <a:pt x="775180" y="939762"/>
                  <a:pt x="735518" y="1189439"/>
                </a:cubicBezTo>
                <a:cubicBezTo>
                  <a:pt x="707463" y="1383717"/>
                  <a:pt x="537793" y="1525817"/>
                  <a:pt x="341607" y="1519342"/>
                </a:cubicBezTo>
                <a:lnTo>
                  <a:pt x="28860" y="1519342"/>
                </a:lnTo>
                <a:close/>
                <a:moveTo>
                  <a:pt x="1522401" y="828886"/>
                </a:moveTo>
                <a:cubicBezTo>
                  <a:pt x="1640484" y="828886"/>
                  <a:pt x="1793714" y="887460"/>
                  <a:pt x="1828896" y="1003736"/>
                </a:cubicBezTo>
                <a:lnTo>
                  <a:pt x="1584603" y="1088478"/>
                </a:lnTo>
                <a:cubicBezTo>
                  <a:pt x="1570182" y="1054536"/>
                  <a:pt x="1535774" y="1033522"/>
                  <a:pt x="1498993" y="1036192"/>
                </a:cubicBezTo>
                <a:cubicBezTo>
                  <a:pt x="1410639" y="1036191"/>
                  <a:pt x="1350243" y="1111921"/>
                  <a:pt x="1336733" y="1193919"/>
                </a:cubicBezTo>
                <a:cubicBezTo>
                  <a:pt x="1325029" y="1268728"/>
                  <a:pt x="1361079" y="1339057"/>
                  <a:pt x="1441306" y="1339057"/>
                </a:cubicBezTo>
                <a:cubicBezTo>
                  <a:pt x="1485908" y="1341117"/>
                  <a:pt x="1527949" y="1318182"/>
                  <a:pt x="1550359" y="1279564"/>
                </a:cubicBezTo>
                <a:lnTo>
                  <a:pt x="1438599" y="1279564"/>
                </a:lnTo>
                <a:lnTo>
                  <a:pt x="1463849" y="1119110"/>
                </a:lnTo>
                <a:lnTo>
                  <a:pt x="1845117" y="1119110"/>
                </a:lnTo>
                <a:cubicBezTo>
                  <a:pt x="1826189" y="1229969"/>
                  <a:pt x="1811741" y="1322838"/>
                  <a:pt x="1717101" y="1409351"/>
                </a:cubicBezTo>
                <a:cubicBezTo>
                  <a:pt x="1632912" y="1485922"/>
                  <a:pt x="1523533" y="1528907"/>
                  <a:pt x="1409738" y="1530143"/>
                </a:cubicBezTo>
                <a:cubicBezTo>
                  <a:pt x="1202433" y="1530143"/>
                  <a:pt x="1055522" y="1402162"/>
                  <a:pt x="1089767" y="1184021"/>
                </a:cubicBezTo>
                <a:cubicBezTo>
                  <a:pt x="1124914" y="962285"/>
                  <a:pt x="1308812" y="828886"/>
                  <a:pt x="1522401" y="828886"/>
                </a:cubicBezTo>
                <a:close/>
                <a:moveTo>
                  <a:pt x="1023953" y="218275"/>
                </a:moveTo>
                <a:cubicBezTo>
                  <a:pt x="948905" y="217350"/>
                  <a:pt x="885379" y="273472"/>
                  <a:pt x="877044" y="348062"/>
                </a:cubicBezTo>
                <a:cubicBezTo>
                  <a:pt x="866208" y="419277"/>
                  <a:pt x="903161" y="483267"/>
                  <a:pt x="976199" y="483267"/>
                </a:cubicBezTo>
                <a:cubicBezTo>
                  <a:pt x="985886" y="483708"/>
                  <a:pt x="995587" y="482803"/>
                  <a:pt x="1005025" y="480576"/>
                </a:cubicBezTo>
                <a:lnTo>
                  <a:pt x="958173" y="417488"/>
                </a:lnTo>
                <a:lnTo>
                  <a:pt x="1115884" y="388627"/>
                </a:lnTo>
                <a:cubicBezTo>
                  <a:pt x="1122359" y="376798"/>
                  <a:pt x="1126929" y="364023"/>
                  <a:pt x="1129429" y="350771"/>
                </a:cubicBezTo>
                <a:cubicBezTo>
                  <a:pt x="1141133" y="275060"/>
                  <a:pt x="1096956" y="218275"/>
                  <a:pt x="1023953" y="218275"/>
                </a:cubicBezTo>
                <a:close/>
                <a:moveTo>
                  <a:pt x="1980322" y="10970"/>
                </a:moveTo>
                <a:lnTo>
                  <a:pt x="2227289" y="10970"/>
                </a:lnTo>
                <a:lnTo>
                  <a:pt x="2120007" y="690590"/>
                </a:lnTo>
                <a:lnTo>
                  <a:pt x="1873040" y="690590"/>
                </a:lnTo>
                <a:close/>
                <a:moveTo>
                  <a:pt x="1492673" y="10970"/>
                </a:moveTo>
                <a:lnTo>
                  <a:pt x="1739640" y="10970"/>
                </a:lnTo>
                <a:lnTo>
                  <a:pt x="1666637" y="472466"/>
                </a:lnTo>
                <a:lnTo>
                  <a:pt x="1873942" y="472466"/>
                </a:lnTo>
                <a:lnTo>
                  <a:pt x="1839698" y="690590"/>
                </a:lnTo>
                <a:lnTo>
                  <a:pt x="1385426" y="690590"/>
                </a:lnTo>
                <a:close/>
                <a:moveTo>
                  <a:pt x="1058197" y="151"/>
                </a:moveTo>
                <a:cubicBezTo>
                  <a:pt x="1273629" y="151"/>
                  <a:pt x="1412446" y="130841"/>
                  <a:pt x="1377299" y="352577"/>
                </a:cubicBezTo>
                <a:cubicBezTo>
                  <a:pt x="1366283" y="428791"/>
                  <a:pt x="1333410" y="500178"/>
                  <a:pt x="1282659" y="558094"/>
                </a:cubicBezTo>
                <a:lnTo>
                  <a:pt x="1365560" y="668953"/>
                </a:lnTo>
                <a:lnTo>
                  <a:pt x="1159158" y="750083"/>
                </a:lnTo>
                <a:lnTo>
                  <a:pt x="1124011" y="667164"/>
                </a:lnTo>
                <a:cubicBezTo>
                  <a:pt x="1063428" y="690772"/>
                  <a:pt x="998840" y="702402"/>
                  <a:pt x="933828" y="701408"/>
                </a:cubicBezTo>
                <a:cubicBezTo>
                  <a:pt x="728328" y="701408"/>
                  <a:pt x="594929" y="560785"/>
                  <a:pt x="627367" y="352577"/>
                </a:cubicBezTo>
                <a:cubicBezTo>
                  <a:pt x="663735" y="144532"/>
                  <a:pt x="847071" y="-5439"/>
                  <a:pt x="1058197" y="151"/>
                </a:cubicBezTo>
                <a:close/>
                <a:moveTo>
                  <a:pt x="419125" y="151"/>
                </a:moveTo>
                <a:cubicBezTo>
                  <a:pt x="492386" y="-1489"/>
                  <a:pt x="564404" y="19259"/>
                  <a:pt x="625562" y="59627"/>
                </a:cubicBezTo>
                <a:lnTo>
                  <a:pt x="530922" y="233592"/>
                </a:lnTo>
                <a:cubicBezTo>
                  <a:pt x="492880" y="201809"/>
                  <a:pt x="445268" y="183720"/>
                  <a:pt x="395719" y="182225"/>
                </a:cubicBezTo>
                <a:cubicBezTo>
                  <a:pt x="374082" y="182225"/>
                  <a:pt x="341609" y="190334"/>
                  <a:pt x="337129" y="218275"/>
                </a:cubicBezTo>
                <a:cubicBezTo>
                  <a:pt x="333517" y="243525"/>
                  <a:pt x="363246" y="247117"/>
                  <a:pt x="381271" y="251616"/>
                </a:cubicBezTo>
                <a:lnTo>
                  <a:pt x="435381" y="264258"/>
                </a:lnTo>
                <a:cubicBezTo>
                  <a:pt x="536307" y="287683"/>
                  <a:pt x="603024" y="343565"/>
                  <a:pt x="584998" y="458939"/>
                </a:cubicBezTo>
                <a:cubicBezTo>
                  <a:pt x="558846" y="621181"/>
                  <a:pt x="398427" y="701408"/>
                  <a:pt x="251483" y="701408"/>
                </a:cubicBezTo>
                <a:cubicBezTo>
                  <a:pt x="163895" y="701019"/>
                  <a:pt x="77670" y="679692"/>
                  <a:pt x="0" y="639206"/>
                </a:cubicBezTo>
                <a:lnTo>
                  <a:pt x="106379" y="447217"/>
                </a:lnTo>
                <a:lnTo>
                  <a:pt x="117180" y="457150"/>
                </a:lnTo>
                <a:cubicBezTo>
                  <a:pt x="155987" y="494893"/>
                  <a:pt x="207330" y="517029"/>
                  <a:pt x="261415" y="519335"/>
                </a:cubicBezTo>
                <a:cubicBezTo>
                  <a:pt x="285726" y="519335"/>
                  <a:pt x="326291" y="509419"/>
                  <a:pt x="330806" y="478770"/>
                </a:cubicBezTo>
                <a:cubicBezTo>
                  <a:pt x="336224" y="448120"/>
                  <a:pt x="303751" y="445411"/>
                  <a:pt x="282149" y="440913"/>
                </a:cubicBezTo>
                <a:lnTo>
                  <a:pt x="233457" y="431901"/>
                </a:lnTo>
                <a:cubicBezTo>
                  <a:pt x="139720" y="414779"/>
                  <a:pt x="67620" y="357995"/>
                  <a:pt x="84742" y="251616"/>
                </a:cubicBezTo>
                <a:cubicBezTo>
                  <a:pt x="109991" y="90294"/>
                  <a:pt x="271313" y="151"/>
                  <a:pt x="419125" y="151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3551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>
              <a:latin typeface="Inter-Bold" panose="02000803000000020004" pitchFamily="50" charset="0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B8011289-0803-4929-9983-0189C863AA3A}"/>
              </a:ext>
            </a:extLst>
          </p:cNvPr>
          <p:cNvSpPr txBox="1"/>
          <p:nvPr userDrawn="1"/>
        </p:nvSpPr>
        <p:spPr>
          <a:xfrm rot="16200000">
            <a:off x="11434516" y="3374386"/>
            <a:ext cx="1274618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8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119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E64FF76F-DE15-4792-9EE7-B2E8C29A2D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91" y="113090"/>
            <a:ext cx="11965818" cy="6631820"/>
          </a:xfrm>
          <a:prstGeom prst="rect">
            <a:avLst/>
          </a:prstGeom>
        </p:spPr>
      </p:pic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7B5E13F2-5D36-42D9-8D56-036BE4CA7A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7659" y="2457110"/>
            <a:ext cx="7543074" cy="938222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7800" i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05E20A02-C6DE-463E-88F9-2DAF71F3BF35}"/>
              </a:ext>
            </a:extLst>
          </p:cNvPr>
          <p:cNvSpPr/>
          <p:nvPr userDrawn="1"/>
        </p:nvSpPr>
        <p:spPr>
          <a:xfrm>
            <a:off x="1287659" y="1097779"/>
            <a:ext cx="2191482" cy="894578"/>
          </a:xfrm>
          <a:custGeom>
            <a:avLst/>
            <a:gdLst>
              <a:gd name="connsiteX0" fmla="*/ 2732962 w 5778671"/>
              <a:gd name="connsiteY0" fmla="*/ 1854142 h 2358893"/>
              <a:gd name="connsiteX1" fmla="*/ 2714937 w 5778671"/>
              <a:gd name="connsiteY1" fmla="*/ 1969516 h 2358893"/>
              <a:gd name="connsiteX2" fmla="*/ 2732059 w 5778671"/>
              <a:gd name="connsiteY2" fmla="*/ 1969516 h 2358893"/>
              <a:gd name="connsiteX3" fmla="*/ 2822184 w 5778671"/>
              <a:gd name="connsiteY3" fmla="*/ 1912697 h 2358893"/>
              <a:gd name="connsiteX4" fmla="*/ 2751890 w 5778671"/>
              <a:gd name="connsiteY4" fmla="*/ 1854142 h 2358893"/>
              <a:gd name="connsiteX5" fmla="*/ 1582799 w 5778671"/>
              <a:gd name="connsiteY5" fmla="*/ 1854142 h 2358893"/>
              <a:gd name="connsiteX6" fmla="*/ 1563871 w 5778671"/>
              <a:gd name="connsiteY6" fmla="*/ 1972190 h 2358893"/>
              <a:gd name="connsiteX7" fmla="*/ 1588217 w 5778671"/>
              <a:gd name="connsiteY7" fmla="*/ 1972190 h 2358893"/>
              <a:gd name="connsiteX8" fmla="*/ 1688275 w 5778671"/>
              <a:gd name="connsiteY8" fmla="*/ 1909989 h 2358893"/>
              <a:gd name="connsiteX9" fmla="*/ 1606242 w 5778671"/>
              <a:gd name="connsiteY9" fmla="*/ 1854142 h 2358893"/>
              <a:gd name="connsiteX10" fmla="*/ 5321655 w 5778671"/>
              <a:gd name="connsiteY10" fmla="*/ 1668439 h 2358893"/>
              <a:gd name="connsiteX11" fmla="*/ 5778671 w 5778671"/>
              <a:gd name="connsiteY11" fmla="*/ 1668439 h 2358893"/>
              <a:gd name="connsiteX12" fmla="*/ 5749810 w 5778671"/>
              <a:gd name="connsiteY12" fmla="*/ 1854142 h 2358893"/>
              <a:gd name="connsiteX13" fmla="*/ 5541602 w 5778671"/>
              <a:gd name="connsiteY13" fmla="*/ 1854142 h 2358893"/>
              <a:gd name="connsiteX14" fmla="*/ 5530801 w 5778671"/>
              <a:gd name="connsiteY14" fmla="*/ 1919018 h 2358893"/>
              <a:gd name="connsiteX15" fmla="*/ 5720984 w 5778671"/>
              <a:gd name="connsiteY15" fmla="*/ 1919018 h 2358893"/>
              <a:gd name="connsiteX16" fmla="*/ 5693026 w 5778671"/>
              <a:gd name="connsiteY16" fmla="*/ 2095691 h 2358893"/>
              <a:gd name="connsiteX17" fmla="*/ 5502843 w 5778671"/>
              <a:gd name="connsiteY17" fmla="*/ 2095691 h 2358893"/>
              <a:gd name="connsiteX18" fmla="*/ 5492945 w 5778671"/>
              <a:gd name="connsiteY18" fmla="*/ 2162409 h 2358893"/>
              <a:gd name="connsiteX19" fmla="*/ 5708342 w 5778671"/>
              <a:gd name="connsiteY19" fmla="*/ 2162409 h 2358893"/>
              <a:gd name="connsiteX20" fmla="*/ 5678613 w 5778671"/>
              <a:gd name="connsiteY20" fmla="*/ 2348077 h 2358893"/>
              <a:gd name="connsiteX21" fmla="*/ 5214408 w 5778671"/>
              <a:gd name="connsiteY21" fmla="*/ 2348077 h 2358893"/>
              <a:gd name="connsiteX22" fmla="*/ 4016489 w 5778671"/>
              <a:gd name="connsiteY22" fmla="*/ 1668439 h 2358893"/>
              <a:gd name="connsiteX23" fmla="*/ 4253558 w 5778671"/>
              <a:gd name="connsiteY23" fmla="*/ 1668439 h 2358893"/>
              <a:gd name="connsiteX24" fmla="*/ 4415818 w 5778671"/>
              <a:gd name="connsiteY24" fmla="*/ 2045228 h 2358893"/>
              <a:gd name="connsiteX25" fmla="*/ 4423007 w 5778671"/>
              <a:gd name="connsiteY25" fmla="*/ 2045228 h 2358893"/>
              <a:gd name="connsiteX26" fmla="*/ 4430231 w 5778671"/>
              <a:gd name="connsiteY26" fmla="*/ 1872132 h 2358893"/>
              <a:gd name="connsiteX27" fmla="*/ 4461766 w 5778671"/>
              <a:gd name="connsiteY27" fmla="*/ 1668439 h 2358893"/>
              <a:gd name="connsiteX28" fmla="*/ 4697932 w 5778671"/>
              <a:gd name="connsiteY28" fmla="*/ 1668439 h 2358893"/>
              <a:gd name="connsiteX29" fmla="*/ 4590685 w 5778671"/>
              <a:gd name="connsiteY29" fmla="*/ 2348075 h 2358893"/>
              <a:gd name="connsiteX30" fmla="*/ 4354519 w 5778671"/>
              <a:gd name="connsiteY30" fmla="*/ 2348075 h 2358893"/>
              <a:gd name="connsiteX31" fmla="*/ 4194065 w 5778671"/>
              <a:gd name="connsiteY31" fmla="*/ 1991117 h 2358893"/>
              <a:gd name="connsiteX32" fmla="*/ 4186876 w 5778671"/>
              <a:gd name="connsiteY32" fmla="*/ 1991117 h 2358893"/>
              <a:gd name="connsiteX33" fmla="*/ 4180555 w 5778671"/>
              <a:gd name="connsiteY33" fmla="*/ 2127226 h 2358893"/>
              <a:gd name="connsiteX34" fmla="*/ 4145408 w 5778671"/>
              <a:gd name="connsiteY34" fmla="*/ 2348077 h 2358893"/>
              <a:gd name="connsiteX35" fmla="*/ 3909242 w 5778671"/>
              <a:gd name="connsiteY35" fmla="*/ 2348077 h 2358893"/>
              <a:gd name="connsiteX36" fmla="*/ 3490082 w 5778671"/>
              <a:gd name="connsiteY36" fmla="*/ 1668439 h 2358893"/>
              <a:gd name="connsiteX37" fmla="*/ 3947098 w 5778671"/>
              <a:gd name="connsiteY37" fmla="*/ 1668439 h 2358893"/>
              <a:gd name="connsiteX38" fmla="*/ 3918237 w 5778671"/>
              <a:gd name="connsiteY38" fmla="*/ 1854142 h 2358893"/>
              <a:gd name="connsiteX39" fmla="*/ 3710029 w 5778671"/>
              <a:gd name="connsiteY39" fmla="*/ 1854142 h 2358893"/>
              <a:gd name="connsiteX40" fmla="*/ 3699228 w 5778671"/>
              <a:gd name="connsiteY40" fmla="*/ 1919018 h 2358893"/>
              <a:gd name="connsiteX41" fmla="*/ 3889411 w 5778671"/>
              <a:gd name="connsiteY41" fmla="*/ 1919018 h 2358893"/>
              <a:gd name="connsiteX42" fmla="*/ 3861453 w 5778671"/>
              <a:gd name="connsiteY42" fmla="*/ 2095691 h 2358893"/>
              <a:gd name="connsiteX43" fmla="*/ 3671270 w 5778671"/>
              <a:gd name="connsiteY43" fmla="*/ 2095691 h 2358893"/>
              <a:gd name="connsiteX44" fmla="*/ 3661372 w 5778671"/>
              <a:gd name="connsiteY44" fmla="*/ 2162409 h 2358893"/>
              <a:gd name="connsiteX45" fmla="*/ 3876769 w 5778671"/>
              <a:gd name="connsiteY45" fmla="*/ 2162409 h 2358893"/>
              <a:gd name="connsiteX46" fmla="*/ 3847040 w 5778671"/>
              <a:gd name="connsiteY46" fmla="*/ 2348077 h 2358893"/>
              <a:gd name="connsiteX47" fmla="*/ 3382835 w 5778671"/>
              <a:gd name="connsiteY47" fmla="*/ 2348077 h 2358893"/>
              <a:gd name="connsiteX48" fmla="*/ 3168307 w 5778671"/>
              <a:gd name="connsiteY48" fmla="*/ 1668439 h 2358893"/>
              <a:gd name="connsiteX49" fmla="*/ 3415274 w 5778671"/>
              <a:gd name="connsiteY49" fmla="*/ 1668439 h 2358893"/>
              <a:gd name="connsiteX50" fmla="*/ 3308027 w 5778671"/>
              <a:gd name="connsiteY50" fmla="*/ 2348075 h 2358893"/>
              <a:gd name="connsiteX51" fmla="*/ 3061059 w 5778671"/>
              <a:gd name="connsiteY51" fmla="*/ 2348075 h 2358893"/>
              <a:gd name="connsiteX52" fmla="*/ 2520239 w 5778671"/>
              <a:gd name="connsiteY52" fmla="*/ 1668439 h 2358893"/>
              <a:gd name="connsiteX53" fmla="*/ 2818572 w 5778671"/>
              <a:gd name="connsiteY53" fmla="*/ 1668439 h 2358893"/>
              <a:gd name="connsiteX54" fmla="*/ 3064637 w 5778671"/>
              <a:gd name="connsiteY54" fmla="*/ 1904605 h 2358893"/>
              <a:gd name="connsiteX55" fmla="*/ 2905120 w 5778671"/>
              <a:gd name="connsiteY55" fmla="*/ 2081278 h 2358893"/>
              <a:gd name="connsiteX56" fmla="*/ 2904217 w 5778671"/>
              <a:gd name="connsiteY56" fmla="*/ 2086661 h 2358893"/>
              <a:gd name="connsiteX57" fmla="*/ 2939364 w 5778671"/>
              <a:gd name="connsiteY57" fmla="*/ 2127226 h 2358893"/>
              <a:gd name="connsiteX58" fmla="*/ 3052031 w 5778671"/>
              <a:gd name="connsiteY58" fmla="*/ 2348078 h 2358893"/>
              <a:gd name="connsiteX59" fmla="*/ 2767206 w 5778671"/>
              <a:gd name="connsiteY59" fmla="*/ 2348078 h 2358893"/>
              <a:gd name="connsiteX60" fmla="*/ 2693300 w 5778671"/>
              <a:gd name="connsiteY60" fmla="*/ 2129937 h 2358893"/>
              <a:gd name="connsiteX61" fmla="*/ 2688784 w 5778671"/>
              <a:gd name="connsiteY61" fmla="*/ 2129937 h 2358893"/>
              <a:gd name="connsiteX62" fmla="*/ 2654541 w 5778671"/>
              <a:gd name="connsiteY62" fmla="*/ 2348075 h 2358893"/>
              <a:gd name="connsiteX63" fmla="*/ 2412956 w 5778671"/>
              <a:gd name="connsiteY63" fmla="*/ 2348075 h 2358893"/>
              <a:gd name="connsiteX64" fmla="*/ 1990219 w 5778671"/>
              <a:gd name="connsiteY64" fmla="*/ 1668439 h 2358893"/>
              <a:gd name="connsiteX65" fmla="*/ 2447235 w 5778671"/>
              <a:gd name="connsiteY65" fmla="*/ 1668439 h 2358893"/>
              <a:gd name="connsiteX66" fmla="*/ 2418375 w 5778671"/>
              <a:gd name="connsiteY66" fmla="*/ 1854142 h 2358893"/>
              <a:gd name="connsiteX67" fmla="*/ 2210167 w 5778671"/>
              <a:gd name="connsiteY67" fmla="*/ 1854142 h 2358893"/>
              <a:gd name="connsiteX68" fmla="*/ 2199366 w 5778671"/>
              <a:gd name="connsiteY68" fmla="*/ 1919018 h 2358893"/>
              <a:gd name="connsiteX69" fmla="*/ 2389549 w 5778671"/>
              <a:gd name="connsiteY69" fmla="*/ 1919018 h 2358893"/>
              <a:gd name="connsiteX70" fmla="*/ 2361591 w 5778671"/>
              <a:gd name="connsiteY70" fmla="*/ 2095691 h 2358893"/>
              <a:gd name="connsiteX71" fmla="*/ 2171407 w 5778671"/>
              <a:gd name="connsiteY71" fmla="*/ 2095691 h 2358893"/>
              <a:gd name="connsiteX72" fmla="*/ 2161509 w 5778671"/>
              <a:gd name="connsiteY72" fmla="*/ 2162409 h 2358893"/>
              <a:gd name="connsiteX73" fmla="*/ 2376908 w 5778671"/>
              <a:gd name="connsiteY73" fmla="*/ 2162409 h 2358893"/>
              <a:gd name="connsiteX74" fmla="*/ 2347176 w 5778671"/>
              <a:gd name="connsiteY74" fmla="*/ 2348075 h 2358893"/>
              <a:gd name="connsiteX75" fmla="*/ 1882972 w 5778671"/>
              <a:gd name="connsiteY75" fmla="*/ 2348075 h 2358893"/>
              <a:gd name="connsiteX76" fmla="*/ 1373688 w 5778671"/>
              <a:gd name="connsiteY76" fmla="*/ 1668439 h 2358893"/>
              <a:gd name="connsiteX77" fmla="*/ 1686468 w 5778671"/>
              <a:gd name="connsiteY77" fmla="*/ 1668439 h 2358893"/>
              <a:gd name="connsiteX78" fmla="*/ 1923537 w 5778671"/>
              <a:gd name="connsiteY78" fmla="*/ 1918115 h 2358893"/>
              <a:gd name="connsiteX79" fmla="*/ 1663025 w 5778671"/>
              <a:gd name="connsiteY79" fmla="*/ 2143445 h 2358893"/>
              <a:gd name="connsiteX80" fmla="*/ 1536850 w 5778671"/>
              <a:gd name="connsiteY80" fmla="*/ 2143445 h 2358893"/>
              <a:gd name="connsiteX81" fmla="*/ 1504377 w 5778671"/>
              <a:gd name="connsiteY81" fmla="*/ 2348075 h 2358893"/>
              <a:gd name="connsiteX82" fmla="*/ 1266440 w 5778671"/>
              <a:gd name="connsiteY82" fmla="*/ 2348075 h 2358893"/>
              <a:gd name="connsiteX83" fmla="*/ 1327704 w 5778671"/>
              <a:gd name="connsiteY83" fmla="*/ 1668439 h 2358893"/>
              <a:gd name="connsiteX84" fmla="*/ 1065421 w 5778671"/>
              <a:gd name="connsiteY84" fmla="*/ 1986605 h 2358893"/>
              <a:gd name="connsiteX85" fmla="*/ 1250187 w 5778671"/>
              <a:gd name="connsiteY85" fmla="*/ 2348075 h 2358893"/>
              <a:gd name="connsiteX86" fmla="*/ 968975 w 5778671"/>
              <a:gd name="connsiteY86" fmla="*/ 2348075 h 2358893"/>
              <a:gd name="connsiteX87" fmla="*/ 913997 w 5778671"/>
              <a:gd name="connsiteY87" fmla="*/ 2203841 h 2358893"/>
              <a:gd name="connsiteX88" fmla="*/ 906773 w 5778671"/>
              <a:gd name="connsiteY88" fmla="*/ 2162410 h 2358893"/>
              <a:gd name="connsiteX89" fmla="*/ 899551 w 5778671"/>
              <a:gd name="connsiteY89" fmla="*/ 2162410 h 2358893"/>
              <a:gd name="connsiteX90" fmla="*/ 872531 w 5778671"/>
              <a:gd name="connsiteY90" fmla="*/ 2209261 h 2358893"/>
              <a:gd name="connsiteX91" fmla="*/ 775180 w 5778671"/>
              <a:gd name="connsiteY91" fmla="*/ 2348075 h 2358893"/>
              <a:gd name="connsiteX92" fmla="*/ 493934 w 5778671"/>
              <a:gd name="connsiteY92" fmla="*/ 2348075 h 2358893"/>
              <a:gd name="connsiteX93" fmla="*/ 789593 w 5778671"/>
              <a:gd name="connsiteY93" fmla="*/ 1986605 h 2358893"/>
              <a:gd name="connsiteX94" fmla="*/ 625562 w 5778671"/>
              <a:gd name="connsiteY94" fmla="*/ 1668440 h 2358893"/>
              <a:gd name="connsiteX95" fmla="*/ 904064 w 5778671"/>
              <a:gd name="connsiteY95" fmla="*/ 1668440 h 2358893"/>
              <a:gd name="connsiteX96" fmla="*/ 939211 w 5778671"/>
              <a:gd name="connsiteY96" fmla="*/ 1764886 h 2358893"/>
              <a:gd name="connsiteX97" fmla="*/ 951853 w 5778671"/>
              <a:gd name="connsiteY97" fmla="*/ 1820767 h 2358893"/>
              <a:gd name="connsiteX98" fmla="*/ 957236 w 5778671"/>
              <a:gd name="connsiteY98" fmla="*/ 1820767 h 2358893"/>
              <a:gd name="connsiteX99" fmla="*/ 987000 w 5778671"/>
              <a:gd name="connsiteY99" fmla="*/ 1764886 h 2358893"/>
              <a:gd name="connsiteX100" fmla="*/ 1049201 w 5778671"/>
              <a:gd name="connsiteY100" fmla="*/ 1668440 h 2358893"/>
              <a:gd name="connsiteX101" fmla="*/ 130689 w 5778671"/>
              <a:gd name="connsiteY101" fmla="*/ 1668439 h 2358893"/>
              <a:gd name="connsiteX102" fmla="*/ 587705 w 5778671"/>
              <a:gd name="connsiteY102" fmla="*/ 1668439 h 2358893"/>
              <a:gd name="connsiteX103" fmla="*/ 558845 w 5778671"/>
              <a:gd name="connsiteY103" fmla="*/ 1854142 h 2358893"/>
              <a:gd name="connsiteX104" fmla="*/ 350636 w 5778671"/>
              <a:gd name="connsiteY104" fmla="*/ 1854142 h 2358893"/>
              <a:gd name="connsiteX105" fmla="*/ 339835 w 5778671"/>
              <a:gd name="connsiteY105" fmla="*/ 1919018 h 2358893"/>
              <a:gd name="connsiteX106" fmla="*/ 530018 w 5778671"/>
              <a:gd name="connsiteY106" fmla="*/ 1919018 h 2358893"/>
              <a:gd name="connsiteX107" fmla="*/ 502060 w 5778671"/>
              <a:gd name="connsiteY107" fmla="*/ 2095691 h 2358893"/>
              <a:gd name="connsiteX108" fmla="*/ 311877 w 5778671"/>
              <a:gd name="connsiteY108" fmla="*/ 2095691 h 2358893"/>
              <a:gd name="connsiteX109" fmla="*/ 301979 w 5778671"/>
              <a:gd name="connsiteY109" fmla="*/ 2162409 h 2358893"/>
              <a:gd name="connsiteX110" fmla="*/ 517376 w 5778671"/>
              <a:gd name="connsiteY110" fmla="*/ 2162409 h 2358893"/>
              <a:gd name="connsiteX111" fmla="*/ 487647 w 5778671"/>
              <a:gd name="connsiteY111" fmla="*/ 2348075 h 2358893"/>
              <a:gd name="connsiteX112" fmla="*/ 23442 w 5778671"/>
              <a:gd name="connsiteY112" fmla="*/ 2348075 h 2358893"/>
              <a:gd name="connsiteX113" fmla="*/ 5102646 w 5778671"/>
              <a:gd name="connsiteY113" fmla="*/ 1657639 h 2358893"/>
              <a:gd name="connsiteX114" fmla="*/ 5264002 w 5778671"/>
              <a:gd name="connsiteY114" fmla="*/ 1685562 h 2358893"/>
              <a:gd name="connsiteX115" fmla="*/ 5230627 w 5778671"/>
              <a:gd name="connsiteY115" fmla="*/ 1944267 h 2358893"/>
              <a:gd name="connsiteX116" fmla="*/ 5096325 w 5778671"/>
              <a:gd name="connsiteY116" fmla="*/ 1875744 h 2358893"/>
              <a:gd name="connsiteX117" fmla="*/ 4941289 w 5778671"/>
              <a:gd name="connsiteY117" fmla="*/ 2008275 h 2358893"/>
              <a:gd name="connsiteX118" fmla="*/ 5031655 w 5778671"/>
              <a:gd name="connsiteY118" fmla="*/ 2139050 h 2358893"/>
              <a:gd name="connsiteX119" fmla="*/ 5057566 w 5778671"/>
              <a:gd name="connsiteY119" fmla="*/ 2140736 h 2358893"/>
              <a:gd name="connsiteX120" fmla="*/ 5209893 w 5778671"/>
              <a:gd name="connsiteY120" fmla="*/ 2077666 h 2358893"/>
              <a:gd name="connsiteX121" fmla="*/ 5162139 w 5778671"/>
              <a:gd name="connsiteY121" fmla="*/ 2331823 h 2358893"/>
              <a:gd name="connsiteX122" fmla="*/ 4981854 w 5778671"/>
              <a:gd name="connsiteY122" fmla="*/ 2358878 h 2358893"/>
              <a:gd name="connsiteX123" fmla="*/ 4691612 w 5778671"/>
              <a:gd name="connsiteY123" fmla="*/ 2014561 h 2358893"/>
              <a:gd name="connsiteX124" fmla="*/ 5102646 w 5778671"/>
              <a:gd name="connsiteY124" fmla="*/ 1657639 h 2358893"/>
              <a:gd name="connsiteX125" fmla="*/ 2968225 w 5778671"/>
              <a:gd name="connsiteY125" fmla="*/ 1065938 h 2358893"/>
              <a:gd name="connsiteX126" fmla="*/ 2889805 w 5778671"/>
              <a:gd name="connsiteY126" fmla="*/ 1273243 h 2358893"/>
              <a:gd name="connsiteX127" fmla="*/ 2988959 w 5778671"/>
              <a:gd name="connsiteY127" fmla="*/ 1273242 h 2358893"/>
              <a:gd name="connsiteX128" fmla="*/ 2979026 w 5778671"/>
              <a:gd name="connsiteY128" fmla="*/ 1153354 h 2358893"/>
              <a:gd name="connsiteX129" fmla="*/ 2977255 w 5778671"/>
              <a:gd name="connsiteY129" fmla="*/ 1065938 h 2358893"/>
              <a:gd name="connsiteX130" fmla="*/ 349734 w 5778671"/>
              <a:gd name="connsiteY130" fmla="*/ 1052427 h 2358893"/>
              <a:gd name="connsiteX131" fmla="*/ 308267 w 5778671"/>
              <a:gd name="connsiteY131" fmla="*/ 1315614 h 2358893"/>
              <a:gd name="connsiteX132" fmla="*/ 323582 w 5778671"/>
              <a:gd name="connsiteY132" fmla="*/ 1315614 h 2358893"/>
              <a:gd name="connsiteX133" fmla="*/ 488551 w 5778671"/>
              <a:gd name="connsiteY133" fmla="*/ 1188535 h 2358893"/>
              <a:gd name="connsiteX134" fmla="*/ 365051 w 5778671"/>
              <a:gd name="connsiteY134" fmla="*/ 1052427 h 2358893"/>
              <a:gd name="connsiteX135" fmla="*/ 3399992 w 5778671"/>
              <a:gd name="connsiteY135" fmla="*/ 839704 h 2358893"/>
              <a:gd name="connsiteX136" fmla="*/ 3646959 w 5778671"/>
              <a:gd name="connsiteY136" fmla="*/ 839704 h 2358893"/>
              <a:gd name="connsiteX137" fmla="*/ 3573956 w 5778671"/>
              <a:gd name="connsiteY137" fmla="*/ 1301201 h 2358893"/>
              <a:gd name="connsiteX138" fmla="*/ 3781261 w 5778671"/>
              <a:gd name="connsiteY138" fmla="*/ 1301201 h 2358893"/>
              <a:gd name="connsiteX139" fmla="*/ 3747017 w 5778671"/>
              <a:gd name="connsiteY139" fmla="*/ 1519342 h 2358893"/>
              <a:gd name="connsiteX140" fmla="*/ 3292710 w 5778671"/>
              <a:gd name="connsiteY140" fmla="*/ 1519342 h 2358893"/>
              <a:gd name="connsiteX141" fmla="*/ 2869070 w 5778671"/>
              <a:gd name="connsiteY141" fmla="*/ 839704 h 2358893"/>
              <a:gd name="connsiteX142" fmla="*/ 3142190 w 5778671"/>
              <a:gd name="connsiteY142" fmla="*/ 839704 h 2358893"/>
              <a:gd name="connsiteX143" fmla="*/ 3277395 w 5778671"/>
              <a:gd name="connsiteY143" fmla="*/ 1519342 h 2358893"/>
              <a:gd name="connsiteX144" fmla="*/ 3016014 w 5778671"/>
              <a:gd name="connsiteY144" fmla="*/ 1519342 h 2358893"/>
              <a:gd name="connsiteX145" fmla="*/ 3006984 w 5778671"/>
              <a:gd name="connsiteY145" fmla="*/ 1434599 h 2358893"/>
              <a:gd name="connsiteX146" fmla="*/ 2820413 w 5778671"/>
              <a:gd name="connsiteY146" fmla="*/ 1434599 h 2358893"/>
              <a:gd name="connsiteX147" fmla="*/ 2787037 w 5778671"/>
              <a:gd name="connsiteY147" fmla="*/ 1519342 h 2358893"/>
              <a:gd name="connsiteX148" fmla="*/ 2525657 w 5778671"/>
              <a:gd name="connsiteY148" fmla="*/ 1519342 h 2358893"/>
              <a:gd name="connsiteX149" fmla="*/ 2218294 w 5778671"/>
              <a:gd name="connsiteY149" fmla="*/ 839704 h 2358893"/>
              <a:gd name="connsiteX150" fmla="*/ 2737477 w 5778671"/>
              <a:gd name="connsiteY150" fmla="*/ 839704 h 2358893"/>
              <a:gd name="connsiteX151" fmla="*/ 2703199 w 5778671"/>
              <a:gd name="connsiteY151" fmla="*/ 1060520 h 2358893"/>
              <a:gd name="connsiteX152" fmla="*/ 2568029 w 5778671"/>
              <a:gd name="connsiteY152" fmla="*/ 1054233 h 2358893"/>
              <a:gd name="connsiteX153" fmla="*/ 2494088 w 5778671"/>
              <a:gd name="connsiteY153" fmla="*/ 1519342 h 2358893"/>
              <a:gd name="connsiteX154" fmla="*/ 2247120 w 5778671"/>
              <a:gd name="connsiteY154" fmla="*/ 1519342 h 2358893"/>
              <a:gd name="connsiteX155" fmla="*/ 2321026 w 5778671"/>
              <a:gd name="connsiteY155" fmla="*/ 1054233 h 2358893"/>
              <a:gd name="connsiteX156" fmla="*/ 2184015 w 5778671"/>
              <a:gd name="connsiteY156" fmla="*/ 1060519 h 2358893"/>
              <a:gd name="connsiteX157" fmla="*/ 1939757 w 5778671"/>
              <a:gd name="connsiteY157" fmla="*/ 839704 h 2358893"/>
              <a:gd name="connsiteX158" fmla="*/ 2186723 w 5778671"/>
              <a:gd name="connsiteY158" fmla="*/ 839704 h 2358893"/>
              <a:gd name="connsiteX159" fmla="*/ 2079476 w 5778671"/>
              <a:gd name="connsiteY159" fmla="*/ 1519342 h 2358893"/>
              <a:gd name="connsiteX160" fmla="*/ 1832509 w 5778671"/>
              <a:gd name="connsiteY160" fmla="*/ 1519342 h 2358893"/>
              <a:gd name="connsiteX161" fmla="*/ 845509 w 5778671"/>
              <a:gd name="connsiteY161" fmla="*/ 839704 h 2358893"/>
              <a:gd name="connsiteX162" fmla="*/ 1092476 w 5778671"/>
              <a:gd name="connsiteY162" fmla="*/ 839704 h 2358893"/>
              <a:gd name="connsiteX163" fmla="*/ 985194 w 5778671"/>
              <a:gd name="connsiteY163" fmla="*/ 1519342 h 2358893"/>
              <a:gd name="connsiteX164" fmla="*/ 738227 w 5778671"/>
              <a:gd name="connsiteY164" fmla="*/ 1519342 h 2358893"/>
              <a:gd name="connsiteX165" fmla="*/ 136107 w 5778671"/>
              <a:gd name="connsiteY165" fmla="*/ 839704 h 2358893"/>
              <a:gd name="connsiteX166" fmla="*/ 387590 w 5778671"/>
              <a:gd name="connsiteY166" fmla="*/ 839704 h 2358893"/>
              <a:gd name="connsiteX167" fmla="*/ 735518 w 5778671"/>
              <a:gd name="connsiteY167" fmla="*/ 1189439 h 2358893"/>
              <a:gd name="connsiteX168" fmla="*/ 341607 w 5778671"/>
              <a:gd name="connsiteY168" fmla="*/ 1519342 h 2358893"/>
              <a:gd name="connsiteX169" fmla="*/ 28860 w 5778671"/>
              <a:gd name="connsiteY169" fmla="*/ 1519342 h 2358893"/>
              <a:gd name="connsiteX170" fmla="*/ 1522401 w 5778671"/>
              <a:gd name="connsiteY170" fmla="*/ 828886 h 2358893"/>
              <a:gd name="connsiteX171" fmla="*/ 1828896 w 5778671"/>
              <a:gd name="connsiteY171" fmla="*/ 1003736 h 2358893"/>
              <a:gd name="connsiteX172" fmla="*/ 1584603 w 5778671"/>
              <a:gd name="connsiteY172" fmla="*/ 1088478 h 2358893"/>
              <a:gd name="connsiteX173" fmla="*/ 1498993 w 5778671"/>
              <a:gd name="connsiteY173" fmla="*/ 1036192 h 2358893"/>
              <a:gd name="connsiteX174" fmla="*/ 1336733 w 5778671"/>
              <a:gd name="connsiteY174" fmla="*/ 1193919 h 2358893"/>
              <a:gd name="connsiteX175" fmla="*/ 1441306 w 5778671"/>
              <a:gd name="connsiteY175" fmla="*/ 1339057 h 2358893"/>
              <a:gd name="connsiteX176" fmla="*/ 1550359 w 5778671"/>
              <a:gd name="connsiteY176" fmla="*/ 1279564 h 2358893"/>
              <a:gd name="connsiteX177" fmla="*/ 1438599 w 5778671"/>
              <a:gd name="connsiteY177" fmla="*/ 1279564 h 2358893"/>
              <a:gd name="connsiteX178" fmla="*/ 1463849 w 5778671"/>
              <a:gd name="connsiteY178" fmla="*/ 1119110 h 2358893"/>
              <a:gd name="connsiteX179" fmla="*/ 1845117 w 5778671"/>
              <a:gd name="connsiteY179" fmla="*/ 1119110 h 2358893"/>
              <a:gd name="connsiteX180" fmla="*/ 1717101 w 5778671"/>
              <a:gd name="connsiteY180" fmla="*/ 1409351 h 2358893"/>
              <a:gd name="connsiteX181" fmla="*/ 1409738 w 5778671"/>
              <a:gd name="connsiteY181" fmla="*/ 1530143 h 2358893"/>
              <a:gd name="connsiteX182" fmla="*/ 1089767 w 5778671"/>
              <a:gd name="connsiteY182" fmla="*/ 1184021 h 2358893"/>
              <a:gd name="connsiteX183" fmla="*/ 1522401 w 5778671"/>
              <a:gd name="connsiteY183" fmla="*/ 828886 h 2358893"/>
              <a:gd name="connsiteX184" fmla="*/ 1023953 w 5778671"/>
              <a:gd name="connsiteY184" fmla="*/ 218275 h 2358893"/>
              <a:gd name="connsiteX185" fmla="*/ 877044 w 5778671"/>
              <a:gd name="connsiteY185" fmla="*/ 348062 h 2358893"/>
              <a:gd name="connsiteX186" fmla="*/ 976199 w 5778671"/>
              <a:gd name="connsiteY186" fmla="*/ 483267 h 2358893"/>
              <a:gd name="connsiteX187" fmla="*/ 1005025 w 5778671"/>
              <a:gd name="connsiteY187" fmla="*/ 480576 h 2358893"/>
              <a:gd name="connsiteX188" fmla="*/ 958173 w 5778671"/>
              <a:gd name="connsiteY188" fmla="*/ 417488 h 2358893"/>
              <a:gd name="connsiteX189" fmla="*/ 1115884 w 5778671"/>
              <a:gd name="connsiteY189" fmla="*/ 388627 h 2358893"/>
              <a:gd name="connsiteX190" fmla="*/ 1129429 w 5778671"/>
              <a:gd name="connsiteY190" fmla="*/ 350771 h 2358893"/>
              <a:gd name="connsiteX191" fmla="*/ 1023953 w 5778671"/>
              <a:gd name="connsiteY191" fmla="*/ 218275 h 2358893"/>
              <a:gd name="connsiteX192" fmla="*/ 1980322 w 5778671"/>
              <a:gd name="connsiteY192" fmla="*/ 10970 h 2358893"/>
              <a:gd name="connsiteX193" fmla="*/ 2227289 w 5778671"/>
              <a:gd name="connsiteY193" fmla="*/ 10970 h 2358893"/>
              <a:gd name="connsiteX194" fmla="*/ 2120007 w 5778671"/>
              <a:gd name="connsiteY194" fmla="*/ 690590 h 2358893"/>
              <a:gd name="connsiteX195" fmla="*/ 1873040 w 5778671"/>
              <a:gd name="connsiteY195" fmla="*/ 690590 h 2358893"/>
              <a:gd name="connsiteX196" fmla="*/ 1492673 w 5778671"/>
              <a:gd name="connsiteY196" fmla="*/ 10970 h 2358893"/>
              <a:gd name="connsiteX197" fmla="*/ 1739640 w 5778671"/>
              <a:gd name="connsiteY197" fmla="*/ 10970 h 2358893"/>
              <a:gd name="connsiteX198" fmla="*/ 1666637 w 5778671"/>
              <a:gd name="connsiteY198" fmla="*/ 472466 h 2358893"/>
              <a:gd name="connsiteX199" fmla="*/ 1873942 w 5778671"/>
              <a:gd name="connsiteY199" fmla="*/ 472466 h 2358893"/>
              <a:gd name="connsiteX200" fmla="*/ 1839698 w 5778671"/>
              <a:gd name="connsiteY200" fmla="*/ 690590 h 2358893"/>
              <a:gd name="connsiteX201" fmla="*/ 1385426 w 5778671"/>
              <a:gd name="connsiteY201" fmla="*/ 690590 h 2358893"/>
              <a:gd name="connsiteX202" fmla="*/ 1058197 w 5778671"/>
              <a:gd name="connsiteY202" fmla="*/ 151 h 2358893"/>
              <a:gd name="connsiteX203" fmla="*/ 1377299 w 5778671"/>
              <a:gd name="connsiteY203" fmla="*/ 352577 h 2358893"/>
              <a:gd name="connsiteX204" fmla="*/ 1282659 w 5778671"/>
              <a:gd name="connsiteY204" fmla="*/ 558094 h 2358893"/>
              <a:gd name="connsiteX205" fmla="*/ 1365560 w 5778671"/>
              <a:gd name="connsiteY205" fmla="*/ 668953 h 2358893"/>
              <a:gd name="connsiteX206" fmla="*/ 1159158 w 5778671"/>
              <a:gd name="connsiteY206" fmla="*/ 750083 h 2358893"/>
              <a:gd name="connsiteX207" fmla="*/ 1124011 w 5778671"/>
              <a:gd name="connsiteY207" fmla="*/ 667164 h 2358893"/>
              <a:gd name="connsiteX208" fmla="*/ 933828 w 5778671"/>
              <a:gd name="connsiteY208" fmla="*/ 701408 h 2358893"/>
              <a:gd name="connsiteX209" fmla="*/ 627367 w 5778671"/>
              <a:gd name="connsiteY209" fmla="*/ 352577 h 2358893"/>
              <a:gd name="connsiteX210" fmla="*/ 1058197 w 5778671"/>
              <a:gd name="connsiteY210" fmla="*/ 151 h 2358893"/>
              <a:gd name="connsiteX211" fmla="*/ 419125 w 5778671"/>
              <a:gd name="connsiteY211" fmla="*/ 151 h 2358893"/>
              <a:gd name="connsiteX212" fmla="*/ 625562 w 5778671"/>
              <a:gd name="connsiteY212" fmla="*/ 59627 h 2358893"/>
              <a:gd name="connsiteX213" fmla="*/ 530922 w 5778671"/>
              <a:gd name="connsiteY213" fmla="*/ 233592 h 2358893"/>
              <a:gd name="connsiteX214" fmla="*/ 395719 w 5778671"/>
              <a:gd name="connsiteY214" fmla="*/ 182225 h 2358893"/>
              <a:gd name="connsiteX215" fmla="*/ 337129 w 5778671"/>
              <a:gd name="connsiteY215" fmla="*/ 218275 h 2358893"/>
              <a:gd name="connsiteX216" fmla="*/ 381271 w 5778671"/>
              <a:gd name="connsiteY216" fmla="*/ 251616 h 2358893"/>
              <a:gd name="connsiteX217" fmla="*/ 435381 w 5778671"/>
              <a:gd name="connsiteY217" fmla="*/ 264258 h 2358893"/>
              <a:gd name="connsiteX218" fmla="*/ 584998 w 5778671"/>
              <a:gd name="connsiteY218" fmla="*/ 458939 h 2358893"/>
              <a:gd name="connsiteX219" fmla="*/ 251483 w 5778671"/>
              <a:gd name="connsiteY219" fmla="*/ 701408 h 2358893"/>
              <a:gd name="connsiteX220" fmla="*/ 0 w 5778671"/>
              <a:gd name="connsiteY220" fmla="*/ 639206 h 2358893"/>
              <a:gd name="connsiteX221" fmla="*/ 106379 w 5778671"/>
              <a:gd name="connsiteY221" fmla="*/ 447217 h 2358893"/>
              <a:gd name="connsiteX222" fmla="*/ 117180 w 5778671"/>
              <a:gd name="connsiteY222" fmla="*/ 457150 h 2358893"/>
              <a:gd name="connsiteX223" fmla="*/ 261415 w 5778671"/>
              <a:gd name="connsiteY223" fmla="*/ 519335 h 2358893"/>
              <a:gd name="connsiteX224" fmla="*/ 330806 w 5778671"/>
              <a:gd name="connsiteY224" fmla="*/ 478770 h 2358893"/>
              <a:gd name="connsiteX225" fmla="*/ 282149 w 5778671"/>
              <a:gd name="connsiteY225" fmla="*/ 440913 h 2358893"/>
              <a:gd name="connsiteX226" fmla="*/ 233457 w 5778671"/>
              <a:gd name="connsiteY226" fmla="*/ 431901 h 2358893"/>
              <a:gd name="connsiteX227" fmla="*/ 84742 w 5778671"/>
              <a:gd name="connsiteY227" fmla="*/ 251616 h 2358893"/>
              <a:gd name="connsiteX228" fmla="*/ 419125 w 5778671"/>
              <a:gd name="connsiteY228" fmla="*/ 151 h 2358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</a:cxnLst>
            <a:rect l="l" t="t" r="r" b="b"/>
            <a:pathLst>
              <a:path w="5778671" h="2358893">
                <a:moveTo>
                  <a:pt x="2732962" y="1854142"/>
                </a:moveTo>
                <a:lnTo>
                  <a:pt x="2714937" y="1969516"/>
                </a:lnTo>
                <a:lnTo>
                  <a:pt x="2732059" y="1969516"/>
                </a:lnTo>
                <a:cubicBezTo>
                  <a:pt x="2772624" y="1969516"/>
                  <a:pt x="2814057" y="1963195"/>
                  <a:pt x="2822184" y="1912697"/>
                </a:cubicBezTo>
                <a:cubicBezTo>
                  <a:pt x="2830311" y="1860428"/>
                  <a:pt x="2794261" y="1854142"/>
                  <a:pt x="2751890" y="1854142"/>
                </a:cubicBezTo>
                <a:close/>
                <a:moveTo>
                  <a:pt x="1582799" y="1854142"/>
                </a:moveTo>
                <a:lnTo>
                  <a:pt x="1563871" y="1972190"/>
                </a:lnTo>
                <a:lnTo>
                  <a:pt x="1588217" y="1972190"/>
                </a:lnTo>
                <a:cubicBezTo>
                  <a:pt x="1631491" y="1972190"/>
                  <a:pt x="1679245" y="1965001"/>
                  <a:pt x="1688275" y="1909989"/>
                </a:cubicBezTo>
                <a:cubicBezTo>
                  <a:pt x="1696367" y="1856816"/>
                  <a:pt x="1646808" y="1854142"/>
                  <a:pt x="1606242" y="1854142"/>
                </a:cubicBezTo>
                <a:close/>
                <a:moveTo>
                  <a:pt x="5321655" y="1668439"/>
                </a:moveTo>
                <a:lnTo>
                  <a:pt x="5778671" y="1668439"/>
                </a:lnTo>
                <a:lnTo>
                  <a:pt x="5749810" y="1854142"/>
                </a:lnTo>
                <a:lnTo>
                  <a:pt x="5541602" y="1854142"/>
                </a:lnTo>
                <a:lnTo>
                  <a:pt x="5530801" y="1919018"/>
                </a:lnTo>
                <a:lnTo>
                  <a:pt x="5720984" y="1919018"/>
                </a:lnTo>
                <a:lnTo>
                  <a:pt x="5693026" y="2095691"/>
                </a:lnTo>
                <a:lnTo>
                  <a:pt x="5502843" y="2095691"/>
                </a:lnTo>
                <a:lnTo>
                  <a:pt x="5492945" y="2162409"/>
                </a:lnTo>
                <a:lnTo>
                  <a:pt x="5708342" y="2162409"/>
                </a:lnTo>
                <a:lnTo>
                  <a:pt x="5678613" y="2348077"/>
                </a:lnTo>
                <a:lnTo>
                  <a:pt x="5214408" y="2348077"/>
                </a:lnTo>
                <a:close/>
                <a:moveTo>
                  <a:pt x="4016489" y="1668439"/>
                </a:moveTo>
                <a:lnTo>
                  <a:pt x="4253558" y="1668439"/>
                </a:lnTo>
                <a:lnTo>
                  <a:pt x="4415818" y="2045228"/>
                </a:lnTo>
                <a:lnTo>
                  <a:pt x="4423007" y="2045228"/>
                </a:lnTo>
                <a:cubicBezTo>
                  <a:pt x="4420020" y="1987430"/>
                  <a:pt x="4422438" y="1929480"/>
                  <a:pt x="4430231" y="1872132"/>
                </a:cubicBezTo>
                <a:lnTo>
                  <a:pt x="4461766" y="1668439"/>
                </a:lnTo>
                <a:lnTo>
                  <a:pt x="4697932" y="1668439"/>
                </a:lnTo>
                <a:lnTo>
                  <a:pt x="4590685" y="2348075"/>
                </a:lnTo>
                <a:lnTo>
                  <a:pt x="4354519" y="2348075"/>
                </a:lnTo>
                <a:lnTo>
                  <a:pt x="4194065" y="1991117"/>
                </a:lnTo>
                <a:lnTo>
                  <a:pt x="4186876" y="1991117"/>
                </a:lnTo>
                <a:cubicBezTo>
                  <a:pt x="4188420" y="2036583"/>
                  <a:pt x="4186306" y="2082099"/>
                  <a:pt x="4180555" y="2127226"/>
                </a:cubicBezTo>
                <a:lnTo>
                  <a:pt x="4145408" y="2348077"/>
                </a:lnTo>
                <a:lnTo>
                  <a:pt x="3909242" y="2348077"/>
                </a:lnTo>
                <a:close/>
                <a:moveTo>
                  <a:pt x="3490082" y="1668439"/>
                </a:moveTo>
                <a:lnTo>
                  <a:pt x="3947098" y="1668439"/>
                </a:lnTo>
                <a:lnTo>
                  <a:pt x="3918237" y="1854142"/>
                </a:lnTo>
                <a:lnTo>
                  <a:pt x="3710029" y="1854142"/>
                </a:lnTo>
                <a:lnTo>
                  <a:pt x="3699228" y="1919018"/>
                </a:lnTo>
                <a:lnTo>
                  <a:pt x="3889411" y="1919018"/>
                </a:lnTo>
                <a:lnTo>
                  <a:pt x="3861453" y="2095691"/>
                </a:lnTo>
                <a:lnTo>
                  <a:pt x="3671270" y="2095691"/>
                </a:lnTo>
                <a:lnTo>
                  <a:pt x="3661372" y="2162409"/>
                </a:lnTo>
                <a:lnTo>
                  <a:pt x="3876769" y="2162409"/>
                </a:lnTo>
                <a:lnTo>
                  <a:pt x="3847040" y="2348077"/>
                </a:lnTo>
                <a:lnTo>
                  <a:pt x="3382835" y="2348077"/>
                </a:lnTo>
                <a:close/>
                <a:moveTo>
                  <a:pt x="3168307" y="1668439"/>
                </a:moveTo>
                <a:lnTo>
                  <a:pt x="3415274" y="1668439"/>
                </a:lnTo>
                <a:lnTo>
                  <a:pt x="3308027" y="2348075"/>
                </a:lnTo>
                <a:lnTo>
                  <a:pt x="3061059" y="2348075"/>
                </a:lnTo>
                <a:close/>
                <a:moveTo>
                  <a:pt x="2520239" y="1668439"/>
                </a:moveTo>
                <a:lnTo>
                  <a:pt x="2818572" y="1668439"/>
                </a:lnTo>
                <a:cubicBezTo>
                  <a:pt x="2971802" y="1668439"/>
                  <a:pt x="3091691" y="1733350"/>
                  <a:pt x="3064637" y="1904605"/>
                </a:cubicBezTo>
                <a:cubicBezTo>
                  <a:pt x="3048419" y="2007372"/>
                  <a:pt x="3001566" y="2050611"/>
                  <a:pt x="2905120" y="2081278"/>
                </a:cubicBezTo>
                <a:lnTo>
                  <a:pt x="2904217" y="2086661"/>
                </a:lnTo>
                <a:cubicBezTo>
                  <a:pt x="2918311" y="2097924"/>
                  <a:pt x="2930223" y="2111672"/>
                  <a:pt x="2939364" y="2127226"/>
                </a:cubicBezTo>
                <a:lnTo>
                  <a:pt x="3052031" y="2348078"/>
                </a:lnTo>
                <a:lnTo>
                  <a:pt x="2767206" y="2348078"/>
                </a:lnTo>
                <a:lnTo>
                  <a:pt x="2693300" y="2129937"/>
                </a:lnTo>
                <a:lnTo>
                  <a:pt x="2688784" y="2129937"/>
                </a:lnTo>
                <a:lnTo>
                  <a:pt x="2654541" y="2348075"/>
                </a:lnTo>
                <a:lnTo>
                  <a:pt x="2412956" y="2348075"/>
                </a:lnTo>
                <a:close/>
                <a:moveTo>
                  <a:pt x="1990219" y="1668439"/>
                </a:moveTo>
                <a:lnTo>
                  <a:pt x="2447235" y="1668439"/>
                </a:lnTo>
                <a:lnTo>
                  <a:pt x="2418375" y="1854142"/>
                </a:lnTo>
                <a:lnTo>
                  <a:pt x="2210167" y="1854142"/>
                </a:lnTo>
                <a:lnTo>
                  <a:pt x="2199366" y="1919018"/>
                </a:lnTo>
                <a:lnTo>
                  <a:pt x="2389549" y="1919018"/>
                </a:lnTo>
                <a:lnTo>
                  <a:pt x="2361591" y="2095691"/>
                </a:lnTo>
                <a:lnTo>
                  <a:pt x="2171407" y="2095691"/>
                </a:lnTo>
                <a:lnTo>
                  <a:pt x="2161509" y="2162409"/>
                </a:lnTo>
                <a:lnTo>
                  <a:pt x="2376908" y="2162409"/>
                </a:lnTo>
                <a:lnTo>
                  <a:pt x="2347176" y="2348075"/>
                </a:lnTo>
                <a:lnTo>
                  <a:pt x="1882972" y="2348075"/>
                </a:lnTo>
                <a:close/>
                <a:moveTo>
                  <a:pt x="1373688" y="1668439"/>
                </a:moveTo>
                <a:lnTo>
                  <a:pt x="1686468" y="1668439"/>
                </a:lnTo>
                <a:cubicBezTo>
                  <a:pt x="1845117" y="1668439"/>
                  <a:pt x="1949655" y="1749569"/>
                  <a:pt x="1923537" y="1918115"/>
                </a:cubicBezTo>
                <a:cubicBezTo>
                  <a:pt x="1909143" y="2049876"/>
                  <a:pt x="1795485" y="2148185"/>
                  <a:pt x="1663025" y="2143445"/>
                </a:cubicBezTo>
                <a:lnTo>
                  <a:pt x="1536850" y="2143445"/>
                </a:lnTo>
                <a:lnTo>
                  <a:pt x="1504377" y="2348075"/>
                </a:lnTo>
                <a:lnTo>
                  <a:pt x="1266440" y="2348075"/>
                </a:lnTo>
                <a:close/>
                <a:moveTo>
                  <a:pt x="1327704" y="1668439"/>
                </a:moveTo>
                <a:lnTo>
                  <a:pt x="1065421" y="1986605"/>
                </a:lnTo>
                <a:lnTo>
                  <a:pt x="1250187" y="2348075"/>
                </a:lnTo>
                <a:lnTo>
                  <a:pt x="968975" y="2348075"/>
                </a:lnTo>
                <a:lnTo>
                  <a:pt x="913997" y="2203841"/>
                </a:lnTo>
                <a:cubicBezTo>
                  <a:pt x="909338" y="2190519"/>
                  <a:pt x="906898" y="2176522"/>
                  <a:pt x="906773" y="2162410"/>
                </a:cubicBezTo>
                <a:lnTo>
                  <a:pt x="899551" y="2162410"/>
                </a:lnTo>
                <a:cubicBezTo>
                  <a:pt x="892110" y="2178878"/>
                  <a:pt x="883059" y="2194572"/>
                  <a:pt x="872531" y="2209261"/>
                </a:cubicBezTo>
                <a:lnTo>
                  <a:pt x="775180" y="2348075"/>
                </a:lnTo>
                <a:lnTo>
                  <a:pt x="493934" y="2348075"/>
                </a:lnTo>
                <a:lnTo>
                  <a:pt x="789593" y="1986605"/>
                </a:lnTo>
                <a:lnTo>
                  <a:pt x="625562" y="1668440"/>
                </a:lnTo>
                <a:lnTo>
                  <a:pt x="904064" y="1668440"/>
                </a:lnTo>
                <a:lnTo>
                  <a:pt x="939211" y="1764886"/>
                </a:lnTo>
                <a:cubicBezTo>
                  <a:pt x="945655" y="1782938"/>
                  <a:pt x="949899" y="1801700"/>
                  <a:pt x="951853" y="1820767"/>
                </a:cubicBezTo>
                <a:lnTo>
                  <a:pt x="957236" y="1820767"/>
                </a:lnTo>
                <a:cubicBezTo>
                  <a:pt x="964991" y="1801065"/>
                  <a:pt x="974977" y="1782316"/>
                  <a:pt x="987000" y="1764886"/>
                </a:cubicBezTo>
                <a:lnTo>
                  <a:pt x="1049201" y="1668440"/>
                </a:lnTo>
                <a:close/>
                <a:moveTo>
                  <a:pt x="130689" y="1668439"/>
                </a:moveTo>
                <a:lnTo>
                  <a:pt x="587705" y="1668439"/>
                </a:lnTo>
                <a:lnTo>
                  <a:pt x="558845" y="1854142"/>
                </a:lnTo>
                <a:lnTo>
                  <a:pt x="350636" y="1854142"/>
                </a:lnTo>
                <a:lnTo>
                  <a:pt x="339835" y="1919018"/>
                </a:lnTo>
                <a:lnTo>
                  <a:pt x="530018" y="1919018"/>
                </a:lnTo>
                <a:lnTo>
                  <a:pt x="502060" y="2095691"/>
                </a:lnTo>
                <a:lnTo>
                  <a:pt x="311877" y="2095691"/>
                </a:lnTo>
                <a:lnTo>
                  <a:pt x="301979" y="2162409"/>
                </a:lnTo>
                <a:lnTo>
                  <a:pt x="517376" y="2162409"/>
                </a:lnTo>
                <a:lnTo>
                  <a:pt x="487647" y="2348075"/>
                </a:lnTo>
                <a:lnTo>
                  <a:pt x="23442" y="2348075"/>
                </a:lnTo>
                <a:close/>
                <a:moveTo>
                  <a:pt x="5102646" y="1657639"/>
                </a:moveTo>
                <a:cubicBezTo>
                  <a:pt x="5157643" y="1657519"/>
                  <a:pt x="5212243" y="1666967"/>
                  <a:pt x="5264002" y="1685562"/>
                </a:cubicBezTo>
                <a:lnTo>
                  <a:pt x="5230627" y="1944267"/>
                </a:lnTo>
                <a:cubicBezTo>
                  <a:pt x="5197600" y="1903416"/>
                  <a:pt x="5148783" y="1878509"/>
                  <a:pt x="5096325" y="1875744"/>
                </a:cubicBezTo>
                <a:cubicBezTo>
                  <a:pt x="5019782" y="1877633"/>
                  <a:pt x="4955062" y="1932958"/>
                  <a:pt x="4941289" y="2008275"/>
                </a:cubicBezTo>
                <a:cubicBezTo>
                  <a:pt x="4930130" y="2069341"/>
                  <a:pt x="4970588" y="2127891"/>
                  <a:pt x="5031655" y="2139050"/>
                </a:cubicBezTo>
                <a:cubicBezTo>
                  <a:pt x="5040198" y="2140611"/>
                  <a:pt x="5048892" y="2141177"/>
                  <a:pt x="5057566" y="2140736"/>
                </a:cubicBezTo>
                <a:cubicBezTo>
                  <a:pt x="5114308" y="2138875"/>
                  <a:pt x="5168442" y="2116461"/>
                  <a:pt x="5209893" y="2077666"/>
                </a:cubicBezTo>
                <a:lnTo>
                  <a:pt x="5162139" y="2331823"/>
                </a:lnTo>
                <a:cubicBezTo>
                  <a:pt x="5103823" y="2350191"/>
                  <a:pt x="5042992" y="2359320"/>
                  <a:pt x="4981854" y="2358878"/>
                </a:cubicBezTo>
                <a:cubicBezTo>
                  <a:pt x="4788058" y="2358877"/>
                  <a:pt x="4660980" y="2208356"/>
                  <a:pt x="4691612" y="2014561"/>
                </a:cubicBezTo>
                <a:cubicBezTo>
                  <a:pt x="4725705" y="1812638"/>
                  <a:pt x="4897937" y="1663080"/>
                  <a:pt x="5102646" y="1657639"/>
                </a:cubicBezTo>
                <a:close/>
                <a:moveTo>
                  <a:pt x="2968225" y="1065938"/>
                </a:moveTo>
                <a:lnTo>
                  <a:pt x="2889805" y="1273243"/>
                </a:lnTo>
                <a:lnTo>
                  <a:pt x="2988959" y="1273242"/>
                </a:lnTo>
                <a:lnTo>
                  <a:pt x="2979026" y="1153354"/>
                </a:lnTo>
                <a:cubicBezTo>
                  <a:pt x="2976352" y="1124527"/>
                  <a:pt x="2977255" y="1094798"/>
                  <a:pt x="2977255" y="1065938"/>
                </a:cubicBezTo>
                <a:close/>
                <a:moveTo>
                  <a:pt x="349734" y="1052427"/>
                </a:moveTo>
                <a:lnTo>
                  <a:pt x="308267" y="1315614"/>
                </a:lnTo>
                <a:lnTo>
                  <a:pt x="323582" y="1315614"/>
                </a:lnTo>
                <a:cubicBezTo>
                  <a:pt x="405615" y="1315614"/>
                  <a:pt x="474138" y="1277758"/>
                  <a:pt x="488551" y="1188535"/>
                </a:cubicBezTo>
                <a:cubicBezTo>
                  <a:pt x="503868" y="1092992"/>
                  <a:pt x="455210" y="1052427"/>
                  <a:pt x="365051" y="1052427"/>
                </a:cubicBezTo>
                <a:close/>
                <a:moveTo>
                  <a:pt x="3399992" y="839704"/>
                </a:moveTo>
                <a:lnTo>
                  <a:pt x="3646959" y="839704"/>
                </a:lnTo>
                <a:lnTo>
                  <a:pt x="3573956" y="1301201"/>
                </a:lnTo>
                <a:lnTo>
                  <a:pt x="3781261" y="1301201"/>
                </a:lnTo>
                <a:lnTo>
                  <a:pt x="3747017" y="1519342"/>
                </a:lnTo>
                <a:lnTo>
                  <a:pt x="3292710" y="1519342"/>
                </a:lnTo>
                <a:close/>
                <a:moveTo>
                  <a:pt x="2869070" y="839704"/>
                </a:moveTo>
                <a:lnTo>
                  <a:pt x="3142190" y="839704"/>
                </a:lnTo>
                <a:lnTo>
                  <a:pt x="3277395" y="1519342"/>
                </a:lnTo>
                <a:lnTo>
                  <a:pt x="3016014" y="1519342"/>
                </a:lnTo>
                <a:lnTo>
                  <a:pt x="3006984" y="1434599"/>
                </a:lnTo>
                <a:lnTo>
                  <a:pt x="2820413" y="1434599"/>
                </a:lnTo>
                <a:lnTo>
                  <a:pt x="2787037" y="1519342"/>
                </a:lnTo>
                <a:lnTo>
                  <a:pt x="2525657" y="1519342"/>
                </a:lnTo>
                <a:close/>
                <a:moveTo>
                  <a:pt x="2218294" y="839704"/>
                </a:moveTo>
                <a:lnTo>
                  <a:pt x="2737477" y="839704"/>
                </a:lnTo>
                <a:lnTo>
                  <a:pt x="2703199" y="1060520"/>
                </a:lnTo>
                <a:lnTo>
                  <a:pt x="2568029" y="1054233"/>
                </a:lnTo>
                <a:lnTo>
                  <a:pt x="2494088" y="1519342"/>
                </a:lnTo>
                <a:lnTo>
                  <a:pt x="2247120" y="1519342"/>
                </a:lnTo>
                <a:lnTo>
                  <a:pt x="2321026" y="1054233"/>
                </a:lnTo>
                <a:lnTo>
                  <a:pt x="2184015" y="1060519"/>
                </a:lnTo>
                <a:close/>
                <a:moveTo>
                  <a:pt x="1939757" y="839704"/>
                </a:moveTo>
                <a:lnTo>
                  <a:pt x="2186723" y="839704"/>
                </a:lnTo>
                <a:lnTo>
                  <a:pt x="2079476" y="1519342"/>
                </a:lnTo>
                <a:lnTo>
                  <a:pt x="1832509" y="1519342"/>
                </a:lnTo>
                <a:close/>
                <a:moveTo>
                  <a:pt x="845509" y="839704"/>
                </a:moveTo>
                <a:lnTo>
                  <a:pt x="1092476" y="839704"/>
                </a:lnTo>
                <a:lnTo>
                  <a:pt x="985194" y="1519342"/>
                </a:lnTo>
                <a:lnTo>
                  <a:pt x="738227" y="1519342"/>
                </a:lnTo>
                <a:close/>
                <a:moveTo>
                  <a:pt x="136107" y="839704"/>
                </a:moveTo>
                <a:lnTo>
                  <a:pt x="387590" y="839704"/>
                </a:lnTo>
                <a:cubicBezTo>
                  <a:pt x="615629" y="839704"/>
                  <a:pt x="775180" y="939762"/>
                  <a:pt x="735518" y="1189439"/>
                </a:cubicBezTo>
                <a:cubicBezTo>
                  <a:pt x="707463" y="1383717"/>
                  <a:pt x="537793" y="1525817"/>
                  <a:pt x="341607" y="1519342"/>
                </a:cubicBezTo>
                <a:lnTo>
                  <a:pt x="28860" y="1519342"/>
                </a:lnTo>
                <a:close/>
                <a:moveTo>
                  <a:pt x="1522401" y="828886"/>
                </a:moveTo>
                <a:cubicBezTo>
                  <a:pt x="1640484" y="828886"/>
                  <a:pt x="1793714" y="887460"/>
                  <a:pt x="1828896" y="1003736"/>
                </a:cubicBezTo>
                <a:lnTo>
                  <a:pt x="1584603" y="1088478"/>
                </a:lnTo>
                <a:cubicBezTo>
                  <a:pt x="1570182" y="1054536"/>
                  <a:pt x="1535774" y="1033522"/>
                  <a:pt x="1498993" y="1036192"/>
                </a:cubicBezTo>
                <a:cubicBezTo>
                  <a:pt x="1410639" y="1036191"/>
                  <a:pt x="1350243" y="1111921"/>
                  <a:pt x="1336733" y="1193919"/>
                </a:cubicBezTo>
                <a:cubicBezTo>
                  <a:pt x="1325029" y="1268728"/>
                  <a:pt x="1361079" y="1339057"/>
                  <a:pt x="1441306" y="1339057"/>
                </a:cubicBezTo>
                <a:cubicBezTo>
                  <a:pt x="1485908" y="1341117"/>
                  <a:pt x="1527949" y="1318182"/>
                  <a:pt x="1550359" y="1279564"/>
                </a:cubicBezTo>
                <a:lnTo>
                  <a:pt x="1438599" y="1279564"/>
                </a:lnTo>
                <a:lnTo>
                  <a:pt x="1463849" y="1119110"/>
                </a:lnTo>
                <a:lnTo>
                  <a:pt x="1845117" y="1119110"/>
                </a:lnTo>
                <a:cubicBezTo>
                  <a:pt x="1826189" y="1229969"/>
                  <a:pt x="1811741" y="1322838"/>
                  <a:pt x="1717101" y="1409351"/>
                </a:cubicBezTo>
                <a:cubicBezTo>
                  <a:pt x="1632912" y="1485922"/>
                  <a:pt x="1523533" y="1528907"/>
                  <a:pt x="1409738" y="1530143"/>
                </a:cubicBezTo>
                <a:cubicBezTo>
                  <a:pt x="1202433" y="1530143"/>
                  <a:pt x="1055522" y="1402162"/>
                  <a:pt x="1089767" y="1184021"/>
                </a:cubicBezTo>
                <a:cubicBezTo>
                  <a:pt x="1124914" y="962285"/>
                  <a:pt x="1308812" y="828886"/>
                  <a:pt x="1522401" y="828886"/>
                </a:cubicBezTo>
                <a:close/>
                <a:moveTo>
                  <a:pt x="1023953" y="218275"/>
                </a:moveTo>
                <a:cubicBezTo>
                  <a:pt x="948905" y="217350"/>
                  <a:pt x="885379" y="273472"/>
                  <a:pt x="877044" y="348062"/>
                </a:cubicBezTo>
                <a:cubicBezTo>
                  <a:pt x="866208" y="419277"/>
                  <a:pt x="903161" y="483267"/>
                  <a:pt x="976199" y="483267"/>
                </a:cubicBezTo>
                <a:cubicBezTo>
                  <a:pt x="985886" y="483708"/>
                  <a:pt x="995587" y="482803"/>
                  <a:pt x="1005025" y="480576"/>
                </a:cubicBezTo>
                <a:lnTo>
                  <a:pt x="958173" y="417488"/>
                </a:lnTo>
                <a:lnTo>
                  <a:pt x="1115884" y="388627"/>
                </a:lnTo>
                <a:cubicBezTo>
                  <a:pt x="1122359" y="376798"/>
                  <a:pt x="1126929" y="364023"/>
                  <a:pt x="1129429" y="350771"/>
                </a:cubicBezTo>
                <a:cubicBezTo>
                  <a:pt x="1141133" y="275060"/>
                  <a:pt x="1096956" y="218275"/>
                  <a:pt x="1023953" y="218275"/>
                </a:cubicBezTo>
                <a:close/>
                <a:moveTo>
                  <a:pt x="1980322" y="10970"/>
                </a:moveTo>
                <a:lnTo>
                  <a:pt x="2227289" y="10970"/>
                </a:lnTo>
                <a:lnTo>
                  <a:pt x="2120007" y="690590"/>
                </a:lnTo>
                <a:lnTo>
                  <a:pt x="1873040" y="690590"/>
                </a:lnTo>
                <a:close/>
                <a:moveTo>
                  <a:pt x="1492673" y="10970"/>
                </a:moveTo>
                <a:lnTo>
                  <a:pt x="1739640" y="10970"/>
                </a:lnTo>
                <a:lnTo>
                  <a:pt x="1666637" y="472466"/>
                </a:lnTo>
                <a:lnTo>
                  <a:pt x="1873942" y="472466"/>
                </a:lnTo>
                <a:lnTo>
                  <a:pt x="1839698" y="690590"/>
                </a:lnTo>
                <a:lnTo>
                  <a:pt x="1385426" y="690590"/>
                </a:lnTo>
                <a:close/>
                <a:moveTo>
                  <a:pt x="1058197" y="151"/>
                </a:moveTo>
                <a:cubicBezTo>
                  <a:pt x="1273629" y="151"/>
                  <a:pt x="1412446" y="130841"/>
                  <a:pt x="1377299" y="352577"/>
                </a:cubicBezTo>
                <a:cubicBezTo>
                  <a:pt x="1366283" y="428791"/>
                  <a:pt x="1333410" y="500178"/>
                  <a:pt x="1282659" y="558094"/>
                </a:cubicBezTo>
                <a:lnTo>
                  <a:pt x="1365560" y="668953"/>
                </a:lnTo>
                <a:lnTo>
                  <a:pt x="1159158" y="750083"/>
                </a:lnTo>
                <a:lnTo>
                  <a:pt x="1124011" y="667164"/>
                </a:lnTo>
                <a:cubicBezTo>
                  <a:pt x="1063428" y="690772"/>
                  <a:pt x="998840" y="702402"/>
                  <a:pt x="933828" y="701408"/>
                </a:cubicBezTo>
                <a:cubicBezTo>
                  <a:pt x="728328" y="701408"/>
                  <a:pt x="594929" y="560785"/>
                  <a:pt x="627367" y="352577"/>
                </a:cubicBezTo>
                <a:cubicBezTo>
                  <a:pt x="663735" y="144532"/>
                  <a:pt x="847071" y="-5439"/>
                  <a:pt x="1058197" y="151"/>
                </a:cubicBezTo>
                <a:close/>
                <a:moveTo>
                  <a:pt x="419125" y="151"/>
                </a:moveTo>
                <a:cubicBezTo>
                  <a:pt x="492386" y="-1489"/>
                  <a:pt x="564404" y="19259"/>
                  <a:pt x="625562" y="59627"/>
                </a:cubicBezTo>
                <a:lnTo>
                  <a:pt x="530922" y="233592"/>
                </a:lnTo>
                <a:cubicBezTo>
                  <a:pt x="492880" y="201809"/>
                  <a:pt x="445268" y="183720"/>
                  <a:pt x="395719" y="182225"/>
                </a:cubicBezTo>
                <a:cubicBezTo>
                  <a:pt x="374082" y="182225"/>
                  <a:pt x="341609" y="190334"/>
                  <a:pt x="337129" y="218275"/>
                </a:cubicBezTo>
                <a:cubicBezTo>
                  <a:pt x="333517" y="243525"/>
                  <a:pt x="363246" y="247117"/>
                  <a:pt x="381271" y="251616"/>
                </a:cubicBezTo>
                <a:lnTo>
                  <a:pt x="435381" y="264258"/>
                </a:lnTo>
                <a:cubicBezTo>
                  <a:pt x="536307" y="287683"/>
                  <a:pt x="603024" y="343565"/>
                  <a:pt x="584998" y="458939"/>
                </a:cubicBezTo>
                <a:cubicBezTo>
                  <a:pt x="558846" y="621181"/>
                  <a:pt x="398427" y="701408"/>
                  <a:pt x="251483" y="701408"/>
                </a:cubicBezTo>
                <a:cubicBezTo>
                  <a:pt x="163895" y="701019"/>
                  <a:pt x="77670" y="679692"/>
                  <a:pt x="0" y="639206"/>
                </a:cubicBezTo>
                <a:lnTo>
                  <a:pt x="106379" y="447217"/>
                </a:lnTo>
                <a:lnTo>
                  <a:pt x="117180" y="457150"/>
                </a:lnTo>
                <a:cubicBezTo>
                  <a:pt x="155987" y="494893"/>
                  <a:pt x="207330" y="517029"/>
                  <a:pt x="261415" y="519335"/>
                </a:cubicBezTo>
                <a:cubicBezTo>
                  <a:pt x="285726" y="519335"/>
                  <a:pt x="326291" y="509419"/>
                  <a:pt x="330806" y="478770"/>
                </a:cubicBezTo>
                <a:cubicBezTo>
                  <a:pt x="336224" y="448120"/>
                  <a:pt x="303751" y="445411"/>
                  <a:pt x="282149" y="440913"/>
                </a:cubicBezTo>
                <a:lnTo>
                  <a:pt x="233457" y="431901"/>
                </a:lnTo>
                <a:cubicBezTo>
                  <a:pt x="139720" y="414779"/>
                  <a:pt x="67620" y="357995"/>
                  <a:pt x="84742" y="251616"/>
                </a:cubicBezTo>
                <a:cubicBezTo>
                  <a:pt x="109991" y="90294"/>
                  <a:pt x="271313" y="151"/>
                  <a:pt x="419125" y="151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3551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5B890EC-D08A-4B93-B907-5E14CACCAA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2333" y="1093769"/>
            <a:ext cx="1972008" cy="4585871"/>
          </a:xfrm>
        </p:spPr>
        <p:txBody>
          <a:bodyPr wrap="none">
            <a:noAutofit/>
          </a:bodyPr>
          <a:lstStyle>
            <a:lvl1pPr marL="0" indent="0" algn="r">
              <a:lnSpc>
                <a:spcPct val="80000"/>
              </a:lnSpc>
              <a:buNone/>
              <a:defRPr lang="fr-FR" sz="12000" kern="1200" cap="all" dirty="0">
                <a:solidFill>
                  <a:schemeClr val="bg1">
                    <a:alpha val="1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01</a:t>
            </a:r>
            <a:br>
              <a:rPr lang="en-US" noProof="0"/>
            </a:br>
            <a:r>
              <a:rPr lang="en-US" noProof="0"/>
              <a:t>01</a:t>
            </a:r>
            <a:br>
              <a:rPr lang="en-US" noProof="0"/>
            </a:br>
            <a:r>
              <a:rPr lang="en-US" noProof="0"/>
              <a:t>21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C0FC526-F689-4DBE-8281-CB92AC0569A6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180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635DA1CC-9DE6-4736-AF55-67DBB561F1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91" y="113090"/>
            <a:ext cx="11965818" cy="6631820"/>
          </a:xfrm>
          <a:prstGeom prst="rect">
            <a:avLst/>
          </a:prstGeom>
        </p:spPr>
      </p:pic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7B5E13F2-5D36-42D9-8D56-036BE4CA7A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38030" y="3429000"/>
            <a:ext cx="7543074" cy="938222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800" i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05E20A02-C6DE-463E-88F9-2DAF71F3BF35}"/>
              </a:ext>
            </a:extLst>
          </p:cNvPr>
          <p:cNvSpPr/>
          <p:nvPr userDrawn="1"/>
        </p:nvSpPr>
        <p:spPr>
          <a:xfrm>
            <a:off x="1287659" y="1350027"/>
            <a:ext cx="1557141" cy="635636"/>
          </a:xfrm>
          <a:custGeom>
            <a:avLst/>
            <a:gdLst>
              <a:gd name="connsiteX0" fmla="*/ 2732962 w 5778671"/>
              <a:gd name="connsiteY0" fmla="*/ 1854142 h 2358893"/>
              <a:gd name="connsiteX1" fmla="*/ 2714937 w 5778671"/>
              <a:gd name="connsiteY1" fmla="*/ 1969516 h 2358893"/>
              <a:gd name="connsiteX2" fmla="*/ 2732059 w 5778671"/>
              <a:gd name="connsiteY2" fmla="*/ 1969516 h 2358893"/>
              <a:gd name="connsiteX3" fmla="*/ 2822184 w 5778671"/>
              <a:gd name="connsiteY3" fmla="*/ 1912697 h 2358893"/>
              <a:gd name="connsiteX4" fmla="*/ 2751890 w 5778671"/>
              <a:gd name="connsiteY4" fmla="*/ 1854142 h 2358893"/>
              <a:gd name="connsiteX5" fmla="*/ 1582799 w 5778671"/>
              <a:gd name="connsiteY5" fmla="*/ 1854142 h 2358893"/>
              <a:gd name="connsiteX6" fmla="*/ 1563871 w 5778671"/>
              <a:gd name="connsiteY6" fmla="*/ 1972190 h 2358893"/>
              <a:gd name="connsiteX7" fmla="*/ 1588217 w 5778671"/>
              <a:gd name="connsiteY7" fmla="*/ 1972190 h 2358893"/>
              <a:gd name="connsiteX8" fmla="*/ 1688275 w 5778671"/>
              <a:gd name="connsiteY8" fmla="*/ 1909989 h 2358893"/>
              <a:gd name="connsiteX9" fmla="*/ 1606242 w 5778671"/>
              <a:gd name="connsiteY9" fmla="*/ 1854142 h 2358893"/>
              <a:gd name="connsiteX10" fmla="*/ 5321655 w 5778671"/>
              <a:gd name="connsiteY10" fmla="*/ 1668439 h 2358893"/>
              <a:gd name="connsiteX11" fmla="*/ 5778671 w 5778671"/>
              <a:gd name="connsiteY11" fmla="*/ 1668439 h 2358893"/>
              <a:gd name="connsiteX12" fmla="*/ 5749810 w 5778671"/>
              <a:gd name="connsiteY12" fmla="*/ 1854142 h 2358893"/>
              <a:gd name="connsiteX13" fmla="*/ 5541602 w 5778671"/>
              <a:gd name="connsiteY13" fmla="*/ 1854142 h 2358893"/>
              <a:gd name="connsiteX14" fmla="*/ 5530801 w 5778671"/>
              <a:gd name="connsiteY14" fmla="*/ 1919018 h 2358893"/>
              <a:gd name="connsiteX15" fmla="*/ 5720984 w 5778671"/>
              <a:gd name="connsiteY15" fmla="*/ 1919018 h 2358893"/>
              <a:gd name="connsiteX16" fmla="*/ 5693026 w 5778671"/>
              <a:gd name="connsiteY16" fmla="*/ 2095691 h 2358893"/>
              <a:gd name="connsiteX17" fmla="*/ 5502843 w 5778671"/>
              <a:gd name="connsiteY17" fmla="*/ 2095691 h 2358893"/>
              <a:gd name="connsiteX18" fmla="*/ 5492945 w 5778671"/>
              <a:gd name="connsiteY18" fmla="*/ 2162409 h 2358893"/>
              <a:gd name="connsiteX19" fmla="*/ 5708342 w 5778671"/>
              <a:gd name="connsiteY19" fmla="*/ 2162409 h 2358893"/>
              <a:gd name="connsiteX20" fmla="*/ 5678613 w 5778671"/>
              <a:gd name="connsiteY20" fmla="*/ 2348077 h 2358893"/>
              <a:gd name="connsiteX21" fmla="*/ 5214408 w 5778671"/>
              <a:gd name="connsiteY21" fmla="*/ 2348077 h 2358893"/>
              <a:gd name="connsiteX22" fmla="*/ 4016489 w 5778671"/>
              <a:gd name="connsiteY22" fmla="*/ 1668439 h 2358893"/>
              <a:gd name="connsiteX23" fmla="*/ 4253558 w 5778671"/>
              <a:gd name="connsiteY23" fmla="*/ 1668439 h 2358893"/>
              <a:gd name="connsiteX24" fmla="*/ 4415818 w 5778671"/>
              <a:gd name="connsiteY24" fmla="*/ 2045228 h 2358893"/>
              <a:gd name="connsiteX25" fmla="*/ 4423007 w 5778671"/>
              <a:gd name="connsiteY25" fmla="*/ 2045228 h 2358893"/>
              <a:gd name="connsiteX26" fmla="*/ 4430231 w 5778671"/>
              <a:gd name="connsiteY26" fmla="*/ 1872132 h 2358893"/>
              <a:gd name="connsiteX27" fmla="*/ 4461766 w 5778671"/>
              <a:gd name="connsiteY27" fmla="*/ 1668439 h 2358893"/>
              <a:gd name="connsiteX28" fmla="*/ 4697932 w 5778671"/>
              <a:gd name="connsiteY28" fmla="*/ 1668439 h 2358893"/>
              <a:gd name="connsiteX29" fmla="*/ 4590685 w 5778671"/>
              <a:gd name="connsiteY29" fmla="*/ 2348075 h 2358893"/>
              <a:gd name="connsiteX30" fmla="*/ 4354519 w 5778671"/>
              <a:gd name="connsiteY30" fmla="*/ 2348075 h 2358893"/>
              <a:gd name="connsiteX31" fmla="*/ 4194065 w 5778671"/>
              <a:gd name="connsiteY31" fmla="*/ 1991117 h 2358893"/>
              <a:gd name="connsiteX32" fmla="*/ 4186876 w 5778671"/>
              <a:gd name="connsiteY32" fmla="*/ 1991117 h 2358893"/>
              <a:gd name="connsiteX33" fmla="*/ 4180555 w 5778671"/>
              <a:gd name="connsiteY33" fmla="*/ 2127226 h 2358893"/>
              <a:gd name="connsiteX34" fmla="*/ 4145408 w 5778671"/>
              <a:gd name="connsiteY34" fmla="*/ 2348077 h 2358893"/>
              <a:gd name="connsiteX35" fmla="*/ 3909242 w 5778671"/>
              <a:gd name="connsiteY35" fmla="*/ 2348077 h 2358893"/>
              <a:gd name="connsiteX36" fmla="*/ 3490082 w 5778671"/>
              <a:gd name="connsiteY36" fmla="*/ 1668439 h 2358893"/>
              <a:gd name="connsiteX37" fmla="*/ 3947098 w 5778671"/>
              <a:gd name="connsiteY37" fmla="*/ 1668439 h 2358893"/>
              <a:gd name="connsiteX38" fmla="*/ 3918237 w 5778671"/>
              <a:gd name="connsiteY38" fmla="*/ 1854142 h 2358893"/>
              <a:gd name="connsiteX39" fmla="*/ 3710029 w 5778671"/>
              <a:gd name="connsiteY39" fmla="*/ 1854142 h 2358893"/>
              <a:gd name="connsiteX40" fmla="*/ 3699228 w 5778671"/>
              <a:gd name="connsiteY40" fmla="*/ 1919018 h 2358893"/>
              <a:gd name="connsiteX41" fmla="*/ 3889411 w 5778671"/>
              <a:gd name="connsiteY41" fmla="*/ 1919018 h 2358893"/>
              <a:gd name="connsiteX42" fmla="*/ 3861453 w 5778671"/>
              <a:gd name="connsiteY42" fmla="*/ 2095691 h 2358893"/>
              <a:gd name="connsiteX43" fmla="*/ 3671270 w 5778671"/>
              <a:gd name="connsiteY43" fmla="*/ 2095691 h 2358893"/>
              <a:gd name="connsiteX44" fmla="*/ 3661372 w 5778671"/>
              <a:gd name="connsiteY44" fmla="*/ 2162409 h 2358893"/>
              <a:gd name="connsiteX45" fmla="*/ 3876769 w 5778671"/>
              <a:gd name="connsiteY45" fmla="*/ 2162409 h 2358893"/>
              <a:gd name="connsiteX46" fmla="*/ 3847040 w 5778671"/>
              <a:gd name="connsiteY46" fmla="*/ 2348077 h 2358893"/>
              <a:gd name="connsiteX47" fmla="*/ 3382835 w 5778671"/>
              <a:gd name="connsiteY47" fmla="*/ 2348077 h 2358893"/>
              <a:gd name="connsiteX48" fmla="*/ 3168307 w 5778671"/>
              <a:gd name="connsiteY48" fmla="*/ 1668439 h 2358893"/>
              <a:gd name="connsiteX49" fmla="*/ 3415274 w 5778671"/>
              <a:gd name="connsiteY49" fmla="*/ 1668439 h 2358893"/>
              <a:gd name="connsiteX50" fmla="*/ 3308027 w 5778671"/>
              <a:gd name="connsiteY50" fmla="*/ 2348075 h 2358893"/>
              <a:gd name="connsiteX51" fmla="*/ 3061059 w 5778671"/>
              <a:gd name="connsiteY51" fmla="*/ 2348075 h 2358893"/>
              <a:gd name="connsiteX52" fmla="*/ 2520239 w 5778671"/>
              <a:gd name="connsiteY52" fmla="*/ 1668439 h 2358893"/>
              <a:gd name="connsiteX53" fmla="*/ 2818572 w 5778671"/>
              <a:gd name="connsiteY53" fmla="*/ 1668439 h 2358893"/>
              <a:gd name="connsiteX54" fmla="*/ 3064637 w 5778671"/>
              <a:gd name="connsiteY54" fmla="*/ 1904605 h 2358893"/>
              <a:gd name="connsiteX55" fmla="*/ 2905120 w 5778671"/>
              <a:gd name="connsiteY55" fmla="*/ 2081278 h 2358893"/>
              <a:gd name="connsiteX56" fmla="*/ 2904217 w 5778671"/>
              <a:gd name="connsiteY56" fmla="*/ 2086661 h 2358893"/>
              <a:gd name="connsiteX57" fmla="*/ 2939364 w 5778671"/>
              <a:gd name="connsiteY57" fmla="*/ 2127226 h 2358893"/>
              <a:gd name="connsiteX58" fmla="*/ 3052031 w 5778671"/>
              <a:gd name="connsiteY58" fmla="*/ 2348078 h 2358893"/>
              <a:gd name="connsiteX59" fmla="*/ 2767206 w 5778671"/>
              <a:gd name="connsiteY59" fmla="*/ 2348078 h 2358893"/>
              <a:gd name="connsiteX60" fmla="*/ 2693300 w 5778671"/>
              <a:gd name="connsiteY60" fmla="*/ 2129937 h 2358893"/>
              <a:gd name="connsiteX61" fmla="*/ 2688784 w 5778671"/>
              <a:gd name="connsiteY61" fmla="*/ 2129937 h 2358893"/>
              <a:gd name="connsiteX62" fmla="*/ 2654541 w 5778671"/>
              <a:gd name="connsiteY62" fmla="*/ 2348075 h 2358893"/>
              <a:gd name="connsiteX63" fmla="*/ 2412956 w 5778671"/>
              <a:gd name="connsiteY63" fmla="*/ 2348075 h 2358893"/>
              <a:gd name="connsiteX64" fmla="*/ 1990219 w 5778671"/>
              <a:gd name="connsiteY64" fmla="*/ 1668439 h 2358893"/>
              <a:gd name="connsiteX65" fmla="*/ 2447235 w 5778671"/>
              <a:gd name="connsiteY65" fmla="*/ 1668439 h 2358893"/>
              <a:gd name="connsiteX66" fmla="*/ 2418375 w 5778671"/>
              <a:gd name="connsiteY66" fmla="*/ 1854142 h 2358893"/>
              <a:gd name="connsiteX67" fmla="*/ 2210167 w 5778671"/>
              <a:gd name="connsiteY67" fmla="*/ 1854142 h 2358893"/>
              <a:gd name="connsiteX68" fmla="*/ 2199366 w 5778671"/>
              <a:gd name="connsiteY68" fmla="*/ 1919018 h 2358893"/>
              <a:gd name="connsiteX69" fmla="*/ 2389549 w 5778671"/>
              <a:gd name="connsiteY69" fmla="*/ 1919018 h 2358893"/>
              <a:gd name="connsiteX70" fmla="*/ 2361591 w 5778671"/>
              <a:gd name="connsiteY70" fmla="*/ 2095691 h 2358893"/>
              <a:gd name="connsiteX71" fmla="*/ 2171407 w 5778671"/>
              <a:gd name="connsiteY71" fmla="*/ 2095691 h 2358893"/>
              <a:gd name="connsiteX72" fmla="*/ 2161509 w 5778671"/>
              <a:gd name="connsiteY72" fmla="*/ 2162409 h 2358893"/>
              <a:gd name="connsiteX73" fmla="*/ 2376908 w 5778671"/>
              <a:gd name="connsiteY73" fmla="*/ 2162409 h 2358893"/>
              <a:gd name="connsiteX74" fmla="*/ 2347176 w 5778671"/>
              <a:gd name="connsiteY74" fmla="*/ 2348075 h 2358893"/>
              <a:gd name="connsiteX75" fmla="*/ 1882972 w 5778671"/>
              <a:gd name="connsiteY75" fmla="*/ 2348075 h 2358893"/>
              <a:gd name="connsiteX76" fmla="*/ 1373688 w 5778671"/>
              <a:gd name="connsiteY76" fmla="*/ 1668439 h 2358893"/>
              <a:gd name="connsiteX77" fmla="*/ 1686468 w 5778671"/>
              <a:gd name="connsiteY77" fmla="*/ 1668439 h 2358893"/>
              <a:gd name="connsiteX78" fmla="*/ 1923537 w 5778671"/>
              <a:gd name="connsiteY78" fmla="*/ 1918115 h 2358893"/>
              <a:gd name="connsiteX79" fmla="*/ 1663025 w 5778671"/>
              <a:gd name="connsiteY79" fmla="*/ 2143445 h 2358893"/>
              <a:gd name="connsiteX80" fmla="*/ 1536850 w 5778671"/>
              <a:gd name="connsiteY80" fmla="*/ 2143445 h 2358893"/>
              <a:gd name="connsiteX81" fmla="*/ 1504377 w 5778671"/>
              <a:gd name="connsiteY81" fmla="*/ 2348075 h 2358893"/>
              <a:gd name="connsiteX82" fmla="*/ 1266440 w 5778671"/>
              <a:gd name="connsiteY82" fmla="*/ 2348075 h 2358893"/>
              <a:gd name="connsiteX83" fmla="*/ 1327704 w 5778671"/>
              <a:gd name="connsiteY83" fmla="*/ 1668439 h 2358893"/>
              <a:gd name="connsiteX84" fmla="*/ 1065421 w 5778671"/>
              <a:gd name="connsiteY84" fmla="*/ 1986605 h 2358893"/>
              <a:gd name="connsiteX85" fmla="*/ 1250187 w 5778671"/>
              <a:gd name="connsiteY85" fmla="*/ 2348075 h 2358893"/>
              <a:gd name="connsiteX86" fmla="*/ 968975 w 5778671"/>
              <a:gd name="connsiteY86" fmla="*/ 2348075 h 2358893"/>
              <a:gd name="connsiteX87" fmla="*/ 913997 w 5778671"/>
              <a:gd name="connsiteY87" fmla="*/ 2203841 h 2358893"/>
              <a:gd name="connsiteX88" fmla="*/ 906773 w 5778671"/>
              <a:gd name="connsiteY88" fmla="*/ 2162410 h 2358893"/>
              <a:gd name="connsiteX89" fmla="*/ 899551 w 5778671"/>
              <a:gd name="connsiteY89" fmla="*/ 2162410 h 2358893"/>
              <a:gd name="connsiteX90" fmla="*/ 872531 w 5778671"/>
              <a:gd name="connsiteY90" fmla="*/ 2209261 h 2358893"/>
              <a:gd name="connsiteX91" fmla="*/ 775180 w 5778671"/>
              <a:gd name="connsiteY91" fmla="*/ 2348075 h 2358893"/>
              <a:gd name="connsiteX92" fmla="*/ 493934 w 5778671"/>
              <a:gd name="connsiteY92" fmla="*/ 2348075 h 2358893"/>
              <a:gd name="connsiteX93" fmla="*/ 789593 w 5778671"/>
              <a:gd name="connsiteY93" fmla="*/ 1986605 h 2358893"/>
              <a:gd name="connsiteX94" fmla="*/ 625562 w 5778671"/>
              <a:gd name="connsiteY94" fmla="*/ 1668440 h 2358893"/>
              <a:gd name="connsiteX95" fmla="*/ 904064 w 5778671"/>
              <a:gd name="connsiteY95" fmla="*/ 1668440 h 2358893"/>
              <a:gd name="connsiteX96" fmla="*/ 939211 w 5778671"/>
              <a:gd name="connsiteY96" fmla="*/ 1764886 h 2358893"/>
              <a:gd name="connsiteX97" fmla="*/ 951853 w 5778671"/>
              <a:gd name="connsiteY97" fmla="*/ 1820767 h 2358893"/>
              <a:gd name="connsiteX98" fmla="*/ 957236 w 5778671"/>
              <a:gd name="connsiteY98" fmla="*/ 1820767 h 2358893"/>
              <a:gd name="connsiteX99" fmla="*/ 987000 w 5778671"/>
              <a:gd name="connsiteY99" fmla="*/ 1764886 h 2358893"/>
              <a:gd name="connsiteX100" fmla="*/ 1049201 w 5778671"/>
              <a:gd name="connsiteY100" fmla="*/ 1668440 h 2358893"/>
              <a:gd name="connsiteX101" fmla="*/ 130689 w 5778671"/>
              <a:gd name="connsiteY101" fmla="*/ 1668439 h 2358893"/>
              <a:gd name="connsiteX102" fmla="*/ 587705 w 5778671"/>
              <a:gd name="connsiteY102" fmla="*/ 1668439 h 2358893"/>
              <a:gd name="connsiteX103" fmla="*/ 558845 w 5778671"/>
              <a:gd name="connsiteY103" fmla="*/ 1854142 h 2358893"/>
              <a:gd name="connsiteX104" fmla="*/ 350636 w 5778671"/>
              <a:gd name="connsiteY104" fmla="*/ 1854142 h 2358893"/>
              <a:gd name="connsiteX105" fmla="*/ 339835 w 5778671"/>
              <a:gd name="connsiteY105" fmla="*/ 1919018 h 2358893"/>
              <a:gd name="connsiteX106" fmla="*/ 530018 w 5778671"/>
              <a:gd name="connsiteY106" fmla="*/ 1919018 h 2358893"/>
              <a:gd name="connsiteX107" fmla="*/ 502060 w 5778671"/>
              <a:gd name="connsiteY107" fmla="*/ 2095691 h 2358893"/>
              <a:gd name="connsiteX108" fmla="*/ 311877 w 5778671"/>
              <a:gd name="connsiteY108" fmla="*/ 2095691 h 2358893"/>
              <a:gd name="connsiteX109" fmla="*/ 301979 w 5778671"/>
              <a:gd name="connsiteY109" fmla="*/ 2162409 h 2358893"/>
              <a:gd name="connsiteX110" fmla="*/ 517376 w 5778671"/>
              <a:gd name="connsiteY110" fmla="*/ 2162409 h 2358893"/>
              <a:gd name="connsiteX111" fmla="*/ 487647 w 5778671"/>
              <a:gd name="connsiteY111" fmla="*/ 2348075 h 2358893"/>
              <a:gd name="connsiteX112" fmla="*/ 23442 w 5778671"/>
              <a:gd name="connsiteY112" fmla="*/ 2348075 h 2358893"/>
              <a:gd name="connsiteX113" fmla="*/ 5102646 w 5778671"/>
              <a:gd name="connsiteY113" fmla="*/ 1657639 h 2358893"/>
              <a:gd name="connsiteX114" fmla="*/ 5264002 w 5778671"/>
              <a:gd name="connsiteY114" fmla="*/ 1685562 h 2358893"/>
              <a:gd name="connsiteX115" fmla="*/ 5230627 w 5778671"/>
              <a:gd name="connsiteY115" fmla="*/ 1944267 h 2358893"/>
              <a:gd name="connsiteX116" fmla="*/ 5096325 w 5778671"/>
              <a:gd name="connsiteY116" fmla="*/ 1875744 h 2358893"/>
              <a:gd name="connsiteX117" fmla="*/ 4941289 w 5778671"/>
              <a:gd name="connsiteY117" fmla="*/ 2008275 h 2358893"/>
              <a:gd name="connsiteX118" fmla="*/ 5031655 w 5778671"/>
              <a:gd name="connsiteY118" fmla="*/ 2139050 h 2358893"/>
              <a:gd name="connsiteX119" fmla="*/ 5057566 w 5778671"/>
              <a:gd name="connsiteY119" fmla="*/ 2140736 h 2358893"/>
              <a:gd name="connsiteX120" fmla="*/ 5209893 w 5778671"/>
              <a:gd name="connsiteY120" fmla="*/ 2077666 h 2358893"/>
              <a:gd name="connsiteX121" fmla="*/ 5162139 w 5778671"/>
              <a:gd name="connsiteY121" fmla="*/ 2331823 h 2358893"/>
              <a:gd name="connsiteX122" fmla="*/ 4981854 w 5778671"/>
              <a:gd name="connsiteY122" fmla="*/ 2358878 h 2358893"/>
              <a:gd name="connsiteX123" fmla="*/ 4691612 w 5778671"/>
              <a:gd name="connsiteY123" fmla="*/ 2014561 h 2358893"/>
              <a:gd name="connsiteX124" fmla="*/ 5102646 w 5778671"/>
              <a:gd name="connsiteY124" fmla="*/ 1657639 h 2358893"/>
              <a:gd name="connsiteX125" fmla="*/ 2968225 w 5778671"/>
              <a:gd name="connsiteY125" fmla="*/ 1065938 h 2358893"/>
              <a:gd name="connsiteX126" fmla="*/ 2889805 w 5778671"/>
              <a:gd name="connsiteY126" fmla="*/ 1273243 h 2358893"/>
              <a:gd name="connsiteX127" fmla="*/ 2988959 w 5778671"/>
              <a:gd name="connsiteY127" fmla="*/ 1273242 h 2358893"/>
              <a:gd name="connsiteX128" fmla="*/ 2979026 w 5778671"/>
              <a:gd name="connsiteY128" fmla="*/ 1153354 h 2358893"/>
              <a:gd name="connsiteX129" fmla="*/ 2977255 w 5778671"/>
              <a:gd name="connsiteY129" fmla="*/ 1065938 h 2358893"/>
              <a:gd name="connsiteX130" fmla="*/ 349734 w 5778671"/>
              <a:gd name="connsiteY130" fmla="*/ 1052427 h 2358893"/>
              <a:gd name="connsiteX131" fmla="*/ 308267 w 5778671"/>
              <a:gd name="connsiteY131" fmla="*/ 1315614 h 2358893"/>
              <a:gd name="connsiteX132" fmla="*/ 323582 w 5778671"/>
              <a:gd name="connsiteY132" fmla="*/ 1315614 h 2358893"/>
              <a:gd name="connsiteX133" fmla="*/ 488551 w 5778671"/>
              <a:gd name="connsiteY133" fmla="*/ 1188535 h 2358893"/>
              <a:gd name="connsiteX134" fmla="*/ 365051 w 5778671"/>
              <a:gd name="connsiteY134" fmla="*/ 1052427 h 2358893"/>
              <a:gd name="connsiteX135" fmla="*/ 3399992 w 5778671"/>
              <a:gd name="connsiteY135" fmla="*/ 839704 h 2358893"/>
              <a:gd name="connsiteX136" fmla="*/ 3646959 w 5778671"/>
              <a:gd name="connsiteY136" fmla="*/ 839704 h 2358893"/>
              <a:gd name="connsiteX137" fmla="*/ 3573956 w 5778671"/>
              <a:gd name="connsiteY137" fmla="*/ 1301201 h 2358893"/>
              <a:gd name="connsiteX138" fmla="*/ 3781261 w 5778671"/>
              <a:gd name="connsiteY138" fmla="*/ 1301201 h 2358893"/>
              <a:gd name="connsiteX139" fmla="*/ 3747017 w 5778671"/>
              <a:gd name="connsiteY139" fmla="*/ 1519342 h 2358893"/>
              <a:gd name="connsiteX140" fmla="*/ 3292710 w 5778671"/>
              <a:gd name="connsiteY140" fmla="*/ 1519342 h 2358893"/>
              <a:gd name="connsiteX141" fmla="*/ 2869070 w 5778671"/>
              <a:gd name="connsiteY141" fmla="*/ 839704 h 2358893"/>
              <a:gd name="connsiteX142" fmla="*/ 3142190 w 5778671"/>
              <a:gd name="connsiteY142" fmla="*/ 839704 h 2358893"/>
              <a:gd name="connsiteX143" fmla="*/ 3277395 w 5778671"/>
              <a:gd name="connsiteY143" fmla="*/ 1519342 h 2358893"/>
              <a:gd name="connsiteX144" fmla="*/ 3016014 w 5778671"/>
              <a:gd name="connsiteY144" fmla="*/ 1519342 h 2358893"/>
              <a:gd name="connsiteX145" fmla="*/ 3006984 w 5778671"/>
              <a:gd name="connsiteY145" fmla="*/ 1434599 h 2358893"/>
              <a:gd name="connsiteX146" fmla="*/ 2820413 w 5778671"/>
              <a:gd name="connsiteY146" fmla="*/ 1434599 h 2358893"/>
              <a:gd name="connsiteX147" fmla="*/ 2787037 w 5778671"/>
              <a:gd name="connsiteY147" fmla="*/ 1519342 h 2358893"/>
              <a:gd name="connsiteX148" fmla="*/ 2525657 w 5778671"/>
              <a:gd name="connsiteY148" fmla="*/ 1519342 h 2358893"/>
              <a:gd name="connsiteX149" fmla="*/ 2218294 w 5778671"/>
              <a:gd name="connsiteY149" fmla="*/ 839704 h 2358893"/>
              <a:gd name="connsiteX150" fmla="*/ 2737477 w 5778671"/>
              <a:gd name="connsiteY150" fmla="*/ 839704 h 2358893"/>
              <a:gd name="connsiteX151" fmla="*/ 2703199 w 5778671"/>
              <a:gd name="connsiteY151" fmla="*/ 1060520 h 2358893"/>
              <a:gd name="connsiteX152" fmla="*/ 2568029 w 5778671"/>
              <a:gd name="connsiteY152" fmla="*/ 1054233 h 2358893"/>
              <a:gd name="connsiteX153" fmla="*/ 2494088 w 5778671"/>
              <a:gd name="connsiteY153" fmla="*/ 1519342 h 2358893"/>
              <a:gd name="connsiteX154" fmla="*/ 2247120 w 5778671"/>
              <a:gd name="connsiteY154" fmla="*/ 1519342 h 2358893"/>
              <a:gd name="connsiteX155" fmla="*/ 2321026 w 5778671"/>
              <a:gd name="connsiteY155" fmla="*/ 1054233 h 2358893"/>
              <a:gd name="connsiteX156" fmla="*/ 2184015 w 5778671"/>
              <a:gd name="connsiteY156" fmla="*/ 1060519 h 2358893"/>
              <a:gd name="connsiteX157" fmla="*/ 1939757 w 5778671"/>
              <a:gd name="connsiteY157" fmla="*/ 839704 h 2358893"/>
              <a:gd name="connsiteX158" fmla="*/ 2186723 w 5778671"/>
              <a:gd name="connsiteY158" fmla="*/ 839704 h 2358893"/>
              <a:gd name="connsiteX159" fmla="*/ 2079476 w 5778671"/>
              <a:gd name="connsiteY159" fmla="*/ 1519342 h 2358893"/>
              <a:gd name="connsiteX160" fmla="*/ 1832509 w 5778671"/>
              <a:gd name="connsiteY160" fmla="*/ 1519342 h 2358893"/>
              <a:gd name="connsiteX161" fmla="*/ 845509 w 5778671"/>
              <a:gd name="connsiteY161" fmla="*/ 839704 h 2358893"/>
              <a:gd name="connsiteX162" fmla="*/ 1092476 w 5778671"/>
              <a:gd name="connsiteY162" fmla="*/ 839704 h 2358893"/>
              <a:gd name="connsiteX163" fmla="*/ 985194 w 5778671"/>
              <a:gd name="connsiteY163" fmla="*/ 1519342 h 2358893"/>
              <a:gd name="connsiteX164" fmla="*/ 738227 w 5778671"/>
              <a:gd name="connsiteY164" fmla="*/ 1519342 h 2358893"/>
              <a:gd name="connsiteX165" fmla="*/ 136107 w 5778671"/>
              <a:gd name="connsiteY165" fmla="*/ 839704 h 2358893"/>
              <a:gd name="connsiteX166" fmla="*/ 387590 w 5778671"/>
              <a:gd name="connsiteY166" fmla="*/ 839704 h 2358893"/>
              <a:gd name="connsiteX167" fmla="*/ 735518 w 5778671"/>
              <a:gd name="connsiteY167" fmla="*/ 1189439 h 2358893"/>
              <a:gd name="connsiteX168" fmla="*/ 341607 w 5778671"/>
              <a:gd name="connsiteY168" fmla="*/ 1519342 h 2358893"/>
              <a:gd name="connsiteX169" fmla="*/ 28860 w 5778671"/>
              <a:gd name="connsiteY169" fmla="*/ 1519342 h 2358893"/>
              <a:gd name="connsiteX170" fmla="*/ 1522401 w 5778671"/>
              <a:gd name="connsiteY170" fmla="*/ 828886 h 2358893"/>
              <a:gd name="connsiteX171" fmla="*/ 1828896 w 5778671"/>
              <a:gd name="connsiteY171" fmla="*/ 1003736 h 2358893"/>
              <a:gd name="connsiteX172" fmla="*/ 1584603 w 5778671"/>
              <a:gd name="connsiteY172" fmla="*/ 1088478 h 2358893"/>
              <a:gd name="connsiteX173" fmla="*/ 1498993 w 5778671"/>
              <a:gd name="connsiteY173" fmla="*/ 1036192 h 2358893"/>
              <a:gd name="connsiteX174" fmla="*/ 1336733 w 5778671"/>
              <a:gd name="connsiteY174" fmla="*/ 1193919 h 2358893"/>
              <a:gd name="connsiteX175" fmla="*/ 1441306 w 5778671"/>
              <a:gd name="connsiteY175" fmla="*/ 1339057 h 2358893"/>
              <a:gd name="connsiteX176" fmla="*/ 1550359 w 5778671"/>
              <a:gd name="connsiteY176" fmla="*/ 1279564 h 2358893"/>
              <a:gd name="connsiteX177" fmla="*/ 1438599 w 5778671"/>
              <a:gd name="connsiteY177" fmla="*/ 1279564 h 2358893"/>
              <a:gd name="connsiteX178" fmla="*/ 1463849 w 5778671"/>
              <a:gd name="connsiteY178" fmla="*/ 1119110 h 2358893"/>
              <a:gd name="connsiteX179" fmla="*/ 1845117 w 5778671"/>
              <a:gd name="connsiteY179" fmla="*/ 1119110 h 2358893"/>
              <a:gd name="connsiteX180" fmla="*/ 1717101 w 5778671"/>
              <a:gd name="connsiteY180" fmla="*/ 1409351 h 2358893"/>
              <a:gd name="connsiteX181" fmla="*/ 1409738 w 5778671"/>
              <a:gd name="connsiteY181" fmla="*/ 1530143 h 2358893"/>
              <a:gd name="connsiteX182" fmla="*/ 1089767 w 5778671"/>
              <a:gd name="connsiteY182" fmla="*/ 1184021 h 2358893"/>
              <a:gd name="connsiteX183" fmla="*/ 1522401 w 5778671"/>
              <a:gd name="connsiteY183" fmla="*/ 828886 h 2358893"/>
              <a:gd name="connsiteX184" fmla="*/ 1023953 w 5778671"/>
              <a:gd name="connsiteY184" fmla="*/ 218275 h 2358893"/>
              <a:gd name="connsiteX185" fmla="*/ 877044 w 5778671"/>
              <a:gd name="connsiteY185" fmla="*/ 348062 h 2358893"/>
              <a:gd name="connsiteX186" fmla="*/ 976199 w 5778671"/>
              <a:gd name="connsiteY186" fmla="*/ 483267 h 2358893"/>
              <a:gd name="connsiteX187" fmla="*/ 1005025 w 5778671"/>
              <a:gd name="connsiteY187" fmla="*/ 480576 h 2358893"/>
              <a:gd name="connsiteX188" fmla="*/ 958173 w 5778671"/>
              <a:gd name="connsiteY188" fmla="*/ 417488 h 2358893"/>
              <a:gd name="connsiteX189" fmla="*/ 1115884 w 5778671"/>
              <a:gd name="connsiteY189" fmla="*/ 388627 h 2358893"/>
              <a:gd name="connsiteX190" fmla="*/ 1129429 w 5778671"/>
              <a:gd name="connsiteY190" fmla="*/ 350771 h 2358893"/>
              <a:gd name="connsiteX191" fmla="*/ 1023953 w 5778671"/>
              <a:gd name="connsiteY191" fmla="*/ 218275 h 2358893"/>
              <a:gd name="connsiteX192" fmla="*/ 1980322 w 5778671"/>
              <a:gd name="connsiteY192" fmla="*/ 10970 h 2358893"/>
              <a:gd name="connsiteX193" fmla="*/ 2227289 w 5778671"/>
              <a:gd name="connsiteY193" fmla="*/ 10970 h 2358893"/>
              <a:gd name="connsiteX194" fmla="*/ 2120007 w 5778671"/>
              <a:gd name="connsiteY194" fmla="*/ 690590 h 2358893"/>
              <a:gd name="connsiteX195" fmla="*/ 1873040 w 5778671"/>
              <a:gd name="connsiteY195" fmla="*/ 690590 h 2358893"/>
              <a:gd name="connsiteX196" fmla="*/ 1492673 w 5778671"/>
              <a:gd name="connsiteY196" fmla="*/ 10970 h 2358893"/>
              <a:gd name="connsiteX197" fmla="*/ 1739640 w 5778671"/>
              <a:gd name="connsiteY197" fmla="*/ 10970 h 2358893"/>
              <a:gd name="connsiteX198" fmla="*/ 1666637 w 5778671"/>
              <a:gd name="connsiteY198" fmla="*/ 472466 h 2358893"/>
              <a:gd name="connsiteX199" fmla="*/ 1873942 w 5778671"/>
              <a:gd name="connsiteY199" fmla="*/ 472466 h 2358893"/>
              <a:gd name="connsiteX200" fmla="*/ 1839698 w 5778671"/>
              <a:gd name="connsiteY200" fmla="*/ 690590 h 2358893"/>
              <a:gd name="connsiteX201" fmla="*/ 1385426 w 5778671"/>
              <a:gd name="connsiteY201" fmla="*/ 690590 h 2358893"/>
              <a:gd name="connsiteX202" fmla="*/ 1058197 w 5778671"/>
              <a:gd name="connsiteY202" fmla="*/ 151 h 2358893"/>
              <a:gd name="connsiteX203" fmla="*/ 1377299 w 5778671"/>
              <a:gd name="connsiteY203" fmla="*/ 352577 h 2358893"/>
              <a:gd name="connsiteX204" fmla="*/ 1282659 w 5778671"/>
              <a:gd name="connsiteY204" fmla="*/ 558094 h 2358893"/>
              <a:gd name="connsiteX205" fmla="*/ 1365560 w 5778671"/>
              <a:gd name="connsiteY205" fmla="*/ 668953 h 2358893"/>
              <a:gd name="connsiteX206" fmla="*/ 1159158 w 5778671"/>
              <a:gd name="connsiteY206" fmla="*/ 750083 h 2358893"/>
              <a:gd name="connsiteX207" fmla="*/ 1124011 w 5778671"/>
              <a:gd name="connsiteY207" fmla="*/ 667164 h 2358893"/>
              <a:gd name="connsiteX208" fmla="*/ 933828 w 5778671"/>
              <a:gd name="connsiteY208" fmla="*/ 701408 h 2358893"/>
              <a:gd name="connsiteX209" fmla="*/ 627367 w 5778671"/>
              <a:gd name="connsiteY209" fmla="*/ 352577 h 2358893"/>
              <a:gd name="connsiteX210" fmla="*/ 1058197 w 5778671"/>
              <a:gd name="connsiteY210" fmla="*/ 151 h 2358893"/>
              <a:gd name="connsiteX211" fmla="*/ 419125 w 5778671"/>
              <a:gd name="connsiteY211" fmla="*/ 151 h 2358893"/>
              <a:gd name="connsiteX212" fmla="*/ 625562 w 5778671"/>
              <a:gd name="connsiteY212" fmla="*/ 59627 h 2358893"/>
              <a:gd name="connsiteX213" fmla="*/ 530922 w 5778671"/>
              <a:gd name="connsiteY213" fmla="*/ 233592 h 2358893"/>
              <a:gd name="connsiteX214" fmla="*/ 395719 w 5778671"/>
              <a:gd name="connsiteY214" fmla="*/ 182225 h 2358893"/>
              <a:gd name="connsiteX215" fmla="*/ 337129 w 5778671"/>
              <a:gd name="connsiteY215" fmla="*/ 218275 h 2358893"/>
              <a:gd name="connsiteX216" fmla="*/ 381271 w 5778671"/>
              <a:gd name="connsiteY216" fmla="*/ 251616 h 2358893"/>
              <a:gd name="connsiteX217" fmla="*/ 435381 w 5778671"/>
              <a:gd name="connsiteY217" fmla="*/ 264258 h 2358893"/>
              <a:gd name="connsiteX218" fmla="*/ 584998 w 5778671"/>
              <a:gd name="connsiteY218" fmla="*/ 458939 h 2358893"/>
              <a:gd name="connsiteX219" fmla="*/ 251483 w 5778671"/>
              <a:gd name="connsiteY219" fmla="*/ 701408 h 2358893"/>
              <a:gd name="connsiteX220" fmla="*/ 0 w 5778671"/>
              <a:gd name="connsiteY220" fmla="*/ 639206 h 2358893"/>
              <a:gd name="connsiteX221" fmla="*/ 106379 w 5778671"/>
              <a:gd name="connsiteY221" fmla="*/ 447217 h 2358893"/>
              <a:gd name="connsiteX222" fmla="*/ 117180 w 5778671"/>
              <a:gd name="connsiteY222" fmla="*/ 457150 h 2358893"/>
              <a:gd name="connsiteX223" fmla="*/ 261415 w 5778671"/>
              <a:gd name="connsiteY223" fmla="*/ 519335 h 2358893"/>
              <a:gd name="connsiteX224" fmla="*/ 330806 w 5778671"/>
              <a:gd name="connsiteY224" fmla="*/ 478770 h 2358893"/>
              <a:gd name="connsiteX225" fmla="*/ 282149 w 5778671"/>
              <a:gd name="connsiteY225" fmla="*/ 440913 h 2358893"/>
              <a:gd name="connsiteX226" fmla="*/ 233457 w 5778671"/>
              <a:gd name="connsiteY226" fmla="*/ 431901 h 2358893"/>
              <a:gd name="connsiteX227" fmla="*/ 84742 w 5778671"/>
              <a:gd name="connsiteY227" fmla="*/ 251616 h 2358893"/>
              <a:gd name="connsiteX228" fmla="*/ 419125 w 5778671"/>
              <a:gd name="connsiteY228" fmla="*/ 151 h 2358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</a:cxnLst>
            <a:rect l="l" t="t" r="r" b="b"/>
            <a:pathLst>
              <a:path w="5778671" h="2358893">
                <a:moveTo>
                  <a:pt x="2732962" y="1854142"/>
                </a:moveTo>
                <a:lnTo>
                  <a:pt x="2714937" y="1969516"/>
                </a:lnTo>
                <a:lnTo>
                  <a:pt x="2732059" y="1969516"/>
                </a:lnTo>
                <a:cubicBezTo>
                  <a:pt x="2772624" y="1969516"/>
                  <a:pt x="2814057" y="1963195"/>
                  <a:pt x="2822184" y="1912697"/>
                </a:cubicBezTo>
                <a:cubicBezTo>
                  <a:pt x="2830311" y="1860428"/>
                  <a:pt x="2794261" y="1854142"/>
                  <a:pt x="2751890" y="1854142"/>
                </a:cubicBezTo>
                <a:close/>
                <a:moveTo>
                  <a:pt x="1582799" y="1854142"/>
                </a:moveTo>
                <a:lnTo>
                  <a:pt x="1563871" y="1972190"/>
                </a:lnTo>
                <a:lnTo>
                  <a:pt x="1588217" y="1972190"/>
                </a:lnTo>
                <a:cubicBezTo>
                  <a:pt x="1631491" y="1972190"/>
                  <a:pt x="1679245" y="1965001"/>
                  <a:pt x="1688275" y="1909989"/>
                </a:cubicBezTo>
                <a:cubicBezTo>
                  <a:pt x="1696367" y="1856816"/>
                  <a:pt x="1646808" y="1854142"/>
                  <a:pt x="1606242" y="1854142"/>
                </a:cubicBezTo>
                <a:close/>
                <a:moveTo>
                  <a:pt x="5321655" y="1668439"/>
                </a:moveTo>
                <a:lnTo>
                  <a:pt x="5778671" y="1668439"/>
                </a:lnTo>
                <a:lnTo>
                  <a:pt x="5749810" y="1854142"/>
                </a:lnTo>
                <a:lnTo>
                  <a:pt x="5541602" y="1854142"/>
                </a:lnTo>
                <a:lnTo>
                  <a:pt x="5530801" y="1919018"/>
                </a:lnTo>
                <a:lnTo>
                  <a:pt x="5720984" y="1919018"/>
                </a:lnTo>
                <a:lnTo>
                  <a:pt x="5693026" y="2095691"/>
                </a:lnTo>
                <a:lnTo>
                  <a:pt x="5502843" y="2095691"/>
                </a:lnTo>
                <a:lnTo>
                  <a:pt x="5492945" y="2162409"/>
                </a:lnTo>
                <a:lnTo>
                  <a:pt x="5708342" y="2162409"/>
                </a:lnTo>
                <a:lnTo>
                  <a:pt x="5678613" y="2348077"/>
                </a:lnTo>
                <a:lnTo>
                  <a:pt x="5214408" y="2348077"/>
                </a:lnTo>
                <a:close/>
                <a:moveTo>
                  <a:pt x="4016489" y="1668439"/>
                </a:moveTo>
                <a:lnTo>
                  <a:pt x="4253558" y="1668439"/>
                </a:lnTo>
                <a:lnTo>
                  <a:pt x="4415818" y="2045228"/>
                </a:lnTo>
                <a:lnTo>
                  <a:pt x="4423007" y="2045228"/>
                </a:lnTo>
                <a:cubicBezTo>
                  <a:pt x="4420020" y="1987430"/>
                  <a:pt x="4422438" y="1929480"/>
                  <a:pt x="4430231" y="1872132"/>
                </a:cubicBezTo>
                <a:lnTo>
                  <a:pt x="4461766" y="1668439"/>
                </a:lnTo>
                <a:lnTo>
                  <a:pt x="4697932" y="1668439"/>
                </a:lnTo>
                <a:lnTo>
                  <a:pt x="4590685" y="2348075"/>
                </a:lnTo>
                <a:lnTo>
                  <a:pt x="4354519" y="2348075"/>
                </a:lnTo>
                <a:lnTo>
                  <a:pt x="4194065" y="1991117"/>
                </a:lnTo>
                <a:lnTo>
                  <a:pt x="4186876" y="1991117"/>
                </a:lnTo>
                <a:cubicBezTo>
                  <a:pt x="4188420" y="2036583"/>
                  <a:pt x="4186306" y="2082099"/>
                  <a:pt x="4180555" y="2127226"/>
                </a:cubicBezTo>
                <a:lnTo>
                  <a:pt x="4145408" y="2348077"/>
                </a:lnTo>
                <a:lnTo>
                  <a:pt x="3909242" y="2348077"/>
                </a:lnTo>
                <a:close/>
                <a:moveTo>
                  <a:pt x="3490082" y="1668439"/>
                </a:moveTo>
                <a:lnTo>
                  <a:pt x="3947098" y="1668439"/>
                </a:lnTo>
                <a:lnTo>
                  <a:pt x="3918237" y="1854142"/>
                </a:lnTo>
                <a:lnTo>
                  <a:pt x="3710029" y="1854142"/>
                </a:lnTo>
                <a:lnTo>
                  <a:pt x="3699228" y="1919018"/>
                </a:lnTo>
                <a:lnTo>
                  <a:pt x="3889411" y="1919018"/>
                </a:lnTo>
                <a:lnTo>
                  <a:pt x="3861453" y="2095691"/>
                </a:lnTo>
                <a:lnTo>
                  <a:pt x="3671270" y="2095691"/>
                </a:lnTo>
                <a:lnTo>
                  <a:pt x="3661372" y="2162409"/>
                </a:lnTo>
                <a:lnTo>
                  <a:pt x="3876769" y="2162409"/>
                </a:lnTo>
                <a:lnTo>
                  <a:pt x="3847040" y="2348077"/>
                </a:lnTo>
                <a:lnTo>
                  <a:pt x="3382835" y="2348077"/>
                </a:lnTo>
                <a:close/>
                <a:moveTo>
                  <a:pt x="3168307" y="1668439"/>
                </a:moveTo>
                <a:lnTo>
                  <a:pt x="3415274" y="1668439"/>
                </a:lnTo>
                <a:lnTo>
                  <a:pt x="3308027" y="2348075"/>
                </a:lnTo>
                <a:lnTo>
                  <a:pt x="3061059" y="2348075"/>
                </a:lnTo>
                <a:close/>
                <a:moveTo>
                  <a:pt x="2520239" y="1668439"/>
                </a:moveTo>
                <a:lnTo>
                  <a:pt x="2818572" y="1668439"/>
                </a:lnTo>
                <a:cubicBezTo>
                  <a:pt x="2971802" y="1668439"/>
                  <a:pt x="3091691" y="1733350"/>
                  <a:pt x="3064637" y="1904605"/>
                </a:cubicBezTo>
                <a:cubicBezTo>
                  <a:pt x="3048419" y="2007372"/>
                  <a:pt x="3001566" y="2050611"/>
                  <a:pt x="2905120" y="2081278"/>
                </a:cubicBezTo>
                <a:lnTo>
                  <a:pt x="2904217" y="2086661"/>
                </a:lnTo>
                <a:cubicBezTo>
                  <a:pt x="2918311" y="2097924"/>
                  <a:pt x="2930223" y="2111672"/>
                  <a:pt x="2939364" y="2127226"/>
                </a:cubicBezTo>
                <a:lnTo>
                  <a:pt x="3052031" y="2348078"/>
                </a:lnTo>
                <a:lnTo>
                  <a:pt x="2767206" y="2348078"/>
                </a:lnTo>
                <a:lnTo>
                  <a:pt x="2693300" y="2129937"/>
                </a:lnTo>
                <a:lnTo>
                  <a:pt x="2688784" y="2129937"/>
                </a:lnTo>
                <a:lnTo>
                  <a:pt x="2654541" y="2348075"/>
                </a:lnTo>
                <a:lnTo>
                  <a:pt x="2412956" y="2348075"/>
                </a:lnTo>
                <a:close/>
                <a:moveTo>
                  <a:pt x="1990219" y="1668439"/>
                </a:moveTo>
                <a:lnTo>
                  <a:pt x="2447235" y="1668439"/>
                </a:lnTo>
                <a:lnTo>
                  <a:pt x="2418375" y="1854142"/>
                </a:lnTo>
                <a:lnTo>
                  <a:pt x="2210167" y="1854142"/>
                </a:lnTo>
                <a:lnTo>
                  <a:pt x="2199366" y="1919018"/>
                </a:lnTo>
                <a:lnTo>
                  <a:pt x="2389549" y="1919018"/>
                </a:lnTo>
                <a:lnTo>
                  <a:pt x="2361591" y="2095691"/>
                </a:lnTo>
                <a:lnTo>
                  <a:pt x="2171407" y="2095691"/>
                </a:lnTo>
                <a:lnTo>
                  <a:pt x="2161509" y="2162409"/>
                </a:lnTo>
                <a:lnTo>
                  <a:pt x="2376908" y="2162409"/>
                </a:lnTo>
                <a:lnTo>
                  <a:pt x="2347176" y="2348075"/>
                </a:lnTo>
                <a:lnTo>
                  <a:pt x="1882972" y="2348075"/>
                </a:lnTo>
                <a:close/>
                <a:moveTo>
                  <a:pt x="1373688" y="1668439"/>
                </a:moveTo>
                <a:lnTo>
                  <a:pt x="1686468" y="1668439"/>
                </a:lnTo>
                <a:cubicBezTo>
                  <a:pt x="1845117" y="1668439"/>
                  <a:pt x="1949655" y="1749569"/>
                  <a:pt x="1923537" y="1918115"/>
                </a:cubicBezTo>
                <a:cubicBezTo>
                  <a:pt x="1909143" y="2049876"/>
                  <a:pt x="1795485" y="2148185"/>
                  <a:pt x="1663025" y="2143445"/>
                </a:cubicBezTo>
                <a:lnTo>
                  <a:pt x="1536850" y="2143445"/>
                </a:lnTo>
                <a:lnTo>
                  <a:pt x="1504377" y="2348075"/>
                </a:lnTo>
                <a:lnTo>
                  <a:pt x="1266440" y="2348075"/>
                </a:lnTo>
                <a:close/>
                <a:moveTo>
                  <a:pt x="1327704" y="1668439"/>
                </a:moveTo>
                <a:lnTo>
                  <a:pt x="1065421" y="1986605"/>
                </a:lnTo>
                <a:lnTo>
                  <a:pt x="1250187" y="2348075"/>
                </a:lnTo>
                <a:lnTo>
                  <a:pt x="968975" y="2348075"/>
                </a:lnTo>
                <a:lnTo>
                  <a:pt x="913997" y="2203841"/>
                </a:lnTo>
                <a:cubicBezTo>
                  <a:pt x="909338" y="2190519"/>
                  <a:pt x="906898" y="2176522"/>
                  <a:pt x="906773" y="2162410"/>
                </a:cubicBezTo>
                <a:lnTo>
                  <a:pt x="899551" y="2162410"/>
                </a:lnTo>
                <a:cubicBezTo>
                  <a:pt x="892110" y="2178878"/>
                  <a:pt x="883059" y="2194572"/>
                  <a:pt x="872531" y="2209261"/>
                </a:cubicBezTo>
                <a:lnTo>
                  <a:pt x="775180" y="2348075"/>
                </a:lnTo>
                <a:lnTo>
                  <a:pt x="493934" y="2348075"/>
                </a:lnTo>
                <a:lnTo>
                  <a:pt x="789593" y="1986605"/>
                </a:lnTo>
                <a:lnTo>
                  <a:pt x="625562" y="1668440"/>
                </a:lnTo>
                <a:lnTo>
                  <a:pt x="904064" y="1668440"/>
                </a:lnTo>
                <a:lnTo>
                  <a:pt x="939211" y="1764886"/>
                </a:lnTo>
                <a:cubicBezTo>
                  <a:pt x="945655" y="1782938"/>
                  <a:pt x="949899" y="1801700"/>
                  <a:pt x="951853" y="1820767"/>
                </a:cubicBezTo>
                <a:lnTo>
                  <a:pt x="957236" y="1820767"/>
                </a:lnTo>
                <a:cubicBezTo>
                  <a:pt x="964991" y="1801065"/>
                  <a:pt x="974977" y="1782316"/>
                  <a:pt x="987000" y="1764886"/>
                </a:cubicBezTo>
                <a:lnTo>
                  <a:pt x="1049201" y="1668440"/>
                </a:lnTo>
                <a:close/>
                <a:moveTo>
                  <a:pt x="130689" y="1668439"/>
                </a:moveTo>
                <a:lnTo>
                  <a:pt x="587705" y="1668439"/>
                </a:lnTo>
                <a:lnTo>
                  <a:pt x="558845" y="1854142"/>
                </a:lnTo>
                <a:lnTo>
                  <a:pt x="350636" y="1854142"/>
                </a:lnTo>
                <a:lnTo>
                  <a:pt x="339835" y="1919018"/>
                </a:lnTo>
                <a:lnTo>
                  <a:pt x="530018" y="1919018"/>
                </a:lnTo>
                <a:lnTo>
                  <a:pt x="502060" y="2095691"/>
                </a:lnTo>
                <a:lnTo>
                  <a:pt x="311877" y="2095691"/>
                </a:lnTo>
                <a:lnTo>
                  <a:pt x="301979" y="2162409"/>
                </a:lnTo>
                <a:lnTo>
                  <a:pt x="517376" y="2162409"/>
                </a:lnTo>
                <a:lnTo>
                  <a:pt x="487647" y="2348075"/>
                </a:lnTo>
                <a:lnTo>
                  <a:pt x="23442" y="2348075"/>
                </a:lnTo>
                <a:close/>
                <a:moveTo>
                  <a:pt x="5102646" y="1657639"/>
                </a:moveTo>
                <a:cubicBezTo>
                  <a:pt x="5157643" y="1657519"/>
                  <a:pt x="5212243" y="1666967"/>
                  <a:pt x="5264002" y="1685562"/>
                </a:cubicBezTo>
                <a:lnTo>
                  <a:pt x="5230627" y="1944267"/>
                </a:lnTo>
                <a:cubicBezTo>
                  <a:pt x="5197600" y="1903416"/>
                  <a:pt x="5148783" y="1878509"/>
                  <a:pt x="5096325" y="1875744"/>
                </a:cubicBezTo>
                <a:cubicBezTo>
                  <a:pt x="5019782" y="1877633"/>
                  <a:pt x="4955062" y="1932958"/>
                  <a:pt x="4941289" y="2008275"/>
                </a:cubicBezTo>
                <a:cubicBezTo>
                  <a:pt x="4930130" y="2069341"/>
                  <a:pt x="4970588" y="2127891"/>
                  <a:pt x="5031655" y="2139050"/>
                </a:cubicBezTo>
                <a:cubicBezTo>
                  <a:pt x="5040198" y="2140611"/>
                  <a:pt x="5048892" y="2141177"/>
                  <a:pt x="5057566" y="2140736"/>
                </a:cubicBezTo>
                <a:cubicBezTo>
                  <a:pt x="5114308" y="2138875"/>
                  <a:pt x="5168442" y="2116461"/>
                  <a:pt x="5209893" y="2077666"/>
                </a:cubicBezTo>
                <a:lnTo>
                  <a:pt x="5162139" y="2331823"/>
                </a:lnTo>
                <a:cubicBezTo>
                  <a:pt x="5103823" y="2350191"/>
                  <a:pt x="5042992" y="2359320"/>
                  <a:pt x="4981854" y="2358878"/>
                </a:cubicBezTo>
                <a:cubicBezTo>
                  <a:pt x="4788058" y="2358877"/>
                  <a:pt x="4660980" y="2208356"/>
                  <a:pt x="4691612" y="2014561"/>
                </a:cubicBezTo>
                <a:cubicBezTo>
                  <a:pt x="4725705" y="1812638"/>
                  <a:pt x="4897937" y="1663080"/>
                  <a:pt x="5102646" y="1657639"/>
                </a:cubicBezTo>
                <a:close/>
                <a:moveTo>
                  <a:pt x="2968225" y="1065938"/>
                </a:moveTo>
                <a:lnTo>
                  <a:pt x="2889805" y="1273243"/>
                </a:lnTo>
                <a:lnTo>
                  <a:pt x="2988959" y="1273242"/>
                </a:lnTo>
                <a:lnTo>
                  <a:pt x="2979026" y="1153354"/>
                </a:lnTo>
                <a:cubicBezTo>
                  <a:pt x="2976352" y="1124527"/>
                  <a:pt x="2977255" y="1094798"/>
                  <a:pt x="2977255" y="1065938"/>
                </a:cubicBezTo>
                <a:close/>
                <a:moveTo>
                  <a:pt x="349734" y="1052427"/>
                </a:moveTo>
                <a:lnTo>
                  <a:pt x="308267" y="1315614"/>
                </a:lnTo>
                <a:lnTo>
                  <a:pt x="323582" y="1315614"/>
                </a:lnTo>
                <a:cubicBezTo>
                  <a:pt x="405615" y="1315614"/>
                  <a:pt x="474138" y="1277758"/>
                  <a:pt x="488551" y="1188535"/>
                </a:cubicBezTo>
                <a:cubicBezTo>
                  <a:pt x="503868" y="1092992"/>
                  <a:pt x="455210" y="1052427"/>
                  <a:pt x="365051" y="1052427"/>
                </a:cubicBezTo>
                <a:close/>
                <a:moveTo>
                  <a:pt x="3399992" y="839704"/>
                </a:moveTo>
                <a:lnTo>
                  <a:pt x="3646959" y="839704"/>
                </a:lnTo>
                <a:lnTo>
                  <a:pt x="3573956" y="1301201"/>
                </a:lnTo>
                <a:lnTo>
                  <a:pt x="3781261" y="1301201"/>
                </a:lnTo>
                <a:lnTo>
                  <a:pt x="3747017" y="1519342"/>
                </a:lnTo>
                <a:lnTo>
                  <a:pt x="3292710" y="1519342"/>
                </a:lnTo>
                <a:close/>
                <a:moveTo>
                  <a:pt x="2869070" y="839704"/>
                </a:moveTo>
                <a:lnTo>
                  <a:pt x="3142190" y="839704"/>
                </a:lnTo>
                <a:lnTo>
                  <a:pt x="3277395" y="1519342"/>
                </a:lnTo>
                <a:lnTo>
                  <a:pt x="3016014" y="1519342"/>
                </a:lnTo>
                <a:lnTo>
                  <a:pt x="3006984" y="1434599"/>
                </a:lnTo>
                <a:lnTo>
                  <a:pt x="2820413" y="1434599"/>
                </a:lnTo>
                <a:lnTo>
                  <a:pt x="2787037" y="1519342"/>
                </a:lnTo>
                <a:lnTo>
                  <a:pt x="2525657" y="1519342"/>
                </a:lnTo>
                <a:close/>
                <a:moveTo>
                  <a:pt x="2218294" y="839704"/>
                </a:moveTo>
                <a:lnTo>
                  <a:pt x="2737477" y="839704"/>
                </a:lnTo>
                <a:lnTo>
                  <a:pt x="2703199" y="1060520"/>
                </a:lnTo>
                <a:lnTo>
                  <a:pt x="2568029" y="1054233"/>
                </a:lnTo>
                <a:lnTo>
                  <a:pt x="2494088" y="1519342"/>
                </a:lnTo>
                <a:lnTo>
                  <a:pt x="2247120" y="1519342"/>
                </a:lnTo>
                <a:lnTo>
                  <a:pt x="2321026" y="1054233"/>
                </a:lnTo>
                <a:lnTo>
                  <a:pt x="2184015" y="1060519"/>
                </a:lnTo>
                <a:close/>
                <a:moveTo>
                  <a:pt x="1939757" y="839704"/>
                </a:moveTo>
                <a:lnTo>
                  <a:pt x="2186723" y="839704"/>
                </a:lnTo>
                <a:lnTo>
                  <a:pt x="2079476" y="1519342"/>
                </a:lnTo>
                <a:lnTo>
                  <a:pt x="1832509" y="1519342"/>
                </a:lnTo>
                <a:close/>
                <a:moveTo>
                  <a:pt x="845509" y="839704"/>
                </a:moveTo>
                <a:lnTo>
                  <a:pt x="1092476" y="839704"/>
                </a:lnTo>
                <a:lnTo>
                  <a:pt x="985194" y="1519342"/>
                </a:lnTo>
                <a:lnTo>
                  <a:pt x="738227" y="1519342"/>
                </a:lnTo>
                <a:close/>
                <a:moveTo>
                  <a:pt x="136107" y="839704"/>
                </a:moveTo>
                <a:lnTo>
                  <a:pt x="387590" y="839704"/>
                </a:lnTo>
                <a:cubicBezTo>
                  <a:pt x="615629" y="839704"/>
                  <a:pt x="775180" y="939762"/>
                  <a:pt x="735518" y="1189439"/>
                </a:cubicBezTo>
                <a:cubicBezTo>
                  <a:pt x="707463" y="1383717"/>
                  <a:pt x="537793" y="1525817"/>
                  <a:pt x="341607" y="1519342"/>
                </a:cubicBezTo>
                <a:lnTo>
                  <a:pt x="28860" y="1519342"/>
                </a:lnTo>
                <a:close/>
                <a:moveTo>
                  <a:pt x="1522401" y="828886"/>
                </a:moveTo>
                <a:cubicBezTo>
                  <a:pt x="1640484" y="828886"/>
                  <a:pt x="1793714" y="887460"/>
                  <a:pt x="1828896" y="1003736"/>
                </a:cubicBezTo>
                <a:lnTo>
                  <a:pt x="1584603" y="1088478"/>
                </a:lnTo>
                <a:cubicBezTo>
                  <a:pt x="1570182" y="1054536"/>
                  <a:pt x="1535774" y="1033522"/>
                  <a:pt x="1498993" y="1036192"/>
                </a:cubicBezTo>
                <a:cubicBezTo>
                  <a:pt x="1410639" y="1036191"/>
                  <a:pt x="1350243" y="1111921"/>
                  <a:pt x="1336733" y="1193919"/>
                </a:cubicBezTo>
                <a:cubicBezTo>
                  <a:pt x="1325029" y="1268728"/>
                  <a:pt x="1361079" y="1339057"/>
                  <a:pt x="1441306" y="1339057"/>
                </a:cubicBezTo>
                <a:cubicBezTo>
                  <a:pt x="1485908" y="1341117"/>
                  <a:pt x="1527949" y="1318182"/>
                  <a:pt x="1550359" y="1279564"/>
                </a:cubicBezTo>
                <a:lnTo>
                  <a:pt x="1438599" y="1279564"/>
                </a:lnTo>
                <a:lnTo>
                  <a:pt x="1463849" y="1119110"/>
                </a:lnTo>
                <a:lnTo>
                  <a:pt x="1845117" y="1119110"/>
                </a:lnTo>
                <a:cubicBezTo>
                  <a:pt x="1826189" y="1229969"/>
                  <a:pt x="1811741" y="1322838"/>
                  <a:pt x="1717101" y="1409351"/>
                </a:cubicBezTo>
                <a:cubicBezTo>
                  <a:pt x="1632912" y="1485922"/>
                  <a:pt x="1523533" y="1528907"/>
                  <a:pt x="1409738" y="1530143"/>
                </a:cubicBezTo>
                <a:cubicBezTo>
                  <a:pt x="1202433" y="1530143"/>
                  <a:pt x="1055522" y="1402162"/>
                  <a:pt x="1089767" y="1184021"/>
                </a:cubicBezTo>
                <a:cubicBezTo>
                  <a:pt x="1124914" y="962285"/>
                  <a:pt x="1308812" y="828886"/>
                  <a:pt x="1522401" y="828886"/>
                </a:cubicBezTo>
                <a:close/>
                <a:moveTo>
                  <a:pt x="1023953" y="218275"/>
                </a:moveTo>
                <a:cubicBezTo>
                  <a:pt x="948905" y="217350"/>
                  <a:pt x="885379" y="273472"/>
                  <a:pt x="877044" y="348062"/>
                </a:cubicBezTo>
                <a:cubicBezTo>
                  <a:pt x="866208" y="419277"/>
                  <a:pt x="903161" y="483267"/>
                  <a:pt x="976199" y="483267"/>
                </a:cubicBezTo>
                <a:cubicBezTo>
                  <a:pt x="985886" y="483708"/>
                  <a:pt x="995587" y="482803"/>
                  <a:pt x="1005025" y="480576"/>
                </a:cubicBezTo>
                <a:lnTo>
                  <a:pt x="958173" y="417488"/>
                </a:lnTo>
                <a:lnTo>
                  <a:pt x="1115884" y="388627"/>
                </a:lnTo>
                <a:cubicBezTo>
                  <a:pt x="1122359" y="376798"/>
                  <a:pt x="1126929" y="364023"/>
                  <a:pt x="1129429" y="350771"/>
                </a:cubicBezTo>
                <a:cubicBezTo>
                  <a:pt x="1141133" y="275060"/>
                  <a:pt x="1096956" y="218275"/>
                  <a:pt x="1023953" y="218275"/>
                </a:cubicBezTo>
                <a:close/>
                <a:moveTo>
                  <a:pt x="1980322" y="10970"/>
                </a:moveTo>
                <a:lnTo>
                  <a:pt x="2227289" y="10970"/>
                </a:lnTo>
                <a:lnTo>
                  <a:pt x="2120007" y="690590"/>
                </a:lnTo>
                <a:lnTo>
                  <a:pt x="1873040" y="690590"/>
                </a:lnTo>
                <a:close/>
                <a:moveTo>
                  <a:pt x="1492673" y="10970"/>
                </a:moveTo>
                <a:lnTo>
                  <a:pt x="1739640" y="10970"/>
                </a:lnTo>
                <a:lnTo>
                  <a:pt x="1666637" y="472466"/>
                </a:lnTo>
                <a:lnTo>
                  <a:pt x="1873942" y="472466"/>
                </a:lnTo>
                <a:lnTo>
                  <a:pt x="1839698" y="690590"/>
                </a:lnTo>
                <a:lnTo>
                  <a:pt x="1385426" y="690590"/>
                </a:lnTo>
                <a:close/>
                <a:moveTo>
                  <a:pt x="1058197" y="151"/>
                </a:moveTo>
                <a:cubicBezTo>
                  <a:pt x="1273629" y="151"/>
                  <a:pt x="1412446" y="130841"/>
                  <a:pt x="1377299" y="352577"/>
                </a:cubicBezTo>
                <a:cubicBezTo>
                  <a:pt x="1366283" y="428791"/>
                  <a:pt x="1333410" y="500178"/>
                  <a:pt x="1282659" y="558094"/>
                </a:cubicBezTo>
                <a:lnTo>
                  <a:pt x="1365560" y="668953"/>
                </a:lnTo>
                <a:lnTo>
                  <a:pt x="1159158" y="750083"/>
                </a:lnTo>
                <a:lnTo>
                  <a:pt x="1124011" y="667164"/>
                </a:lnTo>
                <a:cubicBezTo>
                  <a:pt x="1063428" y="690772"/>
                  <a:pt x="998840" y="702402"/>
                  <a:pt x="933828" y="701408"/>
                </a:cubicBezTo>
                <a:cubicBezTo>
                  <a:pt x="728328" y="701408"/>
                  <a:pt x="594929" y="560785"/>
                  <a:pt x="627367" y="352577"/>
                </a:cubicBezTo>
                <a:cubicBezTo>
                  <a:pt x="663735" y="144532"/>
                  <a:pt x="847071" y="-5439"/>
                  <a:pt x="1058197" y="151"/>
                </a:cubicBezTo>
                <a:close/>
                <a:moveTo>
                  <a:pt x="419125" y="151"/>
                </a:moveTo>
                <a:cubicBezTo>
                  <a:pt x="492386" y="-1489"/>
                  <a:pt x="564404" y="19259"/>
                  <a:pt x="625562" y="59627"/>
                </a:cubicBezTo>
                <a:lnTo>
                  <a:pt x="530922" y="233592"/>
                </a:lnTo>
                <a:cubicBezTo>
                  <a:pt x="492880" y="201809"/>
                  <a:pt x="445268" y="183720"/>
                  <a:pt x="395719" y="182225"/>
                </a:cubicBezTo>
                <a:cubicBezTo>
                  <a:pt x="374082" y="182225"/>
                  <a:pt x="341609" y="190334"/>
                  <a:pt x="337129" y="218275"/>
                </a:cubicBezTo>
                <a:cubicBezTo>
                  <a:pt x="333517" y="243525"/>
                  <a:pt x="363246" y="247117"/>
                  <a:pt x="381271" y="251616"/>
                </a:cubicBezTo>
                <a:lnTo>
                  <a:pt x="435381" y="264258"/>
                </a:lnTo>
                <a:cubicBezTo>
                  <a:pt x="536307" y="287683"/>
                  <a:pt x="603024" y="343565"/>
                  <a:pt x="584998" y="458939"/>
                </a:cubicBezTo>
                <a:cubicBezTo>
                  <a:pt x="558846" y="621181"/>
                  <a:pt x="398427" y="701408"/>
                  <a:pt x="251483" y="701408"/>
                </a:cubicBezTo>
                <a:cubicBezTo>
                  <a:pt x="163895" y="701019"/>
                  <a:pt x="77670" y="679692"/>
                  <a:pt x="0" y="639206"/>
                </a:cubicBezTo>
                <a:lnTo>
                  <a:pt x="106379" y="447217"/>
                </a:lnTo>
                <a:lnTo>
                  <a:pt x="117180" y="457150"/>
                </a:lnTo>
                <a:cubicBezTo>
                  <a:pt x="155987" y="494893"/>
                  <a:pt x="207330" y="517029"/>
                  <a:pt x="261415" y="519335"/>
                </a:cubicBezTo>
                <a:cubicBezTo>
                  <a:pt x="285726" y="519335"/>
                  <a:pt x="326291" y="509419"/>
                  <a:pt x="330806" y="478770"/>
                </a:cubicBezTo>
                <a:cubicBezTo>
                  <a:pt x="336224" y="448120"/>
                  <a:pt x="303751" y="445411"/>
                  <a:pt x="282149" y="440913"/>
                </a:cubicBezTo>
                <a:lnTo>
                  <a:pt x="233457" y="431901"/>
                </a:lnTo>
                <a:cubicBezTo>
                  <a:pt x="139720" y="414779"/>
                  <a:pt x="67620" y="357995"/>
                  <a:pt x="84742" y="251616"/>
                </a:cubicBezTo>
                <a:cubicBezTo>
                  <a:pt x="109991" y="90294"/>
                  <a:pt x="271313" y="151"/>
                  <a:pt x="419125" y="151"/>
                </a:cubicBezTo>
                <a:close/>
              </a:path>
            </a:pathLst>
          </a:custGeom>
          <a:solidFill>
            <a:schemeClr val="bg1"/>
          </a:solidFill>
          <a:ln w="3551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8C953C5-2C78-468A-807B-04A094A87DFE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12AD38-FCA1-B01D-A4C0-4772C3EF8804}"/>
              </a:ext>
            </a:extLst>
          </p:cNvPr>
          <p:cNvSpPr/>
          <p:nvPr userDrawn="1"/>
        </p:nvSpPr>
        <p:spPr>
          <a:xfrm>
            <a:off x="1239359" y="3885426"/>
            <a:ext cx="997111" cy="83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r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2688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0A2687D8-8AD0-4EF0-9BE9-6CBBD0B235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91" y="111600"/>
            <a:ext cx="11965818" cy="6188315"/>
          </a:xfrm>
          <a:prstGeom prst="rect">
            <a:avLst/>
          </a:prstGeom>
        </p:spPr>
      </p:pic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B8446EE-48C2-481B-807A-1B3B63B638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18141" y="2290871"/>
            <a:ext cx="8955718" cy="2201102"/>
          </a:xfrm>
        </p:spPr>
        <p:txBody>
          <a:bodyPr anchor="ctr">
            <a:noAutofit/>
          </a:bodyPr>
          <a:lstStyle>
            <a:lvl1pPr marL="0" indent="0" algn="ctr">
              <a:buNone/>
              <a:defRPr sz="8000" b="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850AAEFF-16F5-7A48-A742-A2848F62A4B8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1D83722B-1166-41AB-B8F7-5842AB54A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8E1047-C6BB-424E-A973-742C8B08E20D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4519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0A2687D8-8AD0-4EF0-9BE9-6CBBD0B235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91" y="111600"/>
            <a:ext cx="11965818" cy="6188315"/>
          </a:xfrm>
          <a:prstGeom prst="rect">
            <a:avLst/>
          </a:prstGeom>
        </p:spPr>
      </p:pic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B8446EE-48C2-481B-807A-1B3B63B638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18141" y="2290871"/>
            <a:ext cx="8955718" cy="2201102"/>
          </a:xfrm>
        </p:spPr>
        <p:txBody>
          <a:bodyPr anchor="ctr">
            <a:noAutofit/>
          </a:bodyPr>
          <a:lstStyle>
            <a:lvl1pPr marL="0" indent="0" algn="ctr">
              <a:buNone/>
              <a:defRPr sz="8000" b="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B7E5A2BE-319C-5D47-92CC-2B9FEBFF19BD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845D87EE-B0B3-4BE8-A6C7-0B12ACA48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74274E-CC31-4894-933A-CA26E639C7CF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7242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0A2687D8-8AD0-4EF0-9BE9-6CBBD0B235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91" y="111600"/>
            <a:ext cx="11965818" cy="6188315"/>
          </a:xfrm>
          <a:prstGeom prst="rect">
            <a:avLst/>
          </a:prstGeom>
        </p:spPr>
      </p:pic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B8446EE-48C2-481B-807A-1B3B63B638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18141" y="2290871"/>
            <a:ext cx="8955718" cy="2201102"/>
          </a:xfrm>
        </p:spPr>
        <p:txBody>
          <a:bodyPr anchor="ctr">
            <a:noAutofit/>
          </a:bodyPr>
          <a:lstStyle>
            <a:lvl1pPr marL="0" indent="0" algn="ctr">
              <a:buNone/>
              <a:defRPr sz="8000" b="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F9E8AE36-CC46-2B42-8034-00DBC2BD136A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FFB33AEC-F888-4210-AC81-2D0EE6AF1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50049F-78B1-436C-827A-1A9084648ECC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3245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0A2687D8-8AD0-4EF0-9BE9-6CBBD0B235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91" y="113090"/>
            <a:ext cx="11965818" cy="619171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EC0071C9-F4C8-4113-8787-384665FA88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91" y="120558"/>
            <a:ext cx="11931764" cy="6184247"/>
          </a:xfrm>
          <a:prstGeom prst="rect">
            <a:avLst/>
          </a:prstGeom>
        </p:spPr>
      </p:pic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8C355A8E-1E0C-4CEB-BB08-A4A6D1BAB7BB}"/>
              </a:ext>
            </a:extLst>
          </p:cNvPr>
          <p:cNvSpPr/>
          <p:nvPr userDrawn="1"/>
        </p:nvSpPr>
        <p:spPr>
          <a:xfrm>
            <a:off x="118522" y="113089"/>
            <a:ext cx="7658286" cy="6191715"/>
          </a:xfrm>
          <a:custGeom>
            <a:avLst/>
            <a:gdLst>
              <a:gd name="connsiteX0" fmla="*/ 3744654 w 7658286"/>
              <a:gd name="connsiteY0" fmla="*/ 3155376 h 6191715"/>
              <a:gd name="connsiteX1" fmla="*/ 4562494 w 7658286"/>
              <a:gd name="connsiteY1" fmla="*/ 3155376 h 6191715"/>
              <a:gd name="connsiteX2" fmla="*/ 7658286 w 7658286"/>
              <a:gd name="connsiteY2" fmla="*/ 6191715 h 6191715"/>
              <a:gd name="connsiteX3" fmla="*/ 6022826 w 7658286"/>
              <a:gd name="connsiteY3" fmla="*/ 6191715 h 6191715"/>
              <a:gd name="connsiteX4" fmla="*/ 3744654 w 7658286"/>
              <a:gd name="connsiteY4" fmla="*/ 3957210 h 6191715"/>
              <a:gd name="connsiteX5" fmla="*/ 2797982 w 7658286"/>
              <a:gd name="connsiteY5" fmla="*/ 3155029 h 6191715"/>
              <a:gd name="connsiteX6" fmla="*/ 3615822 w 7658286"/>
              <a:gd name="connsiteY6" fmla="*/ 3155029 h 6191715"/>
              <a:gd name="connsiteX7" fmla="*/ 3615822 w 7658286"/>
              <a:gd name="connsiteY7" fmla="*/ 3956863 h 6191715"/>
              <a:gd name="connsiteX8" fmla="*/ 1337141 w 7658286"/>
              <a:gd name="connsiteY8" fmla="*/ 6191715 h 6191715"/>
              <a:gd name="connsiteX9" fmla="*/ 0 w 7658286"/>
              <a:gd name="connsiteY9" fmla="*/ 6191715 h 6191715"/>
              <a:gd name="connsiteX10" fmla="*/ 0 w 7658286"/>
              <a:gd name="connsiteY10" fmla="*/ 5899404 h 6191715"/>
              <a:gd name="connsiteX11" fmla="*/ 7468800 w 7658286"/>
              <a:gd name="connsiteY11" fmla="*/ 0 h 6191715"/>
              <a:gd name="connsiteX12" fmla="*/ 7650269 w 7658286"/>
              <a:gd name="connsiteY12" fmla="*/ 0 h 6191715"/>
              <a:gd name="connsiteX13" fmla="*/ 4562164 w 7658286"/>
              <a:gd name="connsiteY13" fmla="*/ 3028889 h 6191715"/>
              <a:gd name="connsiteX14" fmla="*/ 4380585 w 7658286"/>
              <a:gd name="connsiteY14" fmla="*/ 3028889 h 6191715"/>
              <a:gd name="connsiteX15" fmla="*/ 7105243 w 7658286"/>
              <a:gd name="connsiteY15" fmla="*/ 0 h 6191715"/>
              <a:gd name="connsiteX16" fmla="*/ 7286889 w 7658286"/>
              <a:gd name="connsiteY16" fmla="*/ 0 h 6191715"/>
              <a:gd name="connsiteX17" fmla="*/ 4198808 w 7658286"/>
              <a:gd name="connsiteY17" fmla="*/ 3028955 h 6191715"/>
              <a:gd name="connsiteX18" fmla="*/ 4017014 w 7658286"/>
              <a:gd name="connsiteY18" fmla="*/ 3028955 h 6191715"/>
              <a:gd name="connsiteX19" fmla="*/ 6741730 w 7658286"/>
              <a:gd name="connsiteY19" fmla="*/ 0 h 6191715"/>
              <a:gd name="connsiteX20" fmla="*/ 6923339 w 7658286"/>
              <a:gd name="connsiteY20" fmla="*/ 0 h 6191715"/>
              <a:gd name="connsiteX21" fmla="*/ 3835088 w 7658286"/>
              <a:gd name="connsiteY21" fmla="*/ 3028939 h 6191715"/>
              <a:gd name="connsiteX22" fmla="*/ 3744257 w 7658286"/>
              <a:gd name="connsiteY22" fmla="*/ 3028939 h 6191715"/>
              <a:gd name="connsiteX23" fmla="*/ 3744257 w 7658286"/>
              <a:gd name="connsiteY23" fmla="*/ 2939930 h 6191715"/>
              <a:gd name="connsiteX24" fmla="*/ 6378129 w 7658286"/>
              <a:gd name="connsiteY24" fmla="*/ 0 h 6191715"/>
              <a:gd name="connsiteX25" fmla="*/ 6559852 w 7658286"/>
              <a:gd name="connsiteY25" fmla="*/ 0 h 6191715"/>
              <a:gd name="connsiteX26" fmla="*/ 3744373 w 7658286"/>
              <a:gd name="connsiteY26" fmla="*/ 2761511 h 6191715"/>
              <a:gd name="connsiteX27" fmla="*/ 3744373 w 7658286"/>
              <a:gd name="connsiteY27" fmla="*/ 2583343 h 6191715"/>
              <a:gd name="connsiteX28" fmla="*/ 6014677 w 7658286"/>
              <a:gd name="connsiteY28" fmla="*/ 0 h 6191715"/>
              <a:gd name="connsiteX29" fmla="*/ 6196426 w 7658286"/>
              <a:gd name="connsiteY29" fmla="*/ 0 h 6191715"/>
              <a:gd name="connsiteX30" fmla="*/ 3744324 w 7658286"/>
              <a:gd name="connsiteY30" fmla="*/ 2404993 h 6191715"/>
              <a:gd name="connsiteX31" fmla="*/ 3744324 w 7658286"/>
              <a:gd name="connsiteY31" fmla="*/ 2226774 h 6191715"/>
              <a:gd name="connsiteX32" fmla="*/ 0 w 7658286"/>
              <a:gd name="connsiteY32" fmla="*/ 0 h 6191715"/>
              <a:gd name="connsiteX33" fmla="*/ 1345370 w 7658286"/>
              <a:gd name="connsiteY33" fmla="*/ 0 h 6191715"/>
              <a:gd name="connsiteX34" fmla="*/ 3615870 w 7658286"/>
              <a:gd name="connsiteY34" fmla="*/ 2226890 h 6191715"/>
              <a:gd name="connsiteX35" fmla="*/ 3615870 w 7658286"/>
              <a:gd name="connsiteY35" fmla="*/ 3028773 h 6191715"/>
              <a:gd name="connsiteX36" fmla="*/ 2798197 w 7658286"/>
              <a:gd name="connsiteY36" fmla="*/ 3028773 h 6191715"/>
              <a:gd name="connsiteX37" fmla="*/ 0 w 7658286"/>
              <a:gd name="connsiteY37" fmla="*/ 284297 h 6191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58286" h="6191715">
                <a:moveTo>
                  <a:pt x="3744654" y="3155376"/>
                </a:moveTo>
                <a:lnTo>
                  <a:pt x="4562494" y="3155376"/>
                </a:lnTo>
                <a:lnTo>
                  <a:pt x="7658286" y="6191715"/>
                </a:lnTo>
                <a:lnTo>
                  <a:pt x="6022826" y="6191715"/>
                </a:lnTo>
                <a:lnTo>
                  <a:pt x="3744654" y="3957210"/>
                </a:lnTo>
                <a:close/>
                <a:moveTo>
                  <a:pt x="2797982" y="3155029"/>
                </a:moveTo>
                <a:lnTo>
                  <a:pt x="3615822" y="3155029"/>
                </a:lnTo>
                <a:lnTo>
                  <a:pt x="3615822" y="3956863"/>
                </a:lnTo>
                <a:lnTo>
                  <a:pt x="1337141" y="6191715"/>
                </a:lnTo>
                <a:lnTo>
                  <a:pt x="0" y="6191715"/>
                </a:lnTo>
                <a:lnTo>
                  <a:pt x="0" y="5899404"/>
                </a:lnTo>
                <a:close/>
                <a:moveTo>
                  <a:pt x="7468800" y="0"/>
                </a:moveTo>
                <a:lnTo>
                  <a:pt x="7650269" y="0"/>
                </a:lnTo>
                <a:lnTo>
                  <a:pt x="4562164" y="3028889"/>
                </a:lnTo>
                <a:lnTo>
                  <a:pt x="4380585" y="3028889"/>
                </a:lnTo>
                <a:close/>
                <a:moveTo>
                  <a:pt x="7105243" y="0"/>
                </a:moveTo>
                <a:lnTo>
                  <a:pt x="7286889" y="0"/>
                </a:lnTo>
                <a:lnTo>
                  <a:pt x="4198808" y="3028955"/>
                </a:lnTo>
                <a:lnTo>
                  <a:pt x="4017014" y="3028955"/>
                </a:lnTo>
                <a:close/>
                <a:moveTo>
                  <a:pt x="6741730" y="0"/>
                </a:moveTo>
                <a:lnTo>
                  <a:pt x="6923339" y="0"/>
                </a:lnTo>
                <a:lnTo>
                  <a:pt x="3835088" y="3028939"/>
                </a:lnTo>
                <a:lnTo>
                  <a:pt x="3744257" y="3028939"/>
                </a:lnTo>
                <a:lnTo>
                  <a:pt x="3744257" y="2939930"/>
                </a:lnTo>
                <a:close/>
                <a:moveTo>
                  <a:pt x="6378129" y="0"/>
                </a:moveTo>
                <a:lnTo>
                  <a:pt x="6559852" y="0"/>
                </a:lnTo>
                <a:lnTo>
                  <a:pt x="3744373" y="2761511"/>
                </a:lnTo>
                <a:lnTo>
                  <a:pt x="3744373" y="2583343"/>
                </a:lnTo>
                <a:close/>
                <a:moveTo>
                  <a:pt x="6014677" y="0"/>
                </a:moveTo>
                <a:lnTo>
                  <a:pt x="6196426" y="0"/>
                </a:lnTo>
                <a:lnTo>
                  <a:pt x="3744324" y="2404993"/>
                </a:lnTo>
                <a:lnTo>
                  <a:pt x="3744324" y="2226774"/>
                </a:lnTo>
                <a:close/>
                <a:moveTo>
                  <a:pt x="0" y="0"/>
                </a:moveTo>
                <a:lnTo>
                  <a:pt x="1345370" y="0"/>
                </a:lnTo>
                <a:lnTo>
                  <a:pt x="3615870" y="2226890"/>
                </a:lnTo>
                <a:lnTo>
                  <a:pt x="3615870" y="3028773"/>
                </a:lnTo>
                <a:lnTo>
                  <a:pt x="2798197" y="3028773"/>
                </a:lnTo>
                <a:lnTo>
                  <a:pt x="0" y="284297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1568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EE9543D9-D723-48F7-B692-4891D0D24FCA}"/>
              </a:ext>
            </a:extLst>
          </p:cNvPr>
          <p:cNvSpPr/>
          <p:nvPr userDrawn="1"/>
        </p:nvSpPr>
        <p:spPr>
          <a:xfrm>
            <a:off x="4652624" y="3561002"/>
            <a:ext cx="766762" cy="1357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4" name="Espace réservé du texte 3">
            <a:extLst>
              <a:ext uri="{FF2B5EF4-FFF2-40B4-BE49-F238E27FC236}">
                <a16:creationId xmlns:a16="http://schemas.microsoft.com/office/drawing/2014/main" id="{68C66AB3-70DC-47EE-91C7-8F4BB1AA43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9016" y="1005682"/>
            <a:ext cx="9948231" cy="2186878"/>
          </a:xfrm>
        </p:spPr>
        <p:txBody>
          <a:bodyPr anchor="b">
            <a:noAutofit/>
          </a:bodyPr>
          <a:lstStyle>
            <a:lvl1pPr marL="0" indent="0" algn="l">
              <a:buNone/>
              <a:defRPr sz="7800" b="0" cap="all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5" name="Espace réservé du texte 3">
            <a:extLst>
              <a:ext uri="{FF2B5EF4-FFF2-40B4-BE49-F238E27FC236}">
                <a16:creationId xmlns:a16="http://schemas.microsoft.com/office/drawing/2014/main" id="{2EB02B55-DEF7-46F1-BE59-D836C70C68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30552" y="3413415"/>
            <a:ext cx="5221995" cy="419217"/>
          </a:xfrm>
        </p:spPr>
        <p:txBody>
          <a:bodyPr anchor="t" anchorCtr="0">
            <a:spAutoFit/>
          </a:bodyPr>
          <a:lstStyle>
            <a:lvl1pPr marL="0" indent="0" algn="l">
              <a:lnSpc>
                <a:spcPct val="140000"/>
              </a:lnSpc>
              <a:buNone/>
              <a:defRPr sz="1700" b="1" spc="0" baseline="0">
                <a:solidFill>
                  <a:schemeClr val="bg1"/>
                </a:solidFill>
                <a:latin typeface="Inter-Bold" panose="02000803000000020004" pitchFamily="50" charset="0"/>
                <a:cs typeface="Poppins SemiBold" panose="00000700000000000000" pitchFamily="2" charset="0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E462F722-833F-C74E-8311-4063662719AE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2" name="Espace réservé du pied de page 4">
            <a:extLst>
              <a:ext uri="{FF2B5EF4-FFF2-40B4-BE49-F238E27FC236}">
                <a16:creationId xmlns:a16="http://schemas.microsoft.com/office/drawing/2014/main" id="{C818C225-F959-43BF-89F5-D64A75FEA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F90F8B95-AB96-4B54-A518-642D77C8D641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0646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0A2687D8-8AD0-4EF0-9BE9-6CBBD0B235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90" y="113090"/>
            <a:ext cx="11965817" cy="6191715"/>
          </a:xfrm>
          <a:prstGeom prst="rect">
            <a:avLst/>
          </a:prstGeom>
        </p:spPr>
      </p:pic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3C6B0F71-C667-4465-B832-D3DF3E28A615}"/>
              </a:ext>
            </a:extLst>
          </p:cNvPr>
          <p:cNvSpPr/>
          <p:nvPr userDrawn="1"/>
        </p:nvSpPr>
        <p:spPr>
          <a:xfrm>
            <a:off x="118522" y="113089"/>
            <a:ext cx="7658286" cy="6191715"/>
          </a:xfrm>
          <a:custGeom>
            <a:avLst/>
            <a:gdLst>
              <a:gd name="connsiteX0" fmla="*/ 3744654 w 7658286"/>
              <a:gd name="connsiteY0" fmla="*/ 3155376 h 6191715"/>
              <a:gd name="connsiteX1" fmla="*/ 4562494 w 7658286"/>
              <a:gd name="connsiteY1" fmla="*/ 3155376 h 6191715"/>
              <a:gd name="connsiteX2" fmla="*/ 7658286 w 7658286"/>
              <a:gd name="connsiteY2" fmla="*/ 6191715 h 6191715"/>
              <a:gd name="connsiteX3" fmla="*/ 6022826 w 7658286"/>
              <a:gd name="connsiteY3" fmla="*/ 6191715 h 6191715"/>
              <a:gd name="connsiteX4" fmla="*/ 3744654 w 7658286"/>
              <a:gd name="connsiteY4" fmla="*/ 3957210 h 6191715"/>
              <a:gd name="connsiteX5" fmla="*/ 2797982 w 7658286"/>
              <a:gd name="connsiteY5" fmla="*/ 3155029 h 6191715"/>
              <a:gd name="connsiteX6" fmla="*/ 3615822 w 7658286"/>
              <a:gd name="connsiteY6" fmla="*/ 3155029 h 6191715"/>
              <a:gd name="connsiteX7" fmla="*/ 3615822 w 7658286"/>
              <a:gd name="connsiteY7" fmla="*/ 3956863 h 6191715"/>
              <a:gd name="connsiteX8" fmla="*/ 1337141 w 7658286"/>
              <a:gd name="connsiteY8" fmla="*/ 6191715 h 6191715"/>
              <a:gd name="connsiteX9" fmla="*/ 0 w 7658286"/>
              <a:gd name="connsiteY9" fmla="*/ 6191715 h 6191715"/>
              <a:gd name="connsiteX10" fmla="*/ 0 w 7658286"/>
              <a:gd name="connsiteY10" fmla="*/ 5899404 h 6191715"/>
              <a:gd name="connsiteX11" fmla="*/ 7468800 w 7658286"/>
              <a:gd name="connsiteY11" fmla="*/ 0 h 6191715"/>
              <a:gd name="connsiteX12" fmla="*/ 7650269 w 7658286"/>
              <a:gd name="connsiteY12" fmla="*/ 0 h 6191715"/>
              <a:gd name="connsiteX13" fmla="*/ 4562164 w 7658286"/>
              <a:gd name="connsiteY13" fmla="*/ 3028889 h 6191715"/>
              <a:gd name="connsiteX14" fmla="*/ 4380585 w 7658286"/>
              <a:gd name="connsiteY14" fmla="*/ 3028889 h 6191715"/>
              <a:gd name="connsiteX15" fmla="*/ 7105243 w 7658286"/>
              <a:gd name="connsiteY15" fmla="*/ 0 h 6191715"/>
              <a:gd name="connsiteX16" fmla="*/ 7286889 w 7658286"/>
              <a:gd name="connsiteY16" fmla="*/ 0 h 6191715"/>
              <a:gd name="connsiteX17" fmla="*/ 4198808 w 7658286"/>
              <a:gd name="connsiteY17" fmla="*/ 3028955 h 6191715"/>
              <a:gd name="connsiteX18" fmla="*/ 4017014 w 7658286"/>
              <a:gd name="connsiteY18" fmla="*/ 3028955 h 6191715"/>
              <a:gd name="connsiteX19" fmla="*/ 6741730 w 7658286"/>
              <a:gd name="connsiteY19" fmla="*/ 0 h 6191715"/>
              <a:gd name="connsiteX20" fmla="*/ 6923339 w 7658286"/>
              <a:gd name="connsiteY20" fmla="*/ 0 h 6191715"/>
              <a:gd name="connsiteX21" fmla="*/ 3835088 w 7658286"/>
              <a:gd name="connsiteY21" fmla="*/ 3028939 h 6191715"/>
              <a:gd name="connsiteX22" fmla="*/ 3744257 w 7658286"/>
              <a:gd name="connsiteY22" fmla="*/ 3028939 h 6191715"/>
              <a:gd name="connsiteX23" fmla="*/ 3744257 w 7658286"/>
              <a:gd name="connsiteY23" fmla="*/ 2939930 h 6191715"/>
              <a:gd name="connsiteX24" fmla="*/ 6378129 w 7658286"/>
              <a:gd name="connsiteY24" fmla="*/ 0 h 6191715"/>
              <a:gd name="connsiteX25" fmla="*/ 6559851 w 7658286"/>
              <a:gd name="connsiteY25" fmla="*/ 0 h 6191715"/>
              <a:gd name="connsiteX26" fmla="*/ 3744373 w 7658286"/>
              <a:gd name="connsiteY26" fmla="*/ 2761512 h 6191715"/>
              <a:gd name="connsiteX27" fmla="*/ 3744373 w 7658286"/>
              <a:gd name="connsiteY27" fmla="*/ 2583343 h 6191715"/>
              <a:gd name="connsiteX28" fmla="*/ 6014677 w 7658286"/>
              <a:gd name="connsiteY28" fmla="*/ 0 h 6191715"/>
              <a:gd name="connsiteX29" fmla="*/ 6196425 w 7658286"/>
              <a:gd name="connsiteY29" fmla="*/ 0 h 6191715"/>
              <a:gd name="connsiteX30" fmla="*/ 3744324 w 7658286"/>
              <a:gd name="connsiteY30" fmla="*/ 2404993 h 6191715"/>
              <a:gd name="connsiteX31" fmla="*/ 3744324 w 7658286"/>
              <a:gd name="connsiteY31" fmla="*/ 2226774 h 6191715"/>
              <a:gd name="connsiteX32" fmla="*/ 0 w 7658286"/>
              <a:gd name="connsiteY32" fmla="*/ 0 h 6191715"/>
              <a:gd name="connsiteX33" fmla="*/ 1345370 w 7658286"/>
              <a:gd name="connsiteY33" fmla="*/ 0 h 6191715"/>
              <a:gd name="connsiteX34" fmla="*/ 3615870 w 7658286"/>
              <a:gd name="connsiteY34" fmla="*/ 2226890 h 6191715"/>
              <a:gd name="connsiteX35" fmla="*/ 3615870 w 7658286"/>
              <a:gd name="connsiteY35" fmla="*/ 3028773 h 6191715"/>
              <a:gd name="connsiteX36" fmla="*/ 2798197 w 7658286"/>
              <a:gd name="connsiteY36" fmla="*/ 3028773 h 6191715"/>
              <a:gd name="connsiteX37" fmla="*/ 0 w 7658286"/>
              <a:gd name="connsiteY37" fmla="*/ 284297 h 6191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58286" h="6191715">
                <a:moveTo>
                  <a:pt x="3744654" y="3155376"/>
                </a:moveTo>
                <a:lnTo>
                  <a:pt x="4562494" y="3155376"/>
                </a:lnTo>
                <a:lnTo>
                  <a:pt x="7658286" y="6191715"/>
                </a:lnTo>
                <a:lnTo>
                  <a:pt x="6022826" y="6191715"/>
                </a:lnTo>
                <a:lnTo>
                  <a:pt x="3744654" y="3957210"/>
                </a:lnTo>
                <a:close/>
                <a:moveTo>
                  <a:pt x="2797982" y="3155029"/>
                </a:moveTo>
                <a:lnTo>
                  <a:pt x="3615822" y="3155029"/>
                </a:lnTo>
                <a:lnTo>
                  <a:pt x="3615822" y="3956863"/>
                </a:lnTo>
                <a:lnTo>
                  <a:pt x="1337141" y="6191715"/>
                </a:lnTo>
                <a:lnTo>
                  <a:pt x="0" y="6191715"/>
                </a:lnTo>
                <a:lnTo>
                  <a:pt x="0" y="5899404"/>
                </a:lnTo>
                <a:close/>
                <a:moveTo>
                  <a:pt x="7468800" y="0"/>
                </a:moveTo>
                <a:lnTo>
                  <a:pt x="7650269" y="0"/>
                </a:lnTo>
                <a:lnTo>
                  <a:pt x="4562164" y="3028889"/>
                </a:lnTo>
                <a:lnTo>
                  <a:pt x="4380585" y="3028889"/>
                </a:lnTo>
                <a:close/>
                <a:moveTo>
                  <a:pt x="7105243" y="0"/>
                </a:moveTo>
                <a:lnTo>
                  <a:pt x="7286889" y="0"/>
                </a:lnTo>
                <a:lnTo>
                  <a:pt x="4198808" y="3028955"/>
                </a:lnTo>
                <a:lnTo>
                  <a:pt x="4017014" y="3028955"/>
                </a:lnTo>
                <a:close/>
                <a:moveTo>
                  <a:pt x="6741730" y="0"/>
                </a:moveTo>
                <a:lnTo>
                  <a:pt x="6923339" y="0"/>
                </a:lnTo>
                <a:lnTo>
                  <a:pt x="3835088" y="3028939"/>
                </a:lnTo>
                <a:lnTo>
                  <a:pt x="3744257" y="3028939"/>
                </a:lnTo>
                <a:lnTo>
                  <a:pt x="3744257" y="2939930"/>
                </a:lnTo>
                <a:close/>
                <a:moveTo>
                  <a:pt x="6378129" y="0"/>
                </a:moveTo>
                <a:lnTo>
                  <a:pt x="6559851" y="0"/>
                </a:lnTo>
                <a:lnTo>
                  <a:pt x="3744373" y="2761512"/>
                </a:lnTo>
                <a:lnTo>
                  <a:pt x="3744373" y="2583343"/>
                </a:lnTo>
                <a:close/>
                <a:moveTo>
                  <a:pt x="6014677" y="0"/>
                </a:moveTo>
                <a:lnTo>
                  <a:pt x="6196425" y="0"/>
                </a:lnTo>
                <a:lnTo>
                  <a:pt x="3744324" y="2404993"/>
                </a:lnTo>
                <a:lnTo>
                  <a:pt x="3744324" y="2226774"/>
                </a:lnTo>
                <a:close/>
                <a:moveTo>
                  <a:pt x="0" y="0"/>
                </a:moveTo>
                <a:lnTo>
                  <a:pt x="1345370" y="0"/>
                </a:lnTo>
                <a:lnTo>
                  <a:pt x="3615870" y="2226890"/>
                </a:lnTo>
                <a:lnTo>
                  <a:pt x="3615870" y="3028773"/>
                </a:lnTo>
                <a:lnTo>
                  <a:pt x="2798197" y="3028773"/>
                </a:lnTo>
                <a:lnTo>
                  <a:pt x="0" y="284297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1568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7" name="Espace réservé du texte 3">
            <a:extLst>
              <a:ext uri="{FF2B5EF4-FFF2-40B4-BE49-F238E27FC236}">
                <a16:creationId xmlns:a16="http://schemas.microsoft.com/office/drawing/2014/main" id="{98420E5E-D785-4515-934B-4E6D1EC553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15822" y="903402"/>
            <a:ext cx="9785054" cy="318926"/>
          </a:xfrm>
        </p:spPr>
        <p:txBody>
          <a:bodyPr anchor="t">
            <a:noAutofit/>
          </a:bodyPr>
          <a:lstStyle>
            <a:lvl1pPr marL="0" indent="0" algn="l">
              <a:buNone/>
              <a:defRPr sz="2000" b="1" cap="all" baseline="0">
                <a:solidFill>
                  <a:schemeClr val="bg1"/>
                </a:solidFill>
                <a:latin typeface="Inter-Bold" panose="02000803000000020004" pitchFamily="50" charset="0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8" name="Espace réservé du texte 3">
            <a:extLst>
              <a:ext uri="{FF2B5EF4-FFF2-40B4-BE49-F238E27FC236}">
                <a16:creationId xmlns:a16="http://schemas.microsoft.com/office/drawing/2014/main" id="{4DD614A3-0934-4756-92ED-88AFD76D5C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5821" y="1476158"/>
            <a:ext cx="9785053" cy="2081488"/>
          </a:xfrm>
        </p:spPr>
        <p:txBody>
          <a:bodyPr lIns="72000" anchor="t">
            <a:noAutofit/>
          </a:bodyPr>
          <a:lstStyle>
            <a:lvl1pPr marL="0" indent="0" algn="l">
              <a:lnSpc>
                <a:spcPct val="80000"/>
              </a:lnSpc>
              <a:buNone/>
              <a:defRPr sz="5400" b="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E9AA42-C615-49F2-9C83-7A4490A1BCB2}"/>
              </a:ext>
            </a:extLst>
          </p:cNvPr>
          <p:cNvSpPr/>
          <p:nvPr userDrawn="1"/>
        </p:nvSpPr>
        <p:spPr>
          <a:xfrm>
            <a:off x="1316531" y="3860577"/>
            <a:ext cx="766762" cy="1357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BE2D297B-B884-E748-91EF-1AF27C9446C3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2" name="Espace réservé du pied de page 4">
            <a:extLst>
              <a:ext uri="{FF2B5EF4-FFF2-40B4-BE49-F238E27FC236}">
                <a16:creationId xmlns:a16="http://schemas.microsoft.com/office/drawing/2014/main" id="{CB71DFE1-6D06-436F-91AD-1E5D070EF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7AD1729B-B27A-4780-B400-ABF147CF1106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9390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AD99E08-023D-4F27-9DBA-14098951DD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9354" y="113090"/>
            <a:ext cx="11519554" cy="6627130"/>
          </a:xfrm>
          <a:prstGeom prst="rect">
            <a:avLst/>
          </a:prstGeom>
        </p:spPr>
      </p:pic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120A6EBF-1E4C-4D2C-9BEC-2EE12A954383}"/>
              </a:ext>
            </a:extLst>
          </p:cNvPr>
          <p:cNvSpPr/>
          <p:nvPr userDrawn="1"/>
        </p:nvSpPr>
        <p:spPr>
          <a:xfrm>
            <a:off x="559012" y="113089"/>
            <a:ext cx="8182715" cy="6627131"/>
          </a:xfrm>
          <a:custGeom>
            <a:avLst/>
            <a:gdLst>
              <a:gd name="connsiteX0" fmla="*/ 3989811 w 8182715"/>
              <a:gd name="connsiteY0" fmla="*/ 3377589 h 6627131"/>
              <a:gd name="connsiteX1" fmla="*/ 4869546 w 8182715"/>
              <a:gd name="connsiteY1" fmla="*/ 3377589 h 6627131"/>
              <a:gd name="connsiteX2" fmla="*/ 8182715 w 8182715"/>
              <a:gd name="connsiteY2" fmla="*/ 6627131 h 6627131"/>
              <a:gd name="connsiteX3" fmla="*/ 6423483 w 8182715"/>
              <a:gd name="connsiteY3" fmla="*/ 6627131 h 6627131"/>
              <a:gd name="connsiteX4" fmla="*/ 3989811 w 8182715"/>
              <a:gd name="connsiteY4" fmla="*/ 4240106 h 6627131"/>
              <a:gd name="connsiteX5" fmla="*/ 2971493 w 8182715"/>
              <a:gd name="connsiteY5" fmla="*/ 3377215 h 6627131"/>
              <a:gd name="connsiteX6" fmla="*/ 3851228 w 8182715"/>
              <a:gd name="connsiteY6" fmla="*/ 3377215 h 6627131"/>
              <a:gd name="connsiteX7" fmla="*/ 3851228 w 8182715"/>
              <a:gd name="connsiteY7" fmla="*/ 4239733 h 6627131"/>
              <a:gd name="connsiteX8" fmla="*/ 1417010 w 8182715"/>
              <a:gd name="connsiteY8" fmla="*/ 6627131 h 6627131"/>
              <a:gd name="connsiteX9" fmla="*/ 0 w 8182715"/>
              <a:gd name="connsiteY9" fmla="*/ 6627131 h 6627131"/>
              <a:gd name="connsiteX10" fmla="*/ 0 w 8182715"/>
              <a:gd name="connsiteY10" fmla="*/ 6291776 h 6627131"/>
              <a:gd name="connsiteX11" fmla="*/ 7978888 w 8182715"/>
              <a:gd name="connsiteY11" fmla="*/ 0 h 6627131"/>
              <a:gd name="connsiteX12" fmla="*/ 8174092 w 8182715"/>
              <a:gd name="connsiteY12" fmla="*/ 0 h 6627131"/>
              <a:gd name="connsiteX13" fmla="*/ 4869191 w 8182715"/>
              <a:gd name="connsiteY13" fmla="*/ 3241529 h 6627131"/>
              <a:gd name="connsiteX14" fmla="*/ 4673870 w 8182715"/>
              <a:gd name="connsiteY14" fmla="*/ 3241529 h 6627131"/>
              <a:gd name="connsiteX15" fmla="*/ 7587818 w 8182715"/>
              <a:gd name="connsiteY15" fmla="*/ 0 h 6627131"/>
              <a:gd name="connsiteX16" fmla="*/ 7783212 w 8182715"/>
              <a:gd name="connsiteY16" fmla="*/ 0 h 6627131"/>
              <a:gd name="connsiteX17" fmla="*/ 4478336 w 8182715"/>
              <a:gd name="connsiteY17" fmla="*/ 3241600 h 6627131"/>
              <a:gd name="connsiteX18" fmla="*/ 4282783 w 8182715"/>
              <a:gd name="connsiteY18" fmla="*/ 3241600 h 6627131"/>
              <a:gd name="connsiteX19" fmla="*/ 7196794 w 8182715"/>
              <a:gd name="connsiteY19" fmla="*/ 0 h 6627131"/>
              <a:gd name="connsiteX20" fmla="*/ 7392147 w 8182715"/>
              <a:gd name="connsiteY20" fmla="*/ 0 h 6627131"/>
              <a:gd name="connsiteX21" fmla="*/ 4087089 w 8182715"/>
              <a:gd name="connsiteY21" fmla="*/ 3241583 h 6627131"/>
              <a:gd name="connsiteX22" fmla="*/ 3989384 w 8182715"/>
              <a:gd name="connsiteY22" fmla="*/ 3241583 h 6627131"/>
              <a:gd name="connsiteX23" fmla="*/ 3989384 w 8182715"/>
              <a:gd name="connsiteY23" fmla="*/ 3145837 h 6627131"/>
              <a:gd name="connsiteX24" fmla="*/ 6805676 w 8182715"/>
              <a:gd name="connsiteY24" fmla="*/ 0 h 6627131"/>
              <a:gd name="connsiteX25" fmla="*/ 7001151 w 8182715"/>
              <a:gd name="connsiteY25" fmla="*/ 0 h 6627131"/>
              <a:gd name="connsiteX26" fmla="*/ 3989509 w 8182715"/>
              <a:gd name="connsiteY26" fmla="*/ 2953916 h 6627131"/>
              <a:gd name="connsiteX27" fmla="*/ 3989509 w 8182715"/>
              <a:gd name="connsiteY27" fmla="*/ 2762264 h 6627131"/>
              <a:gd name="connsiteX28" fmla="*/ 6414717 w 8182715"/>
              <a:gd name="connsiteY28" fmla="*/ 0 h 6627131"/>
              <a:gd name="connsiteX29" fmla="*/ 6610220 w 8182715"/>
              <a:gd name="connsiteY29" fmla="*/ 0 h 6627131"/>
              <a:gd name="connsiteX30" fmla="*/ 3989456 w 8182715"/>
              <a:gd name="connsiteY30" fmla="*/ 2570415 h 6627131"/>
              <a:gd name="connsiteX31" fmla="*/ 3989456 w 8182715"/>
              <a:gd name="connsiteY31" fmla="*/ 2378708 h 6627131"/>
              <a:gd name="connsiteX32" fmla="*/ 0 w 8182715"/>
              <a:gd name="connsiteY32" fmla="*/ 0 h 6627131"/>
              <a:gd name="connsiteX33" fmla="*/ 1425861 w 8182715"/>
              <a:gd name="connsiteY33" fmla="*/ 0 h 6627131"/>
              <a:gd name="connsiteX34" fmla="*/ 3851280 w 8182715"/>
              <a:gd name="connsiteY34" fmla="*/ 2378834 h 6627131"/>
              <a:gd name="connsiteX35" fmla="*/ 3851280 w 8182715"/>
              <a:gd name="connsiteY35" fmla="*/ 3241404 h 6627131"/>
              <a:gd name="connsiteX36" fmla="*/ 2971725 w 8182715"/>
              <a:gd name="connsiteY36" fmla="*/ 3241404 h 6627131"/>
              <a:gd name="connsiteX37" fmla="*/ 0 w 8182715"/>
              <a:gd name="connsiteY37" fmla="*/ 326732 h 6627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8182715" h="6627131">
                <a:moveTo>
                  <a:pt x="3989811" y="3377589"/>
                </a:moveTo>
                <a:lnTo>
                  <a:pt x="4869546" y="3377589"/>
                </a:lnTo>
                <a:lnTo>
                  <a:pt x="8182715" y="6627131"/>
                </a:lnTo>
                <a:lnTo>
                  <a:pt x="6423483" y="6627131"/>
                </a:lnTo>
                <a:lnTo>
                  <a:pt x="3989811" y="4240106"/>
                </a:lnTo>
                <a:close/>
                <a:moveTo>
                  <a:pt x="2971493" y="3377215"/>
                </a:moveTo>
                <a:lnTo>
                  <a:pt x="3851228" y="3377215"/>
                </a:lnTo>
                <a:lnTo>
                  <a:pt x="3851228" y="4239733"/>
                </a:lnTo>
                <a:lnTo>
                  <a:pt x="1417010" y="6627131"/>
                </a:lnTo>
                <a:lnTo>
                  <a:pt x="0" y="6627131"/>
                </a:lnTo>
                <a:lnTo>
                  <a:pt x="0" y="6291776"/>
                </a:lnTo>
                <a:close/>
                <a:moveTo>
                  <a:pt x="7978888" y="0"/>
                </a:moveTo>
                <a:lnTo>
                  <a:pt x="8174092" y="0"/>
                </a:lnTo>
                <a:lnTo>
                  <a:pt x="4869191" y="3241529"/>
                </a:lnTo>
                <a:lnTo>
                  <a:pt x="4673870" y="3241529"/>
                </a:lnTo>
                <a:close/>
                <a:moveTo>
                  <a:pt x="7587818" y="0"/>
                </a:moveTo>
                <a:lnTo>
                  <a:pt x="7783212" y="0"/>
                </a:lnTo>
                <a:lnTo>
                  <a:pt x="4478336" y="3241600"/>
                </a:lnTo>
                <a:lnTo>
                  <a:pt x="4282783" y="3241600"/>
                </a:lnTo>
                <a:close/>
                <a:moveTo>
                  <a:pt x="7196794" y="0"/>
                </a:moveTo>
                <a:lnTo>
                  <a:pt x="7392147" y="0"/>
                </a:lnTo>
                <a:lnTo>
                  <a:pt x="4087089" y="3241583"/>
                </a:lnTo>
                <a:lnTo>
                  <a:pt x="3989384" y="3241583"/>
                </a:lnTo>
                <a:lnTo>
                  <a:pt x="3989384" y="3145837"/>
                </a:lnTo>
                <a:close/>
                <a:moveTo>
                  <a:pt x="6805676" y="0"/>
                </a:moveTo>
                <a:lnTo>
                  <a:pt x="7001151" y="0"/>
                </a:lnTo>
                <a:lnTo>
                  <a:pt x="3989509" y="2953916"/>
                </a:lnTo>
                <a:lnTo>
                  <a:pt x="3989509" y="2762264"/>
                </a:lnTo>
                <a:close/>
                <a:moveTo>
                  <a:pt x="6414717" y="0"/>
                </a:moveTo>
                <a:lnTo>
                  <a:pt x="6610220" y="0"/>
                </a:lnTo>
                <a:lnTo>
                  <a:pt x="3989456" y="2570415"/>
                </a:lnTo>
                <a:lnTo>
                  <a:pt x="3989456" y="2378708"/>
                </a:lnTo>
                <a:close/>
                <a:moveTo>
                  <a:pt x="0" y="0"/>
                </a:moveTo>
                <a:lnTo>
                  <a:pt x="1425861" y="0"/>
                </a:lnTo>
                <a:lnTo>
                  <a:pt x="3851280" y="2378834"/>
                </a:lnTo>
                <a:lnTo>
                  <a:pt x="3851280" y="3241404"/>
                </a:lnTo>
                <a:lnTo>
                  <a:pt x="2971725" y="3241404"/>
                </a:lnTo>
                <a:lnTo>
                  <a:pt x="0" y="326732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1568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9" name="Image 8" descr="Une image contenant personne, intérieur, utilisation&#10;&#10;Description générée automatiquement">
            <a:extLst>
              <a:ext uri="{FF2B5EF4-FFF2-40B4-BE49-F238E27FC236}">
                <a16:creationId xmlns:a16="http://schemas.microsoft.com/office/drawing/2014/main" id="{0C74ECC6-88F7-4CE8-A77E-7FAADE1670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6347" y="113090"/>
            <a:ext cx="11519554" cy="6627130"/>
          </a:xfrm>
          <a:prstGeom prst="rect">
            <a:avLst/>
          </a:prstGeom>
        </p:spPr>
      </p:pic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0183ADB-F026-413F-AE47-A41EE29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58E8D105-CA13-4EA7-8787-0D3290468D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7586" y="2100411"/>
            <a:ext cx="8827533" cy="2655888"/>
          </a:xfrm>
        </p:spPr>
        <p:txBody>
          <a:bodyPr anchor="ctr">
            <a:noAutofit/>
          </a:bodyPr>
          <a:lstStyle>
            <a:lvl1pPr marL="0" indent="0" algn="ctr">
              <a:lnSpc>
                <a:spcPct val="110000"/>
              </a:lnSpc>
              <a:buNone/>
              <a:defRPr sz="3200" spc="0" baseline="0">
                <a:solidFill>
                  <a:schemeClr val="bg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D6FBB71D-2D13-4DCE-BCB3-A7A0AF670867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344151AC-B31D-4CFE-9DC5-6BD97C210F22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8253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8A4C179-E6D7-4257-B74A-E21E660FFDAE}"/>
              </a:ext>
            </a:extLst>
          </p:cNvPr>
          <p:cNvSpPr/>
          <p:nvPr userDrawn="1"/>
        </p:nvSpPr>
        <p:spPr>
          <a:xfrm>
            <a:off x="111600" y="111601"/>
            <a:ext cx="11967309" cy="61850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9C4282D9-1CBD-4368-B6BE-11D9E017C6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3011" y="1084884"/>
            <a:ext cx="11052273" cy="5150262"/>
          </a:xfrm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65000"/>
              </a:lnSpc>
              <a:buNone/>
              <a:defRPr sz="1560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6459817-2B8D-4BA9-BCC7-4BAC626E8F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10433" y="2608539"/>
            <a:ext cx="10171134" cy="1276349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120000"/>
              </a:lnSpc>
              <a:buNone/>
              <a:defRPr sz="3000" b="1">
                <a:latin typeface="Inter-Bold" panose="02000803000000020004" pitchFamily="50" charset="0"/>
                <a:ea typeface="Inter-Bold" panose="02000803000000020004" pitchFamily="50" charset="0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B23C130C-8388-8249-9570-DEAAB2C97AD6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2" name="Espace réservé du pied de page 4">
            <a:extLst>
              <a:ext uri="{FF2B5EF4-FFF2-40B4-BE49-F238E27FC236}">
                <a16:creationId xmlns:a16="http://schemas.microsoft.com/office/drawing/2014/main" id="{F0818CDC-EE04-4B03-9F1D-C323652A9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1515D1F4-BB90-4E14-BF04-AE6CEC237F31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3565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8A4C179-E6D7-4257-B74A-E21E660FFDAE}"/>
              </a:ext>
            </a:extLst>
          </p:cNvPr>
          <p:cNvSpPr/>
          <p:nvPr userDrawn="1"/>
        </p:nvSpPr>
        <p:spPr>
          <a:xfrm>
            <a:off x="111600" y="113090"/>
            <a:ext cx="11967308" cy="61917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Inter-Bold" panose="02000803000000020004" pitchFamily="50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63B5A9-4ABE-B849-88BB-1F6C45EDCBBB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8E5D65DC-1026-4F9D-8655-EEEDABCD3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E363BE-D3F8-40C2-897C-571491596668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74078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CD27203-7DBD-40F6-929E-7755E7010864}"/>
              </a:ext>
            </a:extLst>
          </p:cNvPr>
          <p:cNvSpPr/>
          <p:nvPr userDrawn="1"/>
        </p:nvSpPr>
        <p:spPr>
          <a:xfrm>
            <a:off x="559354" y="113090"/>
            <a:ext cx="11519554" cy="66271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F01C20-AAB7-2F47-AF1A-D6434FA5DD4C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7FB5E8A8-B72F-4FC7-B526-CF6C38F50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0F6BD9C9-C57E-4576-AD1D-C1088D0ADD01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25289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672AC8D-7CAE-4900-BAFC-E2D73A019976}"/>
              </a:ext>
            </a:extLst>
          </p:cNvPr>
          <p:cNvSpPr/>
          <p:nvPr userDrawn="1"/>
        </p:nvSpPr>
        <p:spPr>
          <a:xfrm>
            <a:off x="559354" y="113090"/>
            <a:ext cx="11519554" cy="66271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D5DF5E8-6898-4270-BEA1-CD5ECE56D7B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8400" y="1936892"/>
            <a:ext cx="7196400" cy="690125"/>
          </a:xfrm>
        </p:spPr>
        <p:txBody>
          <a:bodyPr anchor="b" anchorCtr="0">
            <a:spAutoFit/>
          </a:bodyPr>
          <a:lstStyle>
            <a:lvl1pPr marL="0" indent="0" algn="ctr">
              <a:buNone/>
              <a:defRPr sz="42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7283E44C-44C2-43D4-9BB2-BC76D2C94A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8000" y="2804400"/>
            <a:ext cx="6696000" cy="1976400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200" spc="0">
                <a:latin typeface="+mn-lt"/>
                <a:ea typeface="Inter-Bold" panose="02000803000000020004" pitchFamily="50" charset="0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C18E533D-227B-CE40-AD64-4474F39DA865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228CF30C-9E31-4ED6-9404-E9D5B645C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6A2C2489-29F1-48F2-BB7B-EA2F15EB379C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2933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BD06EA2-1D70-4BB9-8615-708FACA75799}"/>
              </a:ext>
            </a:extLst>
          </p:cNvPr>
          <p:cNvSpPr/>
          <p:nvPr userDrawn="1"/>
        </p:nvSpPr>
        <p:spPr>
          <a:xfrm>
            <a:off x="559354" y="113090"/>
            <a:ext cx="11519554" cy="66271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1" name="Espace réservé pour une image  2">
            <a:extLst>
              <a:ext uri="{FF2B5EF4-FFF2-40B4-BE49-F238E27FC236}">
                <a16:creationId xmlns:a16="http://schemas.microsoft.com/office/drawing/2014/main" id="{3C41B86E-6CA9-4CF4-8187-C60E6E9402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9354" y="116490"/>
            <a:ext cx="3266412" cy="6623730"/>
          </a:xfrm>
          <a:solidFill>
            <a:srgbClr val="F7F8F8"/>
          </a:solidFill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endParaRPr lang="en-US" noProof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157AC4C2-43C3-4664-B784-09193E05BF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36000" y="1382528"/>
            <a:ext cx="6883200" cy="481012"/>
          </a:xfrm>
        </p:spPr>
        <p:txBody>
          <a:bodyPr>
            <a:noAutofit/>
          </a:bodyPr>
          <a:lstStyle>
            <a:lvl1pPr marL="0" indent="0">
              <a:buNone/>
              <a:defRPr sz="2000" b="1" cap="all" spc="0" baseline="0"/>
            </a:lvl1pPr>
          </a:lstStyle>
          <a:p>
            <a:pPr lvl="0"/>
            <a:endParaRPr lang="en-US" noProof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1C26347B-D066-4384-AD20-8D997F07C86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36000" y="1965599"/>
            <a:ext cx="6883200" cy="2015193"/>
          </a:xfrm>
        </p:spPr>
        <p:txBody>
          <a:bodyPr anchor="t" anchorCtr="0">
            <a:noAutofit/>
          </a:bodyPr>
          <a:lstStyle>
            <a:lvl1pPr marL="0" indent="0">
              <a:lnSpc>
                <a:spcPct val="80000"/>
              </a:lnSpc>
              <a:buNone/>
              <a:defRPr sz="46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123CB54C-9743-4E50-A33B-9043DC2CE00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35488" y="4438800"/>
            <a:ext cx="6883400" cy="1591200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700" b="1" spc="0"/>
            </a:lvl1pPr>
          </a:lstStyle>
          <a:p>
            <a:pPr lvl="0"/>
            <a:endParaRPr lang="en-US" noProof="0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62F07CC4-6707-0C4F-B901-0C8A1A089201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6E4D79F2-FCE1-483C-98DE-BED94A5F0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7CC031DD-5B55-464A-AF96-9E0229C3C0FB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8940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ocks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AD99E08-023D-4F27-9DBA-14098951DD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9354" y="116490"/>
            <a:ext cx="11519554" cy="6623730"/>
          </a:xfrm>
          <a:prstGeom prst="rect">
            <a:avLst/>
          </a:prstGeom>
        </p:spPr>
      </p:pic>
      <p:pic>
        <p:nvPicPr>
          <p:cNvPr id="13" name="Graphique 12">
            <a:extLst>
              <a:ext uri="{FF2B5EF4-FFF2-40B4-BE49-F238E27FC236}">
                <a16:creationId xmlns:a16="http://schemas.microsoft.com/office/drawing/2014/main" id="{1E193859-5C4A-4735-AE34-35CE45B516A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130" t="11299" b="11897"/>
          <a:stretch>
            <a:fillRect/>
          </a:stretch>
        </p:blipFill>
        <p:spPr>
          <a:xfrm>
            <a:off x="556347" y="116490"/>
            <a:ext cx="8332991" cy="6623730"/>
          </a:xfrm>
          <a:custGeom>
            <a:avLst/>
            <a:gdLst>
              <a:gd name="connsiteX0" fmla="*/ 0 w 7785217"/>
              <a:gd name="connsiteY0" fmla="*/ 0 h 6188315"/>
              <a:gd name="connsiteX1" fmla="*/ 7785217 w 7785217"/>
              <a:gd name="connsiteY1" fmla="*/ 0 h 6188315"/>
              <a:gd name="connsiteX2" fmla="*/ 7785217 w 7785217"/>
              <a:gd name="connsiteY2" fmla="*/ 6188315 h 6188315"/>
              <a:gd name="connsiteX3" fmla="*/ 0 w 7785217"/>
              <a:gd name="connsiteY3" fmla="*/ 6188315 h 6188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85217" h="6188315">
                <a:moveTo>
                  <a:pt x="0" y="0"/>
                </a:moveTo>
                <a:lnTo>
                  <a:pt x="7785217" y="0"/>
                </a:lnTo>
                <a:lnTo>
                  <a:pt x="7785217" y="6188315"/>
                </a:lnTo>
                <a:lnTo>
                  <a:pt x="0" y="6188315"/>
                </a:lnTo>
                <a:close/>
              </a:path>
            </a:pathLst>
          </a:cu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1BE78D0-34AC-49E1-95EA-5374D40C3EF8}"/>
              </a:ext>
            </a:extLst>
          </p:cNvPr>
          <p:cNvSpPr/>
          <p:nvPr userDrawn="1"/>
        </p:nvSpPr>
        <p:spPr>
          <a:xfrm>
            <a:off x="558000" y="116490"/>
            <a:ext cx="11519554" cy="6623730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7C8BFE35-85CC-4467-9141-CD8A635147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26000" y="1080143"/>
            <a:ext cx="10029927" cy="675921"/>
          </a:xfrm>
        </p:spPr>
        <p:txBody>
          <a:bodyPr anchor="t" anchorCtr="0">
            <a:noAutofit/>
          </a:bodyPr>
          <a:lstStyle>
            <a:lvl1pPr marL="0" indent="0">
              <a:buNone/>
              <a:defRPr sz="28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AD4BA7-224E-4573-9D13-53FAF862C148}"/>
              </a:ext>
            </a:extLst>
          </p:cNvPr>
          <p:cNvSpPr/>
          <p:nvPr userDrawn="1"/>
        </p:nvSpPr>
        <p:spPr>
          <a:xfrm>
            <a:off x="1155700" y="2015067"/>
            <a:ext cx="3184505" cy="368790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-Bold" panose="02000803000000020004" pitchFamily="50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6C6D84-C518-492D-9700-174677BE7BB8}"/>
              </a:ext>
            </a:extLst>
          </p:cNvPr>
          <p:cNvSpPr/>
          <p:nvPr userDrawn="1"/>
        </p:nvSpPr>
        <p:spPr>
          <a:xfrm>
            <a:off x="4553184" y="2015067"/>
            <a:ext cx="3186000" cy="368790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-Bold" panose="02000803000000020004" pitchFamily="50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9B9A2D-7D51-4F0E-B2A4-619BB5256520}"/>
              </a:ext>
            </a:extLst>
          </p:cNvPr>
          <p:cNvSpPr/>
          <p:nvPr userDrawn="1"/>
        </p:nvSpPr>
        <p:spPr>
          <a:xfrm>
            <a:off x="7950668" y="2015067"/>
            <a:ext cx="3186000" cy="368790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-Bold" panose="02000803000000020004" pitchFamily="50" charset="0"/>
            </a:endParaRPr>
          </a:p>
        </p:txBody>
      </p:sp>
      <p:sp>
        <p:nvSpPr>
          <p:cNvPr id="17" name="Espace réservé du numéro de diapositive 5">
            <a:extLst>
              <a:ext uri="{FF2B5EF4-FFF2-40B4-BE49-F238E27FC236}">
                <a16:creationId xmlns:a16="http://schemas.microsoft.com/office/drawing/2014/main" id="{1ADE6F03-D273-DB48-8A30-2A4FD0886444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8" name="Espace réservé du pied de page 4">
            <a:extLst>
              <a:ext uri="{FF2B5EF4-FFF2-40B4-BE49-F238E27FC236}">
                <a16:creationId xmlns:a16="http://schemas.microsoft.com/office/drawing/2014/main" id="{0A6EE2AD-0E27-40DC-98B6-8C6A329B3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9E07EDA6-7114-412C-8042-A80E32EA1CEA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66172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 list +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0A2687D8-8AD0-4EF0-9BE9-6CBBD0B235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90" y="113090"/>
            <a:ext cx="11965817" cy="6191715"/>
          </a:xfrm>
          <a:prstGeom prst="rect">
            <a:avLst/>
          </a:prstGeom>
        </p:spPr>
      </p:pic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3C6B0F71-C667-4465-B832-D3DF3E28A615}"/>
              </a:ext>
            </a:extLst>
          </p:cNvPr>
          <p:cNvSpPr/>
          <p:nvPr userDrawn="1"/>
        </p:nvSpPr>
        <p:spPr>
          <a:xfrm>
            <a:off x="118522" y="113089"/>
            <a:ext cx="7658286" cy="6191715"/>
          </a:xfrm>
          <a:custGeom>
            <a:avLst/>
            <a:gdLst>
              <a:gd name="connsiteX0" fmla="*/ 3744654 w 7658286"/>
              <a:gd name="connsiteY0" fmla="*/ 3155376 h 6191715"/>
              <a:gd name="connsiteX1" fmla="*/ 4562494 w 7658286"/>
              <a:gd name="connsiteY1" fmla="*/ 3155376 h 6191715"/>
              <a:gd name="connsiteX2" fmla="*/ 7658286 w 7658286"/>
              <a:gd name="connsiteY2" fmla="*/ 6191715 h 6191715"/>
              <a:gd name="connsiteX3" fmla="*/ 6022826 w 7658286"/>
              <a:gd name="connsiteY3" fmla="*/ 6191715 h 6191715"/>
              <a:gd name="connsiteX4" fmla="*/ 3744654 w 7658286"/>
              <a:gd name="connsiteY4" fmla="*/ 3957210 h 6191715"/>
              <a:gd name="connsiteX5" fmla="*/ 2797982 w 7658286"/>
              <a:gd name="connsiteY5" fmla="*/ 3155029 h 6191715"/>
              <a:gd name="connsiteX6" fmla="*/ 3615822 w 7658286"/>
              <a:gd name="connsiteY6" fmla="*/ 3155029 h 6191715"/>
              <a:gd name="connsiteX7" fmla="*/ 3615822 w 7658286"/>
              <a:gd name="connsiteY7" fmla="*/ 3956863 h 6191715"/>
              <a:gd name="connsiteX8" fmla="*/ 1337141 w 7658286"/>
              <a:gd name="connsiteY8" fmla="*/ 6191715 h 6191715"/>
              <a:gd name="connsiteX9" fmla="*/ 0 w 7658286"/>
              <a:gd name="connsiteY9" fmla="*/ 6191715 h 6191715"/>
              <a:gd name="connsiteX10" fmla="*/ 0 w 7658286"/>
              <a:gd name="connsiteY10" fmla="*/ 5899404 h 6191715"/>
              <a:gd name="connsiteX11" fmla="*/ 7468800 w 7658286"/>
              <a:gd name="connsiteY11" fmla="*/ 0 h 6191715"/>
              <a:gd name="connsiteX12" fmla="*/ 7650269 w 7658286"/>
              <a:gd name="connsiteY12" fmla="*/ 0 h 6191715"/>
              <a:gd name="connsiteX13" fmla="*/ 4562164 w 7658286"/>
              <a:gd name="connsiteY13" fmla="*/ 3028889 h 6191715"/>
              <a:gd name="connsiteX14" fmla="*/ 4380585 w 7658286"/>
              <a:gd name="connsiteY14" fmla="*/ 3028889 h 6191715"/>
              <a:gd name="connsiteX15" fmla="*/ 7105243 w 7658286"/>
              <a:gd name="connsiteY15" fmla="*/ 0 h 6191715"/>
              <a:gd name="connsiteX16" fmla="*/ 7286889 w 7658286"/>
              <a:gd name="connsiteY16" fmla="*/ 0 h 6191715"/>
              <a:gd name="connsiteX17" fmla="*/ 4198808 w 7658286"/>
              <a:gd name="connsiteY17" fmla="*/ 3028955 h 6191715"/>
              <a:gd name="connsiteX18" fmla="*/ 4017014 w 7658286"/>
              <a:gd name="connsiteY18" fmla="*/ 3028955 h 6191715"/>
              <a:gd name="connsiteX19" fmla="*/ 6741730 w 7658286"/>
              <a:gd name="connsiteY19" fmla="*/ 0 h 6191715"/>
              <a:gd name="connsiteX20" fmla="*/ 6923339 w 7658286"/>
              <a:gd name="connsiteY20" fmla="*/ 0 h 6191715"/>
              <a:gd name="connsiteX21" fmla="*/ 3835088 w 7658286"/>
              <a:gd name="connsiteY21" fmla="*/ 3028939 h 6191715"/>
              <a:gd name="connsiteX22" fmla="*/ 3744257 w 7658286"/>
              <a:gd name="connsiteY22" fmla="*/ 3028939 h 6191715"/>
              <a:gd name="connsiteX23" fmla="*/ 3744257 w 7658286"/>
              <a:gd name="connsiteY23" fmla="*/ 2939930 h 6191715"/>
              <a:gd name="connsiteX24" fmla="*/ 6378129 w 7658286"/>
              <a:gd name="connsiteY24" fmla="*/ 0 h 6191715"/>
              <a:gd name="connsiteX25" fmla="*/ 6559851 w 7658286"/>
              <a:gd name="connsiteY25" fmla="*/ 0 h 6191715"/>
              <a:gd name="connsiteX26" fmla="*/ 3744373 w 7658286"/>
              <a:gd name="connsiteY26" fmla="*/ 2761512 h 6191715"/>
              <a:gd name="connsiteX27" fmla="*/ 3744373 w 7658286"/>
              <a:gd name="connsiteY27" fmla="*/ 2583343 h 6191715"/>
              <a:gd name="connsiteX28" fmla="*/ 6014677 w 7658286"/>
              <a:gd name="connsiteY28" fmla="*/ 0 h 6191715"/>
              <a:gd name="connsiteX29" fmla="*/ 6196425 w 7658286"/>
              <a:gd name="connsiteY29" fmla="*/ 0 h 6191715"/>
              <a:gd name="connsiteX30" fmla="*/ 3744324 w 7658286"/>
              <a:gd name="connsiteY30" fmla="*/ 2404993 h 6191715"/>
              <a:gd name="connsiteX31" fmla="*/ 3744324 w 7658286"/>
              <a:gd name="connsiteY31" fmla="*/ 2226774 h 6191715"/>
              <a:gd name="connsiteX32" fmla="*/ 0 w 7658286"/>
              <a:gd name="connsiteY32" fmla="*/ 0 h 6191715"/>
              <a:gd name="connsiteX33" fmla="*/ 1345370 w 7658286"/>
              <a:gd name="connsiteY33" fmla="*/ 0 h 6191715"/>
              <a:gd name="connsiteX34" fmla="*/ 3615870 w 7658286"/>
              <a:gd name="connsiteY34" fmla="*/ 2226890 h 6191715"/>
              <a:gd name="connsiteX35" fmla="*/ 3615870 w 7658286"/>
              <a:gd name="connsiteY35" fmla="*/ 3028773 h 6191715"/>
              <a:gd name="connsiteX36" fmla="*/ 2798197 w 7658286"/>
              <a:gd name="connsiteY36" fmla="*/ 3028773 h 6191715"/>
              <a:gd name="connsiteX37" fmla="*/ 0 w 7658286"/>
              <a:gd name="connsiteY37" fmla="*/ 284297 h 6191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58286" h="6191715">
                <a:moveTo>
                  <a:pt x="3744654" y="3155376"/>
                </a:moveTo>
                <a:lnTo>
                  <a:pt x="4562494" y="3155376"/>
                </a:lnTo>
                <a:lnTo>
                  <a:pt x="7658286" y="6191715"/>
                </a:lnTo>
                <a:lnTo>
                  <a:pt x="6022826" y="6191715"/>
                </a:lnTo>
                <a:lnTo>
                  <a:pt x="3744654" y="3957210"/>
                </a:lnTo>
                <a:close/>
                <a:moveTo>
                  <a:pt x="2797982" y="3155029"/>
                </a:moveTo>
                <a:lnTo>
                  <a:pt x="3615822" y="3155029"/>
                </a:lnTo>
                <a:lnTo>
                  <a:pt x="3615822" y="3956863"/>
                </a:lnTo>
                <a:lnTo>
                  <a:pt x="1337141" y="6191715"/>
                </a:lnTo>
                <a:lnTo>
                  <a:pt x="0" y="6191715"/>
                </a:lnTo>
                <a:lnTo>
                  <a:pt x="0" y="5899404"/>
                </a:lnTo>
                <a:close/>
                <a:moveTo>
                  <a:pt x="7468800" y="0"/>
                </a:moveTo>
                <a:lnTo>
                  <a:pt x="7650269" y="0"/>
                </a:lnTo>
                <a:lnTo>
                  <a:pt x="4562164" y="3028889"/>
                </a:lnTo>
                <a:lnTo>
                  <a:pt x="4380585" y="3028889"/>
                </a:lnTo>
                <a:close/>
                <a:moveTo>
                  <a:pt x="7105243" y="0"/>
                </a:moveTo>
                <a:lnTo>
                  <a:pt x="7286889" y="0"/>
                </a:lnTo>
                <a:lnTo>
                  <a:pt x="4198808" y="3028955"/>
                </a:lnTo>
                <a:lnTo>
                  <a:pt x="4017014" y="3028955"/>
                </a:lnTo>
                <a:close/>
                <a:moveTo>
                  <a:pt x="6741730" y="0"/>
                </a:moveTo>
                <a:lnTo>
                  <a:pt x="6923339" y="0"/>
                </a:lnTo>
                <a:lnTo>
                  <a:pt x="3835088" y="3028939"/>
                </a:lnTo>
                <a:lnTo>
                  <a:pt x="3744257" y="3028939"/>
                </a:lnTo>
                <a:lnTo>
                  <a:pt x="3744257" y="2939930"/>
                </a:lnTo>
                <a:close/>
                <a:moveTo>
                  <a:pt x="6378129" y="0"/>
                </a:moveTo>
                <a:lnTo>
                  <a:pt x="6559851" y="0"/>
                </a:lnTo>
                <a:lnTo>
                  <a:pt x="3744373" y="2761512"/>
                </a:lnTo>
                <a:lnTo>
                  <a:pt x="3744373" y="2583343"/>
                </a:lnTo>
                <a:close/>
                <a:moveTo>
                  <a:pt x="6014677" y="0"/>
                </a:moveTo>
                <a:lnTo>
                  <a:pt x="6196425" y="0"/>
                </a:lnTo>
                <a:lnTo>
                  <a:pt x="3744324" y="2404993"/>
                </a:lnTo>
                <a:lnTo>
                  <a:pt x="3744324" y="2226774"/>
                </a:lnTo>
                <a:close/>
                <a:moveTo>
                  <a:pt x="0" y="0"/>
                </a:moveTo>
                <a:lnTo>
                  <a:pt x="1345370" y="0"/>
                </a:lnTo>
                <a:lnTo>
                  <a:pt x="3615870" y="2226890"/>
                </a:lnTo>
                <a:lnTo>
                  <a:pt x="3615870" y="3028773"/>
                </a:lnTo>
                <a:lnTo>
                  <a:pt x="2798197" y="3028773"/>
                </a:lnTo>
                <a:lnTo>
                  <a:pt x="0" y="284297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1568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7" name="Espace réservé du texte 3">
            <a:extLst>
              <a:ext uri="{FF2B5EF4-FFF2-40B4-BE49-F238E27FC236}">
                <a16:creationId xmlns:a16="http://schemas.microsoft.com/office/drawing/2014/main" id="{98420E5E-D785-4515-934B-4E6D1EC553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15822" y="903402"/>
            <a:ext cx="9785054" cy="636149"/>
          </a:xfrm>
        </p:spPr>
        <p:txBody>
          <a:bodyPr anchor="t">
            <a:noAutofit/>
          </a:bodyPr>
          <a:lstStyle>
            <a:lvl1pPr marL="0" indent="0" algn="l">
              <a:buNone/>
              <a:defRPr sz="40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0" name="Espace réservé du texte 6">
            <a:extLst>
              <a:ext uri="{FF2B5EF4-FFF2-40B4-BE49-F238E27FC236}">
                <a16:creationId xmlns:a16="http://schemas.microsoft.com/office/drawing/2014/main" id="{3B25AAAA-FB5B-48CB-AA44-F3E6DF11EF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1599" y="1825320"/>
            <a:ext cx="3269191" cy="1143635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4"/>
              </a:buBlip>
              <a:defRPr lang="fr-FR" sz="1400" b="1" kern="1200" cap="all" baseline="0" dirty="0" smtClean="0">
                <a:solidFill>
                  <a:schemeClr val="bg1"/>
                </a:solidFill>
                <a:latin typeface="Inter-Bold" panose="02000803000000020004" pitchFamily="50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chemeClr val="accent2"/>
              </a:buClr>
              <a:defRPr sz="1200">
                <a:solidFill>
                  <a:schemeClr val="bg1"/>
                </a:solidFill>
                <a:latin typeface="+mn-lt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1" name="Espace réservé du texte 6">
            <a:extLst>
              <a:ext uri="{FF2B5EF4-FFF2-40B4-BE49-F238E27FC236}">
                <a16:creationId xmlns:a16="http://schemas.microsoft.com/office/drawing/2014/main" id="{ABABCA1F-1DE5-457E-A459-E79AB38DF6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58357" y="1825320"/>
            <a:ext cx="3269191" cy="1143635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4"/>
              </a:buBlip>
              <a:defRPr lang="fr-FR" sz="1400" b="1" kern="1200" cap="all" baseline="0" dirty="0" smtClean="0">
                <a:solidFill>
                  <a:schemeClr val="bg1"/>
                </a:solidFill>
                <a:latin typeface="Inter-Bold" panose="02000803000000020004" pitchFamily="50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chemeClr val="accent2"/>
              </a:buClr>
              <a:defRPr sz="1200">
                <a:solidFill>
                  <a:schemeClr val="bg1"/>
                </a:solidFill>
                <a:latin typeface="+mn-lt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3" name="Espace réservé du texte 6">
            <a:extLst>
              <a:ext uri="{FF2B5EF4-FFF2-40B4-BE49-F238E27FC236}">
                <a16:creationId xmlns:a16="http://schemas.microsoft.com/office/drawing/2014/main" id="{6829806B-28A3-422C-9118-68FD65E1CF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25115" y="1825320"/>
            <a:ext cx="3269191" cy="1143635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4"/>
              </a:buBlip>
              <a:defRPr lang="fr-FR" sz="1400" b="1" kern="1200" cap="all" baseline="0" dirty="0" smtClean="0">
                <a:solidFill>
                  <a:schemeClr val="bg1"/>
                </a:solidFill>
                <a:latin typeface="Inter-Bold" panose="02000803000000020004" pitchFamily="50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chemeClr val="accent2"/>
              </a:buClr>
              <a:defRPr sz="1200">
                <a:solidFill>
                  <a:schemeClr val="bg1"/>
                </a:solidFill>
                <a:latin typeface="+mn-lt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24" name="Espace réservé du texte 6">
            <a:extLst>
              <a:ext uri="{FF2B5EF4-FFF2-40B4-BE49-F238E27FC236}">
                <a16:creationId xmlns:a16="http://schemas.microsoft.com/office/drawing/2014/main" id="{32DDAF53-2ECB-4469-BE5F-0005AE4500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91599" y="3889046"/>
            <a:ext cx="3269191" cy="1143635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4"/>
              </a:buBlip>
              <a:defRPr lang="fr-FR" sz="1400" b="1" kern="1200" cap="all" baseline="0" dirty="0" smtClean="0">
                <a:solidFill>
                  <a:schemeClr val="bg1"/>
                </a:solidFill>
                <a:latin typeface="Inter-Bold" panose="02000803000000020004" pitchFamily="50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solidFill>
                  <a:schemeClr val="bg1"/>
                </a:solidFill>
                <a:latin typeface="+mn-lt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25" name="Espace réservé du texte 6">
            <a:extLst>
              <a:ext uri="{FF2B5EF4-FFF2-40B4-BE49-F238E27FC236}">
                <a16:creationId xmlns:a16="http://schemas.microsoft.com/office/drawing/2014/main" id="{5A312A0B-60C3-496F-99EB-2373002AC4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58357" y="3889046"/>
            <a:ext cx="3269191" cy="1143635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4"/>
              </a:buBlip>
              <a:defRPr lang="fr-FR" sz="1400" b="1" kern="1200" cap="all" baseline="0" dirty="0" smtClean="0">
                <a:solidFill>
                  <a:schemeClr val="bg1"/>
                </a:solidFill>
                <a:latin typeface="Inter-Bold" panose="02000803000000020004" pitchFamily="50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solidFill>
                  <a:schemeClr val="bg1"/>
                </a:solidFill>
                <a:latin typeface="+mn-lt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26" name="Espace réservé du texte 6">
            <a:extLst>
              <a:ext uri="{FF2B5EF4-FFF2-40B4-BE49-F238E27FC236}">
                <a16:creationId xmlns:a16="http://schemas.microsoft.com/office/drawing/2014/main" id="{FC035CEF-B0F5-4F8A-B299-141AC84E680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25115" y="3889046"/>
            <a:ext cx="3269191" cy="1143635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4"/>
              </a:buBlip>
              <a:defRPr lang="fr-FR" sz="1400" b="1" kern="1200" cap="all" baseline="0" dirty="0" smtClean="0">
                <a:solidFill>
                  <a:schemeClr val="bg1"/>
                </a:solidFill>
                <a:latin typeface="Inter-Bold" panose="02000803000000020004" pitchFamily="50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solidFill>
                  <a:schemeClr val="bg1"/>
                </a:solidFill>
                <a:latin typeface="+mn-lt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69E27B67-AB39-794F-A21A-182BD7735293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7" name="Espace réservé du pied de page 4">
            <a:extLst>
              <a:ext uri="{FF2B5EF4-FFF2-40B4-BE49-F238E27FC236}">
                <a16:creationId xmlns:a16="http://schemas.microsoft.com/office/drawing/2014/main" id="{C2A17924-A976-4421-96E8-7A05DD510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49ECA80E-2B4E-496D-8E85-EB9656C30C1D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06523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4D9D1F31-1C1C-47A2-81CF-B5762E01314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DE431CD-2C3B-4C91-A36B-893F3A912ACB}"/>
              </a:ext>
            </a:extLst>
          </p:cNvPr>
          <p:cNvSpPr/>
          <p:nvPr userDrawn="1"/>
        </p:nvSpPr>
        <p:spPr>
          <a:xfrm>
            <a:off x="111600" y="111600"/>
            <a:ext cx="11967308" cy="61917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77B38B48-6182-4E78-8D8D-DA4A9CD20C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12949" y="1061114"/>
            <a:ext cx="3464929" cy="2059721"/>
          </a:xfrm>
        </p:spPr>
        <p:txBody>
          <a:bodyPr>
            <a:noAutofit/>
          </a:bodyPr>
          <a:lstStyle>
            <a:lvl1pPr marL="0" indent="0">
              <a:buNone/>
              <a:defRPr sz="4600" cap="all" baseline="0">
                <a:latin typeface="+mj-lt"/>
              </a:defRPr>
            </a:lvl1pPr>
          </a:lstStyle>
          <a:p>
            <a:pPr lvl="0"/>
            <a:endParaRPr lang="fr-FR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60E71184-B805-4056-AB07-C4661DFE07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12850" y="3812165"/>
            <a:ext cx="3465513" cy="185236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1200">
                <a:latin typeface="+mn-lt"/>
              </a:defRPr>
            </a:lvl1pPr>
          </a:lstStyle>
          <a:p>
            <a:pPr lvl="0"/>
            <a:endParaRPr lang="fr-FR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FCCF792B-1B42-6E49-86DF-028AA0524FD2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2157662F-EC1F-4AC3-BC40-0236E5C70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07950EF6-5220-4EBD-9A80-C88F212FC76C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18227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8A4C179-E6D7-4257-B74A-E21E660FFDAE}"/>
              </a:ext>
            </a:extLst>
          </p:cNvPr>
          <p:cNvSpPr/>
          <p:nvPr userDrawn="1"/>
        </p:nvSpPr>
        <p:spPr>
          <a:xfrm>
            <a:off x="111600" y="111600"/>
            <a:ext cx="11967308" cy="61917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76412F59-8305-46A6-8BF8-988A587529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32756" y="3679636"/>
            <a:ext cx="3266412" cy="1949780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200" b="0" kern="1200" dirty="0" smtClean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defRPr>
            </a:lvl1pPr>
            <a:lvl2pPr>
              <a:buClr>
                <a:schemeClr val="accent3"/>
              </a:buClr>
              <a:defRPr sz="1200">
                <a:latin typeface="+mn-lt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  <a:p>
            <a:pPr lvl="1"/>
            <a:endParaRPr lang="en-US" noProof="0"/>
          </a:p>
          <a:p>
            <a:pPr lvl="1"/>
            <a:endParaRPr lang="en-US" noProof="0"/>
          </a:p>
        </p:txBody>
      </p:sp>
      <p:sp>
        <p:nvSpPr>
          <p:cNvPr id="19" name="Espace réservé du texte 6">
            <a:extLst>
              <a:ext uri="{FF2B5EF4-FFF2-40B4-BE49-F238E27FC236}">
                <a16:creationId xmlns:a16="http://schemas.microsoft.com/office/drawing/2014/main" id="{0F2296EB-B2F0-46D1-B6CA-ECB5B6A4E3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70585" y="3679636"/>
            <a:ext cx="3266412" cy="1949780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200" b="0" kern="1200" dirty="0" smtClean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defRPr>
            </a:lvl1pPr>
            <a:lvl2pPr>
              <a:buClr>
                <a:schemeClr val="accent3"/>
              </a:buClr>
              <a:defRPr sz="1200">
                <a:latin typeface="+mn-lt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F868C01-1376-3F46-BA65-65FA429A5C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49827" y="940977"/>
            <a:ext cx="7800388" cy="2020315"/>
          </a:xfrm>
        </p:spPr>
        <p:txBody>
          <a:bodyPr anchor="t" anchorCtr="0">
            <a:noAutofit/>
          </a:bodyPr>
          <a:lstStyle>
            <a:lvl1pPr marL="0" indent="0">
              <a:buNone/>
              <a:defRPr sz="46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4525E6AF-0B6E-624B-BB41-5117B2D79404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2" name="Espace réservé du pied de page 4">
            <a:extLst>
              <a:ext uri="{FF2B5EF4-FFF2-40B4-BE49-F238E27FC236}">
                <a16:creationId xmlns:a16="http://schemas.microsoft.com/office/drawing/2014/main" id="{34161336-DAD2-4785-A3C2-29E4FF281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D1F0C649-2514-4A36-8A54-7BEA87EA8B32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94155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8A4C179-E6D7-4257-B74A-E21E660FFDAE}"/>
              </a:ext>
            </a:extLst>
          </p:cNvPr>
          <p:cNvSpPr/>
          <p:nvPr userDrawn="1"/>
        </p:nvSpPr>
        <p:spPr>
          <a:xfrm>
            <a:off x="111600" y="111600"/>
            <a:ext cx="11967308" cy="61917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76412F59-8305-46A6-8BF8-988A587529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32756" y="3679636"/>
            <a:ext cx="3266412" cy="1949780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200" b="0" kern="1200" dirty="0" smtClean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latin typeface="+mn-lt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2" name="Espace réservé du texte 6">
            <a:extLst>
              <a:ext uri="{FF2B5EF4-FFF2-40B4-BE49-F238E27FC236}">
                <a16:creationId xmlns:a16="http://schemas.microsoft.com/office/drawing/2014/main" id="{5EE6F67A-F945-4E8B-8DB9-9FEECE51A2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70585" y="3679636"/>
            <a:ext cx="3266412" cy="1949780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200" b="0" kern="1200" dirty="0" smtClean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latin typeface="+mn-lt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A699F7E-8EA6-614F-A1F0-A79F4CFA0C5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49827" y="940977"/>
            <a:ext cx="7800388" cy="2020315"/>
          </a:xfrm>
        </p:spPr>
        <p:txBody>
          <a:bodyPr anchor="t" anchorCtr="0">
            <a:noAutofit/>
          </a:bodyPr>
          <a:lstStyle>
            <a:lvl1pPr marL="0" indent="0">
              <a:buNone/>
              <a:defRPr sz="46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A5F30755-0CE3-5B46-B5C6-A2E258FE62CC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6EF932D8-3168-438F-9477-0ACC99066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A23E5BAB-89BD-49BB-BF55-ED91F8436741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60502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8A4C179-E6D7-4257-B74A-E21E660FFDAE}"/>
              </a:ext>
            </a:extLst>
          </p:cNvPr>
          <p:cNvSpPr/>
          <p:nvPr userDrawn="1"/>
        </p:nvSpPr>
        <p:spPr>
          <a:xfrm>
            <a:off x="111600" y="111600"/>
            <a:ext cx="11967308" cy="61917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76412F59-8305-46A6-8BF8-988A587529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32756" y="3679636"/>
            <a:ext cx="3266412" cy="1949780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200" b="0" kern="1200" dirty="0" smtClean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CD3166"/>
              </a:buClr>
              <a:defRPr sz="1200">
                <a:latin typeface="+mn-lt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1" name="Espace réservé du texte 6">
            <a:extLst>
              <a:ext uri="{FF2B5EF4-FFF2-40B4-BE49-F238E27FC236}">
                <a16:creationId xmlns:a16="http://schemas.microsoft.com/office/drawing/2014/main" id="{6733D982-BD72-4DDC-8CD8-8FFEFCADA2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70585" y="3679636"/>
            <a:ext cx="3266412" cy="1949780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200" b="0" kern="1200" dirty="0" smtClean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CD3166"/>
              </a:buClr>
              <a:defRPr sz="1200">
                <a:latin typeface="+mn-lt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62539AF-96E4-42AF-BC26-A06BB63D49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49827" y="940977"/>
            <a:ext cx="7800388" cy="2020315"/>
          </a:xfrm>
        </p:spPr>
        <p:txBody>
          <a:bodyPr anchor="t" anchorCtr="0">
            <a:noAutofit/>
          </a:bodyPr>
          <a:lstStyle>
            <a:lvl1pPr marL="0" indent="0">
              <a:buNone/>
              <a:defRPr sz="46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1E26717A-2A96-8E46-B7A8-3CD5323C001D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D81EA2B2-78FE-4EF1-B22E-8404BDA0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8FC781F9-E24A-4A27-BB5F-C7DCAB08807C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2962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CD27203-7DBD-40F6-929E-7755E7010864}"/>
              </a:ext>
            </a:extLst>
          </p:cNvPr>
          <p:cNvSpPr/>
          <p:nvPr userDrawn="1"/>
        </p:nvSpPr>
        <p:spPr>
          <a:xfrm>
            <a:off x="559354" y="113090"/>
            <a:ext cx="11519554" cy="66271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7" name="Espace réservé pour une image  2">
            <a:extLst>
              <a:ext uri="{FF2B5EF4-FFF2-40B4-BE49-F238E27FC236}">
                <a16:creationId xmlns:a16="http://schemas.microsoft.com/office/drawing/2014/main" id="{3B7612B3-01C5-4C0B-8684-0EB1258B037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35469" y="116490"/>
            <a:ext cx="3841129" cy="6623730"/>
          </a:xfrm>
          <a:solidFill>
            <a:srgbClr val="F7F8F8"/>
          </a:solidFill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endParaRPr lang="en-US" noProof="0"/>
          </a:p>
        </p:txBody>
      </p:sp>
      <p:sp>
        <p:nvSpPr>
          <p:cNvPr id="15" name="Espace réservé du texte 6">
            <a:extLst>
              <a:ext uri="{FF2B5EF4-FFF2-40B4-BE49-F238E27FC236}">
                <a16:creationId xmlns:a16="http://schemas.microsoft.com/office/drawing/2014/main" id="{E662AE4C-EFCA-4B42-8FC1-634B70AC62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92734" y="2722396"/>
            <a:ext cx="6378642" cy="2907020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200" b="0" kern="1200" dirty="0" smtClean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006452"/>
              </a:buClr>
              <a:defRPr sz="1200">
                <a:latin typeface="+mn-lt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9EBED89-D291-D74A-A4D5-4B48BE59B9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2734" y="1093375"/>
            <a:ext cx="6646132" cy="1037706"/>
          </a:xfrm>
        </p:spPr>
        <p:txBody>
          <a:bodyPr anchor="t" anchorCtr="0">
            <a:noAutofit/>
          </a:bodyPr>
          <a:lstStyle>
            <a:lvl1pPr marL="0" indent="0">
              <a:buNone/>
              <a:defRPr sz="46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C77A77F3-F829-7D41-8745-ED478ECA64D5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6" name="Espace réservé du pied de page 4">
            <a:extLst>
              <a:ext uri="{FF2B5EF4-FFF2-40B4-BE49-F238E27FC236}">
                <a16:creationId xmlns:a16="http://schemas.microsoft.com/office/drawing/2014/main" id="{DE4E7667-C13F-43AE-B97B-4C17B32C0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4D43AAAD-69B9-447B-B44D-1F4C5EDE0CAF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70321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CD27203-7DBD-40F6-929E-7755E7010864}"/>
              </a:ext>
            </a:extLst>
          </p:cNvPr>
          <p:cNvSpPr/>
          <p:nvPr userDrawn="1"/>
        </p:nvSpPr>
        <p:spPr>
          <a:xfrm>
            <a:off x="559354" y="113090"/>
            <a:ext cx="11519554" cy="66271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5" name="Espace réservé du texte 6">
            <a:extLst>
              <a:ext uri="{FF2B5EF4-FFF2-40B4-BE49-F238E27FC236}">
                <a16:creationId xmlns:a16="http://schemas.microsoft.com/office/drawing/2014/main" id="{E662AE4C-EFCA-4B42-8FC1-634B70AC62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92734" y="2722396"/>
            <a:ext cx="6378642" cy="2907020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200" b="0" kern="1200" dirty="0" smtClean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latin typeface="+mn-lt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1739359-C8F4-6544-90F7-78AC563C46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2734" y="1093375"/>
            <a:ext cx="6646132" cy="1037706"/>
          </a:xfrm>
        </p:spPr>
        <p:txBody>
          <a:bodyPr anchor="t" anchorCtr="0">
            <a:noAutofit/>
          </a:bodyPr>
          <a:lstStyle>
            <a:lvl1pPr marL="0" indent="0">
              <a:buNone/>
              <a:defRPr sz="46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49014602-FFA5-2142-8BDA-F30C2A64E62E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4" name="Espace réservé pour une image  2">
            <a:extLst>
              <a:ext uri="{FF2B5EF4-FFF2-40B4-BE49-F238E27FC236}">
                <a16:creationId xmlns:a16="http://schemas.microsoft.com/office/drawing/2014/main" id="{73D845F3-96B6-43C0-8B43-DE328B0A8FA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35469" y="116490"/>
            <a:ext cx="3841129" cy="6623730"/>
          </a:xfrm>
          <a:solidFill>
            <a:srgbClr val="F7F8F8"/>
          </a:solidFill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endParaRPr lang="en-US" noProof="0"/>
          </a:p>
        </p:txBody>
      </p:sp>
      <p:sp>
        <p:nvSpPr>
          <p:cNvPr id="16" name="Espace réservé du pied de page 4">
            <a:extLst>
              <a:ext uri="{FF2B5EF4-FFF2-40B4-BE49-F238E27FC236}">
                <a16:creationId xmlns:a16="http://schemas.microsoft.com/office/drawing/2014/main" id="{0B31A663-51F5-4B63-B770-02F1C47B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FF65E520-CDF2-40B6-A267-23BC99CB3FF2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48800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CD27203-7DBD-40F6-929E-7755E7010864}"/>
              </a:ext>
            </a:extLst>
          </p:cNvPr>
          <p:cNvSpPr/>
          <p:nvPr userDrawn="1"/>
        </p:nvSpPr>
        <p:spPr>
          <a:xfrm>
            <a:off x="559354" y="113090"/>
            <a:ext cx="11519554" cy="66271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5" name="Espace réservé du texte 6">
            <a:extLst>
              <a:ext uri="{FF2B5EF4-FFF2-40B4-BE49-F238E27FC236}">
                <a16:creationId xmlns:a16="http://schemas.microsoft.com/office/drawing/2014/main" id="{E662AE4C-EFCA-4B42-8FC1-634B70AC62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91600" y="2722396"/>
            <a:ext cx="6378642" cy="2907020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200" b="0" kern="1200" dirty="0" smtClean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defRPr>
            </a:lvl1pPr>
            <a:lvl2pPr>
              <a:buClr>
                <a:schemeClr val="accent1"/>
              </a:buClr>
              <a:defRPr sz="1200">
                <a:latin typeface="+mn-lt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19CA2A6-34D7-224D-A599-37C5426CF2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2734" y="1093375"/>
            <a:ext cx="6646132" cy="1037706"/>
          </a:xfrm>
        </p:spPr>
        <p:txBody>
          <a:bodyPr anchor="t" anchorCtr="0">
            <a:noAutofit/>
          </a:bodyPr>
          <a:lstStyle>
            <a:lvl1pPr marL="0" indent="0">
              <a:buNone/>
              <a:defRPr sz="46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820707BD-9F64-1444-9BCD-A509FE40EA78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9" name="Espace réservé pour une image  2">
            <a:extLst>
              <a:ext uri="{FF2B5EF4-FFF2-40B4-BE49-F238E27FC236}">
                <a16:creationId xmlns:a16="http://schemas.microsoft.com/office/drawing/2014/main" id="{B2610434-5849-486D-A80A-7D27DD9C403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35469" y="116490"/>
            <a:ext cx="3841129" cy="6623730"/>
          </a:xfrm>
          <a:solidFill>
            <a:srgbClr val="F7F8F8"/>
          </a:solidFill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endParaRPr lang="en-US" noProof="0"/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1956C443-535F-47F7-8125-26173647D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798BB416-EAF7-4CD8-801B-33941D036E27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76249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ist purp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75DDD5D-CB37-4A94-B451-622A7935C14A}"/>
              </a:ext>
            </a:extLst>
          </p:cNvPr>
          <p:cNvSpPr/>
          <p:nvPr userDrawn="1"/>
        </p:nvSpPr>
        <p:spPr>
          <a:xfrm>
            <a:off x="559354" y="113090"/>
            <a:ext cx="11519554" cy="66271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19CA2A6-34D7-224D-A599-37C5426CF2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2733" y="411072"/>
            <a:ext cx="10508730" cy="460197"/>
          </a:xfrm>
        </p:spPr>
        <p:txBody>
          <a:bodyPr anchor="t" anchorCtr="0">
            <a:noAutofit/>
          </a:bodyPr>
          <a:lstStyle>
            <a:lvl1pPr marL="0" indent="0">
              <a:buNone/>
              <a:defRPr sz="28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3" name="Espace réservé du texte 6">
            <a:extLst>
              <a:ext uri="{FF2B5EF4-FFF2-40B4-BE49-F238E27FC236}">
                <a16:creationId xmlns:a16="http://schemas.microsoft.com/office/drawing/2014/main" id="{E03C0B55-241F-4D84-BBCE-06E83E91D9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1599" y="1346663"/>
            <a:ext cx="10508729" cy="4939838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400" b="1" kern="1200" cap="all" baseline="0" dirty="0" smtClean="0">
                <a:solidFill>
                  <a:srgbClr val="7030A0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7747BF4-7E89-459E-8AC2-CE0993A2B7B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1598" y="879353"/>
            <a:ext cx="10508730" cy="325993"/>
          </a:xfrm>
        </p:spPr>
        <p:txBody>
          <a:bodyPr anchor="t" anchorCtr="0">
            <a:noAutofit/>
          </a:bodyPr>
          <a:lstStyle>
            <a:lvl1pPr marL="0" indent="0">
              <a:buNone/>
              <a:defRPr sz="1800" cap="all" spc="0" baseline="0">
                <a:solidFill>
                  <a:srgbClr val="006452"/>
                </a:solidFill>
                <a:latin typeface="+mn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7AA9B579-D83C-BF47-9E97-97FE0BD926E2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7429B79F-D4C7-4A1A-BF30-C84E90198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Sales Process V.4.0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266A894F-7D24-46B1-AB69-2F379B518D37}"/>
              </a:ext>
            </a:extLst>
          </p:cNvPr>
          <p:cNvSpPr txBox="1"/>
          <p:nvPr userDrawn="1"/>
        </p:nvSpPr>
        <p:spPr>
          <a:xfrm rot="16200000">
            <a:off x="11434516" y="3374386"/>
            <a:ext cx="1274618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8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6247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purp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75DDD5D-CB37-4A94-B451-622A7935C14A}"/>
              </a:ext>
            </a:extLst>
          </p:cNvPr>
          <p:cNvSpPr/>
          <p:nvPr userDrawn="1"/>
        </p:nvSpPr>
        <p:spPr>
          <a:xfrm>
            <a:off x="559354" y="113090"/>
            <a:ext cx="11519554" cy="66271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19CA2A6-34D7-224D-A599-37C5426CF2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2733" y="411072"/>
            <a:ext cx="10508730" cy="624772"/>
          </a:xfrm>
        </p:spPr>
        <p:txBody>
          <a:bodyPr anchor="t" anchorCtr="0">
            <a:noAutofit/>
          </a:bodyPr>
          <a:lstStyle>
            <a:lvl1pPr marL="0" indent="0">
              <a:buNone/>
              <a:defRPr sz="46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3" name="Espace réservé du texte 6">
            <a:extLst>
              <a:ext uri="{FF2B5EF4-FFF2-40B4-BE49-F238E27FC236}">
                <a16:creationId xmlns:a16="http://schemas.microsoft.com/office/drawing/2014/main" id="{E03C0B55-241F-4D84-BBCE-06E83E91D9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1599" y="1678781"/>
            <a:ext cx="10508729" cy="4607719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400" b="1" kern="1200" cap="all" baseline="0" dirty="0" smtClean="0">
                <a:solidFill>
                  <a:schemeClr val="tx1"/>
                </a:solidFill>
                <a:latin typeface="Inter-Bold" panose="02000803000000020004" pitchFamily="50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latin typeface="+mn-lt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7747BF4-7E89-459E-8AC2-CE0993A2B7B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1598" y="1045607"/>
            <a:ext cx="10508730" cy="460197"/>
          </a:xfrm>
        </p:spPr>
        <p:txBody>
          <a:bodyPr anchor="t" anchorCtr="0">
            <a:noAutofit/>
          </a:bodyPr>
          <a:lstStyle>
            <a:lvl1pPr marL="0" indent="0">
              <a:buNone/>
              <a:defRPr sz="2000" cap="all" spc="0" baseline="0">
                <a:latin typeface="+mn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7AA9B579-D83C-BF47-9E97-97FE0BD926E2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7429B79F-D4C7-4A1A-BF30-C84E90198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266A894F-7D24-46B1-AB69-2F379B518D37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75038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ist purple 2 white_b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19CA2A6-34D7-224D-A599-37C5426CF2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2733" y="411072"/>
            <a:ext cx="10508730" cy="624772"/>
          </a:xfrm>
        </p:spPr>
        <p:txBody>
          <a:bodyPr anchor="t" anchorCtr="0">
            <a:noAutofit/>
          </a:bodyPr>
          <a:lstStyle>
            <a:lvl1pPr marL="0" indent="0">
              <a:buNone/>
              <a:defRPr sz="46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3" name="Espace réservé du texte 6">
            <a:extLst>
              <a:ext uri="{FF2B5EF4-FFF2-40B4-BE49-F238E27FC236}">
                <a16:creationId xmlns:a16="http://schemas.microsoft.com/office/drawing/2014/main" id="{E03C0B55-241F-4D84-BBCE-06E83E91D9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1599" y="1678781"/>
            <a:ext cx="10508729" cy="4607719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400" b="1" kern="1200" cap="all" baseline="0" dirty="0" smtClean="0">
                <a:solidFill>
                  <a:schemeClr val="tx1"/>
                </a:solidFill>
                <a:latin typeface="Inter-Bold" panose="02000803000000020004" pitchFamily="50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latin typeface="+mn-lt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7747BF4-7E89-459E-8AC2-CE0993A2B7B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1598" y="1045607"/>
            <a:ext cx="10508730" cy="460197"/>
          </a:xfrm>
        </p:spPr>
        <p:txBody>
          <a:bodyPr anchor="t" anchorCtr="0">
            <a:noAutofit/>
          </a:bodyPr>
          <a:lstStyle>
            <a:lvl1pPr marL="0" indent="0">
              <a:buNone/>
              <a:defRPr sz="2000" cap="all" spc="0" baseline="0">
                <a:latin typeface="+mn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7AA9B579-D83C-BF47-9E97-97FE0BD926E2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7429B79F-D4C7-4A1A-BF30-C84E90198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</p:spTree>
    <p:extLst>
      <p:ext uri="{BB962C8B-B14F-4D97-AF65-F5344CB8AC3E}">
        <p14:creationId xmlns:p14="http://schemas.microsoft.com/office/powerpoint/2010/main" val="31445654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purp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3D78C5B-C054-415E-A330-746515F67E39}"/>
              </a:ext>
            </a:extLst>
          </p:cNvPr>
          <p:cNvSpPr/>
          <p:nvPr userDrawn="1"/>
        </p:nvSpPr>
        <p:spPr>
          <a:xfrm>
            <a:off x="559354" y="113090"/>
            <a:ext cx="11519554" cy="66271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19CA2A6-34D7-224D-A599-37C5426CF2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2733" y="411072"/>
            <a:ext cx="10508730" cy="624772"/>
          </a:xfrm>
        </p:spPr>
        <p:txBody>
          <a:bodyPr anchor="t" anchorCtr="0">
            <a:noAutofit/>
          </a:bodyPr>
          <a:lstStyle>
            <a:lvl1pPr marL="0" indent="0">
              <a:buNone/>
              <a:defRPr sz="46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3" name="Espace réservé du texte 6">
            <a:extLst>
              <a:ext uri="{FF2B5EF4-FFF2-40B4-BE49-F238E27FC236}">
                <a16:creationId xmlns:a16="http://schemas.microsoft.com/office/drawing/2014/main" id="{E03C0B55-241F-4D84-BBCE-06E83E91D9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1600" y="1678781"/>
            <a:ext cx="4904400" cy="4607719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400" b="1" kern="1200" cap="all" baseline="0" dirty="0" smtClean="0">
                <a:solidFill>
                  <a:schemeClr val="tx1"/>
                </a:solidFill>
                <a:latin typeface="Inter-Bold" panose="02000803000000020004" pitchFamily="50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latin typeface="+mn-lt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7747BF4-7E89-459E-8AC2-CE0993A2B7B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1598" y="1045607"/>
            <a:ext cx="10508730" cy="460197"/>
          </a:xfrm>
        </p:spPr>
        <p:txBody>
          <a:bodyPr anchor="t" anchorCtr="0">
            <a:noAutofit/>
          </a:bodyPr>
          <a:lstStyle>
            <a:lvl1pPr marL="0" indent="0">
              <a:buNone/>
              <a:defRPr sz="2000" cap="all" spc="0" baseline="0">
                <a:latin typeface="+mn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6" name="Espace réservé du texte 6">
            <a:extLst>
              <a:ext uri="{FF2B5EF4-FFF2-40B4-BE49-F238E27FC236}">
                <a16:creationId xmlns:a16="http://schemas.microsoft.com/office/drawing/2014/main" id="{25938E23-B38F-3449-B226-7BA671D83F2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19131" y="1678780"/>
            <a:ext cx="4904400" cy="4607719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400" b="1" kern="1200" cap="all" baseline="0" dirty="0" smtClean="0">
                <a:solidFill>
                  <a:schemeClr val="tx1"/>
                </a:solidFill>
                <a:latin typeface="Inter-Bold" panose="02000803000000020004" pitchFamily="50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latin typeface="+mn-lt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AC6617C3-683A-204F-A10F-05976726F4CA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9" name="Espace réservé du pied de page 4">
            <a:extLst>
              <a:ext uri="{FF2B5EF4-FFF2-40B4-BE49-F238E27FC236}">
                <a16:creationId xmlns:a16="http://schemas.microsoft.com/office/drawing/2014/main" id="{6BE1C4AD-324C-459A-9756-10C07D8C2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24561F3E-A342-4031-BB96-C082FD085058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71555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ist purple 1 white_b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19CA2A6-34D7-224D-A599-37C5426CF2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2733" y="411072"/>
            <a:ext cx="10508730" cy="624772"/>
          </a:xfrm>
        </p:spPr>
        <p:txBody>
          <a:bodyPr anchor="t" anchorCtr="0">
            <a:noAutofit/>
          </a:bodyPr>
          <a:lstStyle>
            <a:lvl1pPr marL="0" indent="0">
              <a:buNone/>
              <a:defRPr sz="46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3" name="Espace réservé du texte 6">
            <a:extLst>
              <a:ext uri="{FF2B5EF4-FFF2-40B4-BE49-F238E27FC236}">
                <a16:creationId xmlns:a16="http://schemas.microsoft.com/office/drawing/2014/main" id="{E03C0B55-241F-4D84-BBCE-06E83E91D9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1600" y="1678781"/>
            <a:ext cx="4904400" cy="4607719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400" b="1" kern="1200" cap="all" baseline="0" dirty="0" smtClean="0">
                <a:solidFill>
                  <a:schemeClr val="tx1"/>
                </a:solidFill>
                <a:latin typeface="Inter-Bold" panose="02000803000000020004" pitchFamily="50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latin typeface="+mn-lt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7747BF4-7E89-459E-8AC2-CE0993A2B7B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1598" y="1045607"/>
            <a:ext cx="10508730" cy="460197"/>
          </a:xfrm>
        </p:spPr>
        <p:txBody>
          <a:bodyPr anchor="t" anchorCtr="0">
            <a:noAutofit/>
          </a:bodyPr>
          <a:lstStyle>
            <a:lvl1pPr marL="0" indent="0">
              <a:buNone/>
              <a:defRPr sz="2000" cap="all" spc="0" baseline="0">
                <a:latin typeface="+mn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6" name="Espace réservé du texte 6">
            <a:extLst>
              <a:ext uri="{FF2B5EF4-FFF2-40B4-BE49-F238E27FC236}">
                <a16:creationId xmlns:a16="http://schemas.microsoft.com/office/drawing/2014/main" id="{25938E23-B38F-3449-B226-7BA671D83F2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19131" y="1678780"/>
            <a:ext cx="4904400" cy="4607719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400" b="1" kern="1200" cap="all" baseline="0" dirty="0" smtClean="0">
                <a:solidFill>
                  <a:schemeClr val="tx1"/>
                </a:solidFill>
                <a:latin typeface="Inter-Bold" panose="02000803000000020004" pitchFamily="50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latin typeface="+mn-lt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AC6617C3-683A-204F-A10F-05976726F4CA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9" name="Espace réservé du pied de page 4">
            <a:extLst>
              <a:ext uri="{FF2B5EF4-FFF2-40B4-BE49-F238E27FC236}">
                <a16:creationId xmlns:a16="http://schemas.microsoft.com/office/drawing/2014/main" id="{6BE1C4AD-324C-459A-9756-10C07D8C2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</p:spTree>
    <p:extLst>
      <p:ext uri="{BB962C8B-B14F-4D97-AF65-F5344CB8AC3E}">
        <p14:creationId xmlns:p14="http://schemas.microsoft.com/office/powerpoint/2010/main" val="27743370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F86C047-33E7-4616-8B63-99BF0281023D}"/>
              </a:ext>
            </a:extLst>
          </p:cNvPr>
          <p:cNvSpPr/>
          <p:nvPr userDrawn="1"/>
        </p:nvSpPr>
        <p:spPr>
          <a:xfrm>
            <a:off x="526358" y="112620"/>
            <a:ext cx="11533256" cy="6627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1" name="Espace réservé pour une image  2">
            <a:extLst>
              <a:ext uri="{FF2B5EF4-FFF2-40B4-BE49-F238E27FC236}">
                <a16:creationId xmlns:a16="http://schemas.microsoft.com/office/drawing/2014/main" id="{3C41B86E-6CA9-4CF4-8187-C60E6E9402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6359" y="116490"/>
            <a:ext cx="3266412" cy="6623730"/>
          </a:xfrm>
          <a:solidFill>
            <a:srgbClr val="F7F8F8"/>
          </a:solidFill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endParaRPr lang="en-US" noProof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1C26347B-D066-4384-AD20-8D997F07C86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10320" y="1100030"/>
            <a:ext cx="7646400" cy="907676"/>
          </a:xfrm>
        </p:spPr>
        <p:txBody>
          <a:bodyPr anchor="t" anchorCtr="0">
            <a:noAutofit/>
          </a:bodyPr>
          <a:lstStyle>
            <a:lvl1pPr marL="0" indent="0">
              <a:buNone/>
              <a:defRPr sz="46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47DA4E0-6945-4A3B-A91E-B64CEFE697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40800" y="2167176"/>
            <a:ext cx="7236766" cy="460197"/>
          </a:xfrm>
        </p:spPr>
        <p:txBody>
          <a:bodyPr anchor="t" anchorCtr="0">
            <a:noAutofit/>
          </a:bodyPr>
          <a:lstStyle>
            <a:lvl1pPr marL="0" indent="0">
              <a:buNone/>
              <a:defRPr sz="20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BAC2F22B-2750-4EEE-AC69-119EB861D67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40800" y="4960290"/>
            <a:ext cx="7236766" cy="460197"/>
          </a:xfrm>
        </p:spPr>
        <p:txBody>
          <a:bodyPr anchor="t" anchorCtr="0">
            <a:noAutofit/>
          </a:bodyPr>
          <a:lstStyle>
            <a:lvl1pPr marL="0" indent="0">
              <a:buNone/>
              <a:defRPr sz="20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30" name="Espace réservé du texte 6">
            <a:extLst>
              <a:ext uri="{FF2B5EF4-FFF2-40B4-BE49-F238E27FC236}">
                <a16:creationId xmlns:a16="http://schemas.microsoft.com/office/drawing/2014/main" id="{3FD58D8F-0C80-4FFD-AB37-61BECFB754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40800" y="5625568"/>
            <a:ext cx="3438256" cy="1046902"/>
          </a:xfrm>
        </p:spPr>
        <p:txBody>
          <a:bodyPr/>
          <a:lstStyle>
            <a:lvl1pPr marL="288000" indent="-288000">
              <a:lnSpc>
                <a:spcPct val="130000"/>
              </a:lnSpc>
              <a:spcBef>
                <a:spcPts val="1500"/>
              </a:spcBef>
              <a:buClr>
                <a:schemeClr val="accent4"/>
              </a:buClr>
              <a:buSzPct val="160000"/>
              <a:buFontTx/>
              <a:buBlip>
                <a:blip r:embed="rId3"/>
              </a:buBlip>
              <a:defRPr lang="fr-FR" sz="1200" b="0" kern="1200" dirty="0" smtClean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defRPr>
            </a:lvl1pPr>
            <a:lvl2pPr marL="457200" indent="0">
              <a:buClr>
                <a:schemeClr val="accent3"/>
              </a:buClr>
              <a:buNone/>
              <a:defRPr sz="1200">
                <a:latin typeface="Inter" panose="020B0502030000000004" pitchFamily="34" charset="0"/>
                <a:ea typeface="Inter" panose="020B0502030000000004" pitchFamily="34" charset="0"/>
              </a:defRPr>
            </a:lvl2pPr>
          </a:lstStyle>
          <a:p>
            <a:pPr lvl="0"/>
            <a:r>
              <a:rPr lang="en-US" noProof="0"/>
              <a:t>First </a:t>
            </a:r>
          </a:p>
        </p:txBody>
      </p:sp>
      <p:sp>
        <p:nvSpPr>
          <p:cNvPr id="32" name="Espace réservé du texte 6">
            <a:extLst>
              <a:ext uri="{FF2B5EF4-FFF2-40B4-BE49-F238E27FC236}">
                <a16:creationId xmlns:a16="http://schemas.microsoft.com/office/drawing/2014/main" id="{FA5775F6-2970-4383-9D5A-08698D6177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40801" y="2720583"/>
            <a:ext cx="3438256" cy="1949780"/>
          </a:xfrm>
        </p:spPr>
        <p:txBody>
          <a:bodyPr/>
          <a:lstStyle>
            <a:lvl1pPr marL="288000" indent="-288000">
              <a:lnSpc>
                <a:spcPct val="130000"/>
              </a:lnSpc>
              <a:spcBef>
                <a:spcPts val="1500"/>
              </a:spcBef>
              <a:buClr>
                <a:schemeClr val="accent4"/>
              </a:buClr>
              <a:buSzPct val="140000"/>
              <a:buFontTx/>
              <a:buBlip>
                <a:blip r:embed="rId4"/>
              </a:buBlip>
              <a:defRPr lang="fr-FR" sz="1200" b="0" kern="1200" dirty="0" smtClean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defRPr>
            </a:lvl1pPr>
            <a:lvl2pPr marL="457200" indent="0">
              <a:buClr>
                <a:schemeClr val="accent3"/>
              </a:buClr>
              <a:buNone/>
              <a:defRPr sz="1200">
                <a:latin typeface="Inter" panose="020B0502030000000004" pitchFamily="34" charset="0"/>
                <a:ea typeface="Inter" panose="020B0502030000000004" pitchFamily="34" charset="0"/>
              </a:defRPr>
            </a:lvl2pPr>
          </a:lstStyle>
          <a:p>
            <a:pPr lvl="0"/>
            <a:r>
              <a:rPr lang="en-US" noProof="0"/>
              <a:t>First </a:t>
            </a:r>
          </a:p>
        </p:txBody>
      </p:sp>
      <p:sp>
        <p:nvSpPr>
          <p:cNvPr id="34" name="Espace réservé du texte 6">
            <a:extLst>
              <a:ext uri="{FF2B5EF4-FFF2-40B4-BE49-F238E27FC236}">
                <a16:creationId xmlns:a16="http://schemas.microsoft.com/office/drawing/2014/main" id="{E6A4716C-ABC0-4487-8B2E-222C07D8625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12395" y="2720583"/>
            <a:ext cx="3365171" cy="1949780"/>
          </a:xfrm>
        </p:spPr>
        <p:txBody>
          <a:bodyPr/>
          <a:lstStyle>
            <a:lvl1pPr marL="288000" indent="-288000">
              <a:lnSpc>
                <a:spcPct val="130000"/>
              </a:lnSpc>
              <a:spcBef>
                <a:spcPts val="1500"/>
              </a:spcBef>
              <a:buClr>
                <a:schemeClr val="accent4"/>
              </a:buClr>
              <a:buSzPct val="140000"/>
              <a:buFontTx/>
              <a:buBlip>
                <a:blip r:embed="rId4"/>
              </a:buBlip>
              <a:defRPr lang="fr-FR" sz="1200" b="0" kern="1200" dirty="0" smtClean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defRPr>
            </a:lvl1pPr>
            <a:lvl2pPr marL="457200" indent="0">
              <a:buClr>
                <a:schemeClr val="accent3"/>
              </a:buClr>
              <a:buNone/>
              <a:defRPr sz="1200">
                <a:latin typeface="Inter" panose="020B0502030000000004" pitchFamily="34" charset="0"/>
                <a:ea typeface="Inter" panose="020B0502030000000004" pitchFamily="34" charset="0"/>
              </a:defRPr>
            </a:lvl2pPr>
          </a:lstStyle>
          <a:p>
            <a:pPr lvl="0"/>
            <a:r>
              <a:rPr lang="en-US" noProof="0"/>
              <a:t>First </a:t>
            </a:r>
          </a:p>
        </p:txBody>
      </p:sp>
      <p:sp>
        <p:nvSpPr>
          <p:cNvPr id="35" name="Espace réservé du texte 6">
            <a:extLst>
              <a:ext uri="{FF2B5EF4-FFF2-40B4-BE49-F238E27FC236}">
                <a16:creationId xmlns:a16="http://schemas.microsoft.com/office/drawing/2014/main" id="{55FD8DC5-4C9A-4635-BBC4-1EF835F5C0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12395" y="5625568"/>
            <a:ext cx="3365171" cy="1046902"/>
          </a:xfrm>
        </p:spPr>
        <p:txBody>
          <a:bodyPr/>
          <a:lstStyle>
            <a:lvl1pPr marL="288000" indent="-288000">
              <a:lnSpc>
                <a:spcPct val="130000"/>
              </a:lnSpc>
              <a:spcBef>
                <a:spcPts val="1500"/>
              </a:spcBef>
              <a:buClr>
                <a:schemeClr val="accent4"/>
              </a:buClr>
              <a:buSzPct val="160000"/>
              <a:buFontTx/>
              <a:buBlip>
                <a:blip r:embed="rId3"/>
              </a:buBlip>
              <a:defRPr lang="fr-FR" sz="1200" b="0" kern="1200" dirty="0" smtClean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defRPr>
            </a:lvl1pPr>
            <a:lvl2pPr marL="457200" indent="0">
              <a:buClr>
                <a:schemeClr val="accent3"/>
              </a:buClr>
              <a:buNone/>
              <a:defRPr sz="1200">
                <a:latin typeface="Inter" panose="020B0502030000000004" pitchFamily="34" charset="0"/>
                <a:ea typeface="Inter" panose="020B0502030000000004" pitchFamily="34" charset="0"/>
              </a:defRPr>
            </a:lvl2pPr>
          </a:lstStyle>
          <a:p>
            <a:pPr lvl="0"/>
            <a:r>
              <a:rPr lang="en-US" noProof="0"/>
              <a:t>First </a:t>
            </a:r>
          </a:p>
        </p:txBody>
      </p:sp>
      <p:sp>
        <p:nvSpPr>
          <p:cNvPr id="15" name="Espace réservé du numéro de diapositive 5">
            <a:extLst>
              <a:ext uri="{FF2B5EF4-FFF2-40B4-BE49-F238E27FC236}">
                <a16:creationId xmlns:a16="http://schemas.microsoft.com/office/drawing/2014/main" id="{84EAB1B2-05E4-3844-85DE-81BB2B57FA79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20" name="Espace réservé du pied de page 4">
            <a:extLst>
              <a:ext uri="{FF2B5EF4-FFF2-40B4-BE49-F238E27FC236}">
                <a16:creationId xmlns:a16="http://schemas.microsoft.com/office/drawing/2014/main" id="{0AFC629C-6D31-48CF-B4DD-C7E740AC6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58DAA3AF-F2C2-469D-AE2B-2456F18F1541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9260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AD99E08-023D-4F27-9DBA-14098951DD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9354" y="116490"/>
            <a:ext cx="11519554" cy="6623730"/>
          </a:xfrm>
          <a:prstGeom prst="rect">
            <a:avLst/>
          </a:prstGeom>
        </p:spPr>
      </p:pic>
      <p:pic>
        <p:nvPicPr>
          <p:cNvPr id="13" name="Graphique 12">
            <a:extLst>
              <a:ext uri="{FF2B5EF4-FFF2-40B4-BE49-F238E27FC236}">
                <a16:creationId xmlns:a16="http://schemas.microsoft.com/office/drawing/2014/main" id="{1E193859-5C4A-4735-AE34-35CE45B516A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130" t="11299" b="11897"/>
          <a:stretch>
            <a:fillRect/>
          </a:stretch>
        </p:blipFill>
        <p:spPr>
          <a:xfrm>
            <a:off x="556347" y="116490"/>
            <a:ext cx="8332991" cy="6623730"/>
          </a:xfrm>
          <a:custGeom>
            <a:avLst/>
            <a:gdLst>
              <a:gd name="connsiteX0" fmla="*/ 0 w 7785217"/>
              <a:gd name="connsiteY0" fmla="*/ 0 h 6188315"/>
              <a:gd name="connsiteX1" fmla="*/ 7785217 w 7785217"/>
              <a:gd name="connsiteY1" fmla="*/ 0 h 6188315"/>
              <a:gd name="connsiteX2" fmla="*/ 7785217 w 7785217"/>
              <a:gd name="connsiteY2" fmla="*/ 6188315 h 6188315"/>
              <a:gd name="connsiteX3" fmla="*/ 0 w 7785217"/>
              <a:gd name="connsiteY3" fmla="*/ 6188315 h 6188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85217" h="6188315">
                <a:moveTo>
                  <a:pt x="0" y="0"/>
                </a:moveTo>
                <a:lnTo>
                  <a:pt x="7785217" y="0"/>
                </a:lnTo>
                <a:lnTo>
                  <a:pt x="7785217" y="6188315"/>
                </a:lnTo>
                <a:lnTo>
                  <a:pt x="0" y="6188315"/>
                </a:lnTo>
                <a:close/>
              </a:path>
            </a:pathLst>
          </a:cu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1BE78D0-34AC-49E1-95EA-5374D40C3EF8}"/>
              </a:ext>
            </a:extLst>
          </p:cNvPr>
          <p:cNvSpPr/>
          <p:nvPr userDrawn="1"/>
        </p:nvSpPr>
        <p:spPr>
          <a:xfrm>
            <a:off x="559355" y="116490"/>
            <a:ext cx="11519553" cy="6623730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86C9ED41-8C64-AD46-9A04-507FE75C4A61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1" name="Espace réservé du pied de page 4">
            <a:extLst>
              <a:ext uri="{FF2B5EF4-FFF2-40B4-BE49-F238E27FC236}">
                <a16:creationId xmlns:a16="http://schemas.microsoft.com/office/drawing/2014/main" id="{DD44FED9-09CD-4113-9B5B-115E5FB1F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7AA71B0C-ED54-4B70-B0D8-DE60B293F3E7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78369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AD99E08-023D-4F27-9DBA-14098951DD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9354" y="116490"/>
            <a:ext cx="11519554" cy="6623730"/>
          </a:xfrm>
          <a:prstGeom prst="rect">
            <a:avLst/>
          </a:prstGeom>
        </p:spPr>
      </p:pic>
      <p:pic>
        <p:nvPicPr>
          <p:cNvPr id="13" name="Graphique 12">
            <a:extLst>
              <a:ext uri="{FF2B5EF4-FFF2-40B4-BE49-F238E27FC236}">
                <a16:creationId xmlns:a16="http://schemas.microsoft.com/office/drawing/2014/main" id="{1E193859-5C4A-4735-AE34-35CE45B516A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130" t="11299" b="11897"/>
          <a:stretch>
            <a:fillRect/>
          </a:stretch>
        </p:blipFill>
        <p:spPr>
          <a:xfrm>
            <a:off x="556347" y="116490"/>
            <a:ext cx="8332991" cy="6623730"/>
          </a:xfrm>
          <a:custGeom>
            <a:avLst/>
            <a:gdLst>
              <a:gd name="connsiteX0" fmla="*/ 0 w 7785217"/>
              <a:gd name="connsiteY0" fmla="*/ 0 h 6188315"/>
              <a:gd name="connsiteX1" fmla="*/ 7785217 w 7785217"/>
              <a:gd name="connsiteY1" fmla="*/ 0 h 6188315"/>
              <a:gd name="connsiteX2" fmla="*/ 7785217 w 7785217"/>
              <a:gd name="connsiteY2" fmla="*/ 6188315 h 6188315"/>
              <a:gd name="connsiteX3" fmla="*/ 0 w 7785217"/>
              <a:gd name="connsiteY3" fmla="*/ 6188315 h 6188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85217" h="6188315">
                <a:moveTo>
                  <a:pt x="0" y="0"/>
                </a:moveTo>
                <a:lnTo>
                  <a:pt x="7785217" y="0"/>
                </a:lnTo>
                <a:lnTo>
                  <a:pt x="7785217" y="6188315"/>
                </a:lnTo>
                <a:lnTo>
                  <a:pt x="0" y="6188315"/>
                </a:lnTo>
                <a:close/>
              </a:path>
            </a:pathLst>
          </a:cu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1BE78D0-34AC-49E1-95EA-5374D40C3EF8}"/>
              </a:ext>
            </a:extLst>
          </p:cNvPr>
          <p:cNvSpPr/>
          <p:nvPr userDrawn="1"/>
        </p:nvSpPr>
        <p:spPr>
          <a:xfrm>
            <a:off x="559356" y="116490"/>
            <a:ext cx="11519552" cy="6623730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5C478FBB-5A40-3C40-A81B-251D11AB93BD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1" name="Espace réservé du pied de page 4">
            <a:extLst>
              <a:ext uri="{FF2B5EF4-FFF2-40B4-BE49-F238E27FC236}">
                <a16:creationId xmlns:a16="http://schemas.microsoft.com/office/drawing/2014/main" id="{8C64E38A-CBBC-4D28-9C24-F5480F2EF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8C79B6C7-0D5A-46CB-B010-A99565A33B87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53632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AD99E08-023D-4F27-9DBA-14098951DD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9354" y="116490"/>
            <a:ext cx="11519554" cy="6623730"/>
          </a:xfrm>
          <a:prstGeom prst="rect">
            <a:avLst/>
          </a:prstGeom>
        </p:spPr>
      </p:pic>
      <p:pic>
        <p:nvPicPr>
          <p:cNvPr id="13" name="Graphique 12">
            <a:extLst>
              <a:ext uri="{FF2B5EF4-FFF2-40B4-BE49-F238E27FC236}">
                <a16:creationId xmlns:a16="http://schemas.microsoft.com/office/drawing/2014/main" id="{1E193859-5C4A-4735-AE34-35CE45B516A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130" t="11299" b="11897"/>
          <a:stretch>
            <a:fillRect/>
          </a:stretch>
        </p:blipFill>
        <p:spPr>
          <a:xfrm>
            <a:off x="556347" y="116490"/>
            <a:ext cx="8332991" cy="6623730"/>
          </a:xfrm>
          <a:custGeom>
            <a:avLst/>
            <a:gdLst>
              <a:gd name="connsiteX0" fmla="*/ 0 w 7785217"/>
              <a:gd name="connsiteY0" fmla="*/ 0 h 6188315"/>
              <a:gd name="connsiteX1" fmla="*/ 7785217 w 7785217"/>
              <a:gd name="connsiteY1" fmla="*/ 0 h 6188315"/>
              <a:gd name="connsiteX2" fmla="*/ 7785217 w 7785217"/>
              <a:gd name="connsiteY2" fmla="*/ 6188315 h 6188315"/>
              <a:gd name="connsiteX3" fmla="*/ 0 w 7785217"/>
              <a:gd name="connsiteY3" fmla="*/ 6188315 h 6188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85217" h="6188315">
                <a:moveTo>
                  <a:pt x="0" y="0"/>
                </a:moveTo>
                <a:lnTo>
                  <a:pt x="7785217" y="0"/>
                </a:lnTo>
                <a:lnTo>
                  <a:pt x="7785217" y="6188315"/>
                </a:lnTo>
                <a:lnTo>
                  <a:pt x="0" y="6188315"/>
                </a:lnTo>
                <a:close/>
              </a:path>
            </a:pathLst>
          </a:cu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1BE78D0-34AC-49E1-95EA-5374D40C3EF8}"/>
              </a:ext>
            </a:extLst>
          </p:cNvPr>
          <p:cNvSpPr/>
          <p:nvPr userDrawn="1"/>
        </p:nvSpPr>
        <p:spPr>
          <a:xfrm>
            <a:off x="558000" y="116490"/>
            <a:ext cx="11519554" cy="6623730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745FB9D8-0BFF-3D4D-90EB-9D8D5EC6C712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0" name="Espace réservé du pied de page 4">
            <a:extLst>
              <a:ext uri="{FF2B5EF4-FFF2-40B4-BE49-F238E27FC236}">
                <a16:creationId xmlns:a16="http://schemas.microsoft.com/office/drawing/2014/main" id="{57691A74-49BA-4CB5-AB58-B27B0DE18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041ED70F-7FC4-461B-8EFF-537E36B35B73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25484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6C69108-8A03-4120-9EC5-52B62F76BA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3090" y="116487"/>
            <a:ext cx="11965817" cy="6188315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endParaRPr lang="en-US" noProof="0"/>
          </a:p>
        </p:txBody>
      </p:sp>
      <p:sp>
        <p:nvSpPr>
          <p:cNvPr id="62" name="Forme libre : forme 61">
            <a:extLst>
              <a:ext uri="{FF2B5EF4-FFF2-40B4-BE49-F238E27FC236}">
                <a16:creationId xmlns:a16="http://schemas.microsoft.com/office/drawing/2014/main" id="{02A4B9ED-2B80-40E2-8703-CF57B743F6AF}"/>
              </a:ext>
            </a:extLst>
          </p:cNvPr>
          <p:cNvSpPr/>
          <p:nvPr userDrawn="1"/>
        </p:nvSpPr>
        <p:spPr>
          <a:xfrm>
            <a:off x="113091" y="116491"/>
            <a:ext cx="7989178" cy="6188315"/>
          </a:xfrm>
          <a:custGeom>
            <a:avLst/>
            <a:gdLst>
              <a:gd name="connsiteX0" fmla="*/ 3934423 w 7989178"/>
              <a:gd name="connsiteY0" fmla="*/ 3197035 h 6188315"/>
              <a:gd name="connsiteX1" fmla="*/ 4951679 w 7989178"/>
              <a:gd name="connsiteY1" fmla="*/ 3197035 h 6188315"/>
              <a:gd name="connsiteX2" fmla="*/ 7942928 w 7989178"/>
              <a:gd name="connsiteY2" fmla="*/ 6188315 h 6188315"/>
              <a:gd name="connsiteX3" fmla="*/ 5908468 w 7989178"/>
              <a:gd name="connsiteY3" fmla="*/ 6188315 h 6188315"/>
              <a:gd name="connsiteX4" fmla="*/ 3934423 w 7989178"/>
              <a:gd name="connsiteY4" fmla="*/ 4214291 h 6188315"/>
              <a:gd name="connsiteX5" fmla="*/ 2757360 w 7989178"/>
              <a:gd name="connsiteY5" fmla="*/ 3197035 h 6188315"/>
              <a:gd name="connsiteX6" fmla="*/ 3774586 w 7989178"/>
              <a:gd name="connsiteY6" fmla="*/ 3197035 h 6188315"/>
              <a:gd name="connsiteX7" fmla="*/ 3774586 w 7989178"/>
              <a:gd name="connsiteY7" fmla="*/ 4214291 h 6188315"/>
              <a:gd name="connsiteX8" fmla="*/ 1800562 w 7989178"/>
              <a:gd name="connsiteY8" fmla="*/ 6188315 h 6188315"/>
              <a:gd name="connsiteX9" fmla="*/ 0 w 7989178"/>
              <a:gd name="connsiteY9" fmla="*/ 6188315 h 6188315"/>
              <a:gd name="connsiteX10" fmla="*/ 0 w 7989178"/>
              <a:gd name="connsiteY10" fmla="*/ 5954396 h 6188315"/>
              <a:gd name="connsiteX11" fmla="*/ 7763137 w 7989178"/>
              <a:gd name="connsiteY11" fmla="*/ 0 h 6188315"/>
              <a:gd name="connsiteX12" fmla="*/ 7989178 w 7989178"/>
              <a:gd name="connsiteY12" fmla="*/ 0 h 6188315"/>
              <a:gd name="connsiteX13" fmla="*/ 4951948 w 7989178"/>
              <a:gd name="connsiteY13" fmla="*/ 3037229 h 6188315"/>
              <a:gd name="connsiteX14" fmla="*/ 4725908 w 7989178"/>
              <a:gd name="connsiteY14" fmla="*/ 3037229 h 6188315"/>
              <a:gd name="connsiteX15" fmla="*/ 7310878 w 7989178"/>
              <a:gd name="connsiteY15" fmla="*/ 0 h 6188315"/>
              <a:gd name="connsiteX16" fmla="*/ 7536918 w 7989178"/>
              <a:gd name="connsiteY16" fmla="*/ 0 h 6188315"/>
              <a:gd name="connsiteX17" fmla="*/ 4499686 w 7989178"/>
              <a:gd name="connsiteY17" fmla="*/ 3037231 h 6188315"/>
              <a:gd name="connsiteX18" fmla="*/ 4273647 w 7989178"/>
              <a:gd name="connsiteY18" fmla="*/ 3037231 h 6188315"/>
              <a:gd name="connsiteX19" fmla="*/ 6858644 w 7989178"/>
              <a:gd name="connsiteY19" fmla="*/ 0 h 6188315"/>
              <a:gd name="connsiteX20" fmla="*/ 7084689 w 7989178"/>
              <a:gd name="connsiteY20" fmla="*/ 0 h 6188315"/>
              <a:gd name="connsiteX21" fmla="*/ 4047458 w 7989178"/>
              <a:gd name="connsiteY21" fmla="*/ 3037229 h 6188315"/>
              <a:gd name="connsiteX22" fmla="*/ 3934423 w 7989178"/>
              <a:gd name="connsiteY22" fmla="*/ 3037229 h 6188315"/>
              <a:gd name="connsiteX23" fmla="*/ 3934423 w 7989178"/>
              <a:gd name="connsiteY23" fmla="*/ 2924196 h 6188315"/>
              <a:gd name="connsiteX24" fmla="*/ 6406357 w 7989178"/>
              <a:gd name="connsiteY24" fmla="*/ 0 h 6188315"/>
              <a:gd name="connsiteX25" fmla="*/ 6632427 w 7989178"/>
              <a:gd name="connsiteY25" fmla="*/ 0 h 6188315"/>
              <a:gd name="connsiteX26" fmla="*/ 3934423 w 7989178"/>
              <a:gd name="connsiteY26" fmla="*/ 2698004 h 6188315"/>
              <a:gd name="connsiteX27" fmla="*/ 3934423 w 7989178"/>
              <a:gd name="connsiteY27" fmla="*/ 2471934 h 6188315"/>
              <a:gd name="connsiteX28" fmla="*/ 5954117 w 7989178"/>
              <a:gd name="connsiteY28" fmla="*/ 0 h 6188315"/>
              <a:gd name="connsiteX29" fmla="*/ 6180169 w 7989178"/>
              <a:gd name="connsiteY29" fmla="*/ 0 h 6188315"/>
              <a:gd name="connsiteX30" fmla="*/ 3934423 w 7989178"/>
              <a:gd name="connsiteY30" fmla="*/ 2245745 h 6188315"/>
              <a:gd name="connsiteX31" fmla="*/ 3934423 w 7989178"/>
              <a:gd name="connsiteY31" fmla="*/ 2019675 h 6188315"/>
              <a:gd name="connsiteX32" fmla="*/ 0 w 7989178"/>
              <a:gd name="connsiteY32" fmla="*/ 0 h 6188315"/>
              <a:gd name="connsiteX33" fmla="*/ 1754615 w 7989178"/>
              <a:gd name="connsiteY33" fmla="*/ 0 h 6188315"/>
              <a:gd name="connsiteX34" fmla="*/ 3774589 w 7989178"/>
              <a:gd name="connsiteY34" fmla="*/ 2019974 h 6188315"/>
              <a:gd name="connsiteX35" fmla="*/ 3774589 w 7989178"/>
              <a:gd name="connsiteY35" fmla="*/ 3037231 h 6188315"/>
              <a:gd name="connsiteX36" fmla="*/ 2757363 w 7989178"/>
              <a:gd name="connsiteY36" fmla="*/ 3037231 h 6188315"/>
              <a:gd name="connsiteX37" fmla="*/ 0 w 7989178"/>
              <a:gd name="connsiteY37" fmla="*/ 279895 h 6188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989178" h="6188315">
                <a:moveTo>
                  <a:pt x="3934423" y="3197035"/>
                </a:moveTo>
                <a:lnTo>
                  <a:pt x="4951679" y="3197035"/>
                </a:lnTo>
                <a:lnTo>
                  <a:pt x="7942928" y="6188315"/>
                </a:lnTo>
                <a:lnTo>
                  <a:pt x="5908468" y="6188315"/>
                </a:lnTo>
                <a:lnTo>
                  <a:pt x="3934423" y="4214291"/>
                </a:lnTo>
                <a:close/>
                <a:moveTo>
                  <a:pt x="2757360" y="3197035"/>
                </a:moveTo>
                <a:lnTo>
                  <a:pt x="3774586" y="3197035"/>
                </a:lnTo>
                <a:lnTo>
                  <a:pt x="3774586" y="4214291"/>
                </a:lnTo>
                <a:lnTo>
                  <a:pt x="1800562" y="6188315"/>
                </a:lnTo>
                <a:lnTo>
                  <a:pt x="0" y="6188315"/>
                </a:lnTo>
                <a:lnTo>
                  <a:pt x="0" y="5954396"/>
                </a:lnTo>
                <a:close/>
                <a:moveTo>
                  <a:pt x="7763137" y="0"/>
                </a:moveTo>
                <a:lnTo>
                  <a:pt x="7989178" y="0"/>
                </a:lnTo>
                <a:lnTo>
                  <a:pt x="4951948" y="3037229"/>
                </a:lnTo>
                <a:lnTo>
                  <a:pt x="4725908" y="3037229"/>
                </a:lnTo>
                <a:close/>
                <a:moveTo>
                  <a:pt x="7310878" y="0"/>
                </a:moveTo>
                <a:lnTo>
                  <a:pt x="7536918" y="0"/>
                </a:lnTo>
                <a:lnTo>
                  <a:pt x="4499686" y="3037231"/>
                </a:lnTo>
                <a:lnTo>
                  <a:pt x="4273647" y="3037231"/>
                </a:lnTo>
                <a:close/>
                <a:moveTo>
                  <a:pt x="6858644" y="0"/>
                </a:moveTo>
                <a:lnTo>
                  <a:pt x="7084689" y="0"/>
                </a:lnTo>
                <a:lnTo>
                  <a:pt x="4047458" y="3037229"/>
                </a:lnTo>
                <a:lnTo>
                  <a:pt x="3934423" y="3037229"/>
                </a:lnTo>
                <a:lnTo>
                  <a:pt x="3934423" y="2924196"/>
                </a:lnTo>
                <a:close/>
                <a:moveTo>
                  <a:pt x="6406357" y="0"/>
                </a:moveTo>
                <a:lnTo>
                  <a:pt x="6632427" y="0"/>
                </a:lnTo>
                <a:lnTo>
                  <a:pt x="3934423" y="2698004"/>
                </a:lnTo>
                <a:lnTo>
                  <a:pt x="3934423" y="2471934"/>
                </a:lnTo>
                <a:close/>
                <a:moveTo>
                  <a:pt x="5954117" y="0"/>
                </a:moveTo>
                <a:lnTo>
                  <a:pt x="6180169" y="0"/>
                </a:lnTo>
                <a:lnTo>
                  <a:pt x="3934423" y="2245745"/>
                </a:lnTo>
                <a:lnTo>
                  <a:pt x="3934423" y="2019675"/>
                </a:lnTo>
                <a:close/>
                <a:moveTo>
                  <a:pt x="0" y="0"/>
                </a:moveTo>
                <a:lnTo>
                  <a:pt x="1754615" y="0"/>
                </a:lnTo>
                <a:lnTo>
                  <a:pt x="3774589" y="2019974"/>
                </a:lnTo>
                <a:lnTo>
                  <a:pt x="3774589" y="3037231"/>
                </a:lnTo>
                <a:lnTo>
                  <a:pt x="2757363" y="3037231"/>
                </a:lnTo>
                <a:lnTo>
                  <a:pt x="0" y="279895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 w="1846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6D6D7455-FC66-504C-90C5-D7027B829959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0" name="Espace réservé du pied de page 4">
            <a:extLst>
              <a:ext uri="{FF2B5EF4-FFF2-40B4-BE49-F238E27FC236}">
                <a16:creationId xmlns:a16="http://schemas.microsoft.com/office/drawing/2014/main" id="{88A0C6D7-FA6C-400A-A6CB-C97B785C7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C5FB76-DCEC-435D-B44E-B8CDE9464F35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83115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CD4D91-58E7-4005-93FD-CFF1986F9464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42CFCA71-2FD3-46A0-BC72-1FA0871E173F}"/>
              </a:ext>
            </a:extLst>
          </p:cNvPr>
          <p:cNvSpPr/>
          <p:nvPr userDrawn="1"/>
        </p:nvSpPr>
        <p:spPr>
          <a:xfrm>
            <a:off x="0" y="0"/>
            <a:ext cx="12200164" cy="6858000"/>
          </a:xfrm>
          <a:custGeom>
            <a:avLst/>
            <a:gdLst>
              <a:gd name="connsiteX0" fmla="*/ 113089 w 12192000"/>
              <a:gd name="connsiteY0" fmla="*/ 116483 h 6858000"/>
              <a:gd name="connsiteX1" fmla="*/ 113089 w 12192000"/>
              <a:gd name="connsiteY1" fmla="*/ 6304798 h 6858000"/>
              <a:gd name="connsiteX2" fmla="*/ 12078906 w 12192000"/>
              <a:gd name="connsiteY2" fmla="*/ 6304798 h 6858000"/>
              <a:gd name="connsiteX3" fmla="*/ 12078906 w 12192000"/>
              <a:gd name="connsiteY3" fmla="*/ 116483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13089" y="116483"/>
                </a:moveTo>
                <a:lnTo>
                  <a:pt x="113089" y="6304798"/>
                </a:lnTo>
                <a:lnTo>
                  <a:pt x="12078906" y="6304798"/>
                </a:lnTo>
                <a:lnTo>
                  <a:pt x="12078906" y="11648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62" name="Forme libre : forme 61">
            <a:extLst>
              <a:ext uri="{FF2B5EF4-FFF2-40B4-BE49-F238E27FC236}">
                <a16:creationId xmlns:a16="http://schemas.microsoft.com/office/drawing/2014/main" id="{02A4B9ED-2B80-40E2-8703-CF57B743F6AF}"/>
              </a:ext>
            </a:extLst>
          </p:cNvPr>
          <p:cNvSpPr/>
          <p:nvPr userDrawn="1"/>
        </p:nvSpPr>
        <p:spPr>
          <a:xfrm>
            <a:off x="113091" y="116491"/>
            <a:ext cx="7989178" cy="6188315"/>
          </a:xfrm>
          <a:custGeom>
            <a:avLst/>
            <a:gdLst>
              <a:gd name="connsiteX0" fmla="*/ 3934423 w 7989178"/>
              <a:gd name="connsiteY0" fmla="*/ 3197035 h 6188315"/>
              <a:gd name="connsiteX1" fmla="*/ 4951679 w 7989178"/>
              <a:gd name="connsiteY1" fmla="*/ 3197035 h 6188315"/>
              <a:gd name="connsiteX2" fmla="*/ 7942928 w 7989178"/>
              <a:gd name="connsiteY2" fmla="*/ 6188315 h 6188315"/>
              <a:gd name="connsiteX3" fmla="*/ 5908468 w 7989178"/>
              <a:gd name="connsiteY3" fmla="*/ 6188315 h 6188315"/>
              <a:gd name="connsiteX4" fmla="*/ 3934423 w 7989178"/>
              <a:gd name="connsiteY4" fmla="*/ 4214291 h 6188315"/>
              <a:gd name="connsiteX5" fmla="*/ 2757360 w 7989178"/>
              <a:gd name="connsiteY5" fmla="*/ 3197035 h 6188315"/>
              <a:gd name="connsiteX6" fmla="*/ 3774586 w 7989178"/>
              <a:gd name="connsiteY6" fmla="*/ 3197035 h 6188315"/>
              <a:gd name="connsiteX7" fmla="*/ 3774586 w 7989178"/>
              <a:gd name="connsiteY7" fmla="*/ 4214291 h 6188315"/>
              <a:gd name="connsiteX8" fmla="*/ 1800562 w 7989178"/>
              <a:gd name="connsiteY8" fmla="*/ 6188315 h 6188315"/>
              <a:gd name="connsiteX9" fmla="*/ 0 w 7989178"/>
              <a:gd name="connsiteY9" fmla="*/ 6188315 h 6188315"/>
              <a:gd name="connsiteX10" fmla="*/ 0 w 7989178"/>
              <a:gd name="connsiteY10" fmla="*/ 5954396 h 6188315"/>
              <a:gd name="connsiteX11" fmla="*/ 7763137 w 7989178"/>
              <a:gd name="connsiteY11" fmla="*/ 0 h 6188315"/>
              <a:gd name="connsiteX12" fmla="*/ 7989178 w 7989178"/>
              <a:gd name="connsiteY12" fmla="*/ 0 h 6188315"/>
              <a:gd name="connsiteX13" fmla="*/ 4951948 w 7989178"/>
              <a:gd name="connsiteY13" fmla="*/ 3037229 h 6188315"/>
              <a:gd name="connsiteX14" fmla="*/ 4725908 w 7989178"/>
              <a:gd name="connsiteY14" fmla="*/ 3037229 h 6188315"/>
              <a:gd name="connsiteX15" fmla="*/ 7310878 w 7989178"/>
              <a:gd name="connsiteY15" fmla="*/ 0 h 6188315"/>
              <a:gd name="connsiteX16" fmla="*/ 7536918 w 7989178"/>
              <a:gd name="connsiteY16" fmla="*/ 0 h 6188315"/>
              <a:gd name="connsiteX17" fmla="*/ 4499686 w 7989178"/>
              <a:gd name="connsiteY17" fmla="*/ 3037231 h 6188315"/>
              <a:gd name="connsiteX18" fmla="*/ 4273647 w 7989178"/>
              <a:gd name="connsiteY18" fmla="*/ 3037231 h 6188315"/>
              <a:gd name="connsiteX19" fmla="*/ 6858644 w 7989178"/>
              <a:gd name="connsiteY19" fmla="*/ 0 h 6188315"/>
              <a:gd name="connsiteX20" fmla="*/ 7084689 w 7989178"/>
              <a:gd name="connsiteY20" fmla="*/ 0 h 6188315"/>
              <a:gd name="connsiteX21" fmla="*/ 4047458 w 7989178"/>
              <a:gd name="connsiteY21" fmla="*/ 3037229 h 6188315"/>
              <a:gd name="connsiteX22" fmla="*/ 3934423 w 7989178"/>
              <a:gd name="connsiteY22" fmla="*/ 3037229 h 6188315"/>
              <a:gd name="connsiteX23" fmla="*/ 3934423 w 7989178"/>
              <a:gd name="connsiteY23" fmla="*/ 2924196 h 6188315"/>
              <a:gd name="connsiteX24" fmla="*/ 6406357 w 7989178"/>
              <a:gd name="connsiteY24" fmla="*/ 0 h 6188315"/>
              <a:gd name="connsiteX25" fmla="*/ 6632427 w 7989178"/>
              <a:gd name="connsiteY25" fmla="*/ 0 h 6188315"/>
              <a:gd name="connsiteX26" fmla="*/ 3934423 w 7989178"/>
              <a:gd name="connsiteY26" fmla="*/ 2698004 h 6188315"/>
              <a:gd name="connsiteX27" fmla="*/ 3934423 w 7989178"/>
              <a:gd name="connsiteY27" fmla="*/ 2471934 h 6188315"/>
              <a:gd name="connsiteX28" fmla="*/ 5954117 w 7989178"/>
              <a:gd name="connsiteY28" fmla="*/ 0 h 6188315"/>
              <a:gd name="connsiteX29" fmla="*/ 6180169 w 7989178"/>
              <a:gd name="connsiteY29" fmla="*/ 0 h 6188315"/>
              <a:gd name="connsiteX30" fmla="*/ 3934423 w 7989178"/>
              <a:gd name="connsiteY30" fmla="*/ 2245745 h 6188315"/>
              <a:gd name="connsiteX31" fmla="*/ 3934423 w 7989178"/>
              <a:gd name="connsiteY31" fmla="*/ 2019675 h 6188315"/>
              <a:gd name="connsiteX32" fmla="*/ 0 w 7989178"/>
              <a:gd name="connsiteY32" fmla="*/ 0 h 6188315"/>
              <a:gd name="connsiteX33" fmla="*/ 1754615 w 7989178"/>
              <a:gd name="connsiteY33" fmla="*/ 0 h 6188315"/>
              <a:gd name="connsiteX34" fmla="*/ 3774589 w 7989178"/>
              <a:gd name="connsiteY34" fmla="*/ 2019974 h 6188315"/>
              <a:gd name="connsiteX35" fmla="*/ 3774589 w 7989178"/>
              <a:gd name="connsiteY35" fmla="*/ 3037231 h 6188315"/>
              <a:gd name="connsiteX36" fmla="*/ 2757363 w 7989178"/>
              <a:gd name="connsiteY36" fmla="*/ 3037231 h 6188315"/>
              <a:gd name="connsiteX37" fmla="*/ 0 w 7989178"/>
              <a:gd name="connsiteY37" fmla="*/ 279895 h 6188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989178" h="6188315">
                <a:moveTo>
                  <a:pt x="3934423" y="3197035"/>
                </a:moveTo>
                <a:lnTo>
                  <a:pt x="4951679" y="3197035"/>
                </a:lnTo>
                <a:lnTo>
                  <a:pt x="7942928" y="6188315"/>
                </a:lnTo>
                <a:lnTo>
                  <a:pt x="5908468" y="6188315"/>
                </a:lnTo>
                <a:lnTo>
                  <a:pt x="3934423" y="4214291"/>
                </a:lnTo>
                <a:close/>
                <a:moveTo>
                  <a:pt x="2757360" y="3197035"/>
                </a:moveTo>
                <a:lnTo>
                  <a:pt x="3774586" y="3197035"/>
                </a:lnTo>
                <a:lnTo>
                  <a:pt x="3774586" y="4214291"/>
                </a:lnTo>
                <a:lnTo>
                  <a:pt x="1800562" y="6188315"/>
                </a:lnTo>
                <a:lnTo>
                  <a:pt x="0" y="6188315"/>
                </a:lnTo>
                <a:lnTo>
                  <a:pt x="0" y="5954396"/>
                </a:lnTo>
                <a:close/>
                <a:moveTo>
                  <a:pt x="7763137" y="0"/>
                </a:moveTo>
                <a:lnTo>
                  <a:pt x="7989178" y="0"/>
                </a:lnTo>
                <a:lnTo>
                  <a:pt x="4951948" y="3037229"/>
                </a:lnTo>
                <a:lnTo>
                  <a:pt x="4725908" y="3037229"/>
                </a:lnTo>
                <a:close/>
                <a:moveTo>
                  <a:pt x="7310878" y="0"/>
                </a:moveTo>
                <a:lnTo>
                  <a:pt x="7536918" y="0"/>
                </a:lnTo>
                <a:lnTo>
                  <a:pt x="4499686" y="3037231"/>
                </a:lnTo>
                <a:lnTo>
                  <a:pt x="4273647" y="3037231"/>
                </a:lnTo>
                <a:close/>
                <a:moveTo>
                  <a:pt x="6858644" y="0"/>
                </a:moveTo>
                <a:lnTo>
                  <a:pt x="7084689" y="0"/>
                </a:lnTo>
                <a:lnTo>
                  <a:pt x="4047458" y="3037229"/>
                </a:lnTo>
                <a:lnTo>
                  <a:pt x="3934423" y="3037229"/>
                </a:lnTo>
                <a:lnTo>
                  <a:pt x="3934423" y="2924196"/>
                </a:lnTo>
                <a:close/>
                <a:moveTo>
                  <a:pt x="6406357" y="0"/>
                </a:moveTo>
                <a:lnTo>
                  <a:pt x="6632427" y="0"/>
                </a:lnTo>
                <a:lnTo>
                  <a:pt x="3934423" y="2698004"/>
                </a:lnTo>
                <a:lnTo>
                  <a:pt x="3934423" y="2471934"/>
                </a:lnTo>
                <a:close/>
                <a:moveTo>
                  <a:pt x="5954117" y="0"/>
                </a:moveTo>
                <a:lnTo>
                  <a:pt x="6180169" y="0"/>
                </a:lnTo>
                <a:lnTo>
                  <a:pt x="3934423" y="2245745"/>
                </a:lnTo>
                <a:lnTo>
                  <a:pt x="3934423" y="2019675"/>
                </a:lnTo>
                <a:close/>
                <a:moveTo>
                  <a:pt x="0" y="0"/>
                </a:moveTo>
                <a:lnTo>
                  <a:pt x="1754615" y="0"/>
                </a:lnTo>
                <a:lnTo>
                  <a:pt x="3774589" y="2019974"/>
                </a:lnTo>
                <a:lnTo>
                  <a:pt x="3774589" y="3037231"/>
                </a:lnTo>
                <a:lnTo>
                  <a:pt x="2757363" y="3037231"/>
                </a:lnTo>
                <a:lnTo>
                  <a:pt x="0" y="279895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 w="1846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E74FEBFB-7A60-8942-90F4-8CD70C8BC3F0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EF816185-E35B-4BE7-B8FC-5014E39F9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3A2A24-9380-4689-8637-229998D343FB}"/>
              </a:ext>
            </a:extLst>
          </p:cNvPr>
          <p:cNvSpPr txBox="1"/>
          <p:nvPr userDrawn="1"/>
        </p:nvSpPr>
        <p:spPr>
          <a:xfrm rot="16200000">
            <a:off x="11707268" y="3340514"/>
            <a:ext cx="858416" cy="176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5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C1-internal</a:t>
            </a:r>
            <a:endParaRPr lang="en-US" sz="55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596FA185-0B8A-4AD5-B568-ED1F3A268E4A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681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9E628-9A89-457B-A1D6-35CB67899D6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1600" y="111600"/>
            <a:ext cx="11966400" cy="6631200"/>
          </a:xfr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538CD9AE-EE18-4381-8AF4-687CC5BE3ED3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410529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'élément multimédia 3">
            <a:extLst>
              <a:ext uri="{FF2B5EF4-FFF2-40B4-BE49-F238E27FC236}">
                <a16:creationId xmlns:a16="http://schemas.microsoft.com/office/drawing/2014/main" id="{7C1BF6B2-3DCB-4A16-8D34-317A82E60854}"/>
              </a:ext>
            </a:extLst>
          </p:cNvPr>
          <p:cNvSpPr>
            <a:spLocks noGrp="1"/>
          </p:cNvSpPr>
          <p:nvPr>
            <p:ph type="media" sz="quarter" idx="14"/>
          </p:nvPr>
        </p:nvSpPr>
        <p:spPr>
          <a:xfrm>
            <a:off x="113090" y="116346"/>
            <a:ext cx="11965817" cy="6188315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endParaRPr lang="en-US" noProof="0"/>
          </a:p>
        </p:txBody>
      </p:sp>
      <p:sp>
        <p:nvSpPr>
          <p:cNvPr id="62" name="Forme libre : forme 61">
            <a:extLst>
              <a:ext uri="{FF2B5EF4-FFF2-40B4-BE49-F238E27FC236}">
                <a16:creationId xmlns:a16="http://schemas.microsoft.com/office/drawing/2014/main" id="{02A4B9ED-2B80-40E2-8703-CF57B743F6AF}"/>
              </a:ext>
            </a:extLst>
          </p:cNvPr>
          <p:cNvSpPr/>
          <p:nvPr userDrawn="1"/>
        </p:nvSpPr>
        <p:spPr>
          <a:xfrm>
            <a:off x="113091" y="116491"/>
            <a:ext cx="7989178" cy="6188315"/>
          </a:xfrm>
          <a:custGeom>
            <a:avLst/>
            <a:gdLst>
              <a:gd name="connsiteX0" fmla="*/ 3934423 w 7989178"/>
              <a:gd name="connsiteY0" fmla="*/ 3197035 h 6188315"/>
              <a:gd name="connsiteX1" fmla="*/ 4951679 w 7989178"/>
              <a:gd name="connsiteY1" fmla="*/ 3197035 h 6188315"/>
              <a:gd name="connsiteX2" fmla="*/ 7942928 w 7989178"/>
              <a:gd name="connsiteY2" fmla="*/ 6188315 h 6188315"/>
              <a:gd name="connsiteX3" fmla="*/ 5908468 w 7989178"/>
              <a:gd name="connsiteY3" fmla="*/ 6188315 h 6188315"/>
              <a:gd name="connsiteX4" fmla="*/ 3934423 w 7989178"/>
              <a:gd name="connsiteY4" fmla="*/ 4214291 h 6188315"/>
              <a:gd name="connsiteX5" fmla="*/ 2757360 w 7989178"/>
              <a:gd name="connsiteY5" fmla="*/ 3197035 h 6188315"/>
              <a:gd name="connsiteX6" fmla="*/ 3774586 w 7989178"/>
              <a:gd name="connsiteY6" fmla="*/ 3197035 h 6188315"/>
              <a:gd name="connsiteX7" fmla="*/ 3774586 w 7989178"/>
              <a:gd name="connsiteY7" fmla="*/ 4214291 h 6188315"/>
              <a:gd name="connsiteX8" fmla="*/ 1800562 w 7989178"/>
              <a:gd name="connsiteY8" fmla="*/ 6188315 h 6188315"/>
              <a:gd name="connsiteX9" fmla="*/ 0 w 7989178"/>
              <a:gd name="connsiteY9" fmla="*/ 6188315 h 6188315"/>
              <a:gd name="connsiteX10" fmla="*/ 0 w 7989178"/>
              <a:gd name="connsiteY10" fmla="*/ 5954396 h 6188315"/>
              <a:gd name="connsiteX11" fmla="*/ 7763137 w 7989178"/>
              <a:gd name="connsiteY11" fmla="*/ 0 h 6188315"/>
              <a:gd name="connsiteX12" fmla="*/ 7989178 w 7989178"/>
              <a:gd name="connsiteY12" fmla="*/ 0 h 6188315"/>
              <a:gd name="connsiteX13" fmla="*/ 4951948 w 7989178"/>
              <a:gd name="connsiteY13" fmla="*/ 3037229 h 6188315"/>
              <a:gd name="connsiteX14" fmla="*/ 4725908 w 7989178"/>
              <a:gd name="connsiteY14" fmla="*/ 3037229 h 6188315"/>
              <a:gd name="connsiteX15" fmla="*/ 7310878 w 7989178"/>
              <a:gd name="connsiteY15" fmla="*/ 0 h 6188315"/>
              <a:gd name="connsiteX16" fmla="*/ 7536918 w 7989178"/>
              <a:gd name="connsiteY16" fmla="*/ 0 h 6188315"/>
              <a:gd name="connsiteX17" fmla="*/ 4499686 w 7989178"/>
              <a:gd name="connsiteY17" fmla="*/ 3037231 h 6188315"/>
              <a:gd name="connsiteX18" fmla="*/ 4273647 w 7989178"/>
              <a:gd name="connsiteY18" fmla="*/ 3037231 h 6188315"/>
              <a:gd name="connsiteX19" fmla="*/ 6858644 w 7989178"/>
              <a:gd name="connsiteY19" fmla="*/ 0 h 6188315"/>
              <a:gd name="connsiteX20" fmla="*/ 7084689 w 7989178"/>
              <a:gd name="connsiteY20" fmla="*/ 0 h 6188315"/>
              <a:gd name="connsiteX21" fmla="*/ 4047458 w 7989178"/>
              <a:gd name="connsiteY21" fmla="*/ 3037229 h 6188315"/>
              <a:gd name="connsiteX22" fmla="*/ 3934423 w 7989178"/>
              <a:gd name="connsiteY22" fmla="*/ 3037229 h 6188315"/>
              <a:gd name="connsiteX23" fmla="*/ 3934423 w 7989178"/>
              <a:gd name="connsiteY23" fmla="*/ 2924196 h 6188315"/>
              <a:gd name="connsiteX24" fmla="*/ 6406357 w 7989178"/>
              <a:gd name="connsiteY24" fmla="*/ 0 h 6188315"/>
              <a:gd name="connsiteX25" fmla="*/ 6632427 w 7989178"/>
              <a:gd name="connsiteY25" fmla="*/ 0 h 6188315"/>
              <a:gd name="connsiteX26" fmla="*/ 3934423 w 7989178"/>
              <a:gd name="connsiteY26" fmla="*/ 2698004 h 6188315"/>
              <a:gd name="connsiteX27" fmla="*/ 3934423 w 7989178"/>
              <a:gd name="connsiteY27" fmla="*/ 2471934 h 6188315"/>
              <a:gd name="connsiteX28" fmla="*/ 5954117 w 7989178"/>
              <a:gd name="connsiteY28" fmla="*/ 0 h 6188315"/>
              <a:gd name="connsiteX29" fmla="*/ 6180169 w 7989178"/>
              <a:gd name="connsiteY29" fmla="*/ 0 h 6188315"/>
              <a:gd name="connsiteX30" fmla="*/ 3934423 w 7989178"/>
              <a:gd name="connsiteY30" fmla="*/ 2245745 h 6188315"/>
              <a:gd name="connsiteX31" fmla="*/ 3934423 w 7989178"/>
              <a:gd name="connsiteY31" fmla="*/ 2019675 h 6188315"/>
              <a:gd name="connsiteX32" fmla="*/ 0 w 7989178"/>
              <a:gd name="connsiteY32" fmla="*/ 0 h 6188315"/>
              <a:gd name="connsiteX33" fmla="*/ 1754615 w 7989178"/>
              <a:gd name="connsiteY33" fmla="*/ 0 h 6188315"/>
              <a:gd name="connsiteX34" fmla="*/ 3774589 w 7989178"/>
              <a:gd name="connsiteY34" fmla="*/ 2019974 h 6188315"/>
              <a:gd name="connsiteX35" fmla="*/ 3774589 w 7989178"/>
              <a:gd name="connsiteY35" fmla="*/ 3037231 h 6188315"/>
              <a:gd name="connsiteX36" fmla="*/ 2757363 w 7989178"/>
              <a:gd name="connsiteY36" fmla="*/ 3037231 h 6188315"/>
              <a:gd name="connsiteX37" fmla="*/ 0 w 7989178"/>
              <a:gd name="connsiteY37" fmla="*/ 279895 h 6188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989178" h="6188315">
                <a:moveTo>
                  <a:pt x="3934423" y="3197035"/>
                </a:moveTo>
                <a:lnTo>
                  <a:pt x="4951679" y="3197035"/>
                </a:lnTo>
                <a:lnTo>
                  <a:pt x="7942928" y="6188315"/>
                </a:lnTo>
                <a:lnTo>
                  <a:pt x="5908468" y="6188315"/>
                </a:lnTo>
                <a:lnTo>
                  <a:pt x="3934423" y="4214291"/>
                </a:lnTo>
                <a:close/>
                <a:moveTo>
                  <a:pt x="2757360" y="3197035"/>
                </a:moveTo>
                <a:lnTo>
                  <a:pt x="3774586" y="3197035"/>
                </a:lnTo>
                <a:lnTo>
                  <a:pt x="3774586" y="4214291"/>
                </a:lnTo>
                <a:lnTo>
                  <a:pt x="1800562" y="6188315"/>
                </a:lnTo>
                <a:lnTo>
                  <a:pt x="0" y="6188315"/>
                </a:lnTo>
                <a:lnTo>
                  <a:pt x="0" y="5954396"/>
                </a:lnTo>
                <a:close/>
                <a:moveTo>
                  <a:pt x="7763137" y="0"/>
                </a:moveTo>
                <a:lnTo>
                  <a:pt x="7989178" y="0"/>
                </a:lnTo>
                <a:lnTo>
                  <a:pt x="4951948" y="3037229"/>
                </a:lnTo>
                <a:lnTo>
                  <a:pt x="4725908" y="3037229"/>
                </a:lnTo>
                <a:close/>
                <a:moveTo>
                  <a:pt x="7310878" y="0"/>
                </a:moveTo>
                <a:lnTo>
                  <a:pt x="7536918" y="0"/>
                </a:lnTo>
                <a:lnTo>
                  <a:pt x="4499686" y="3037231"/>
                </a:lnTo>
                <a:lnTo>
                  <a:pt x="4273647" y="3037231"/>
                </a:lnTo>
                <a:close/>
                <a:moveTo>
                  <a:pt x="6858644" y="0"/>
                </a:moveTo>
                <a:lnTo>
                  <a:pt x="7084689" y="0"/>
                </a:lnTo>
                <a:lnTo>
                  <a:pt x="4047458" y="3037229"/>
                </a:lnTo>
                <a:lnTo>
                  <a:pt x="3934423" y="3037229"/>
                </a:lnTo>
                <a:lnTo>
                  <a:pt x="3934423" y="2924196"/>
                </a:lnTo>
                <a:close/>
                <a:moveTo>
                  <a:pt x="6406357" y="0"/>
                </a:moveTo>
                <a:lnTo>
                  <a:pt x="6632427" y="0"/>
                </a:lnTo>
                <a:lnTo>
                  <a:pt x="3934423" y="2698004"/>
                </a:lnTo>
                <a:lnTo>
                  <a:pt x="3934423" y="2471934"/>
                </a:lnTo>
                <a:close/>
                <a:moveTo>
                  <a:pt x="5954117" y="0"/>
                </a:moveTo>
                <a:lnTo>
                  <a:pt x="6180169" y="0"/>
                </a:lnTo>
                <a:lnTo>
                  <a:pt x="3934423" y="2245745"/>
                </a:lnTo>
                <a:lnTo>
                  <a:pt x="3934423" y="2019675"/>
                </a:lnTo>
                <a:close/>
                <a:moveTo>
                  <a:pt x="0" y="0"/>
                </a:moveTo>
                <a:lnTo>
                  <a:pt x="1754615" y="0"/>
                </a:lnTo>
                <a:lnTo>
                  <a:pt x="3774589" y="2019974"/>
                </a:lnTo>
                <a:lnTo>
                  <a:pt x="3774589" y="3037231"/>
                </a:lnTo>
                <a:lnTo>
                  <a:pt x="2757363" y="3037231"/>
                </a:lnTo>
                <a:lnTo>
                  <a:pt x="0" y="279895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 w="1846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82193DCD-EF22-8149-86F6-46A750DFD41F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33A3C7F9-8D04-48E8-B182-1741AD522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069B2BF2-FC23-4E82-AB99-0C529A2C6393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038140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14079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0A2687D8-8AD0-4EF0-9BE9-6CBBD0B235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91" y="113090"/>
            <a:ext cx="11965818" cy="6631820"/>
          </a:xfrm>
          <a:prstGeom prst="rect">
            <a:avLst/>
          </a:prstGeom>
        </p:spPr>
      </p:pic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E02E3D6D-DD6A-4C69-8190-98737683C76E}"/>
              </a:ext>
            </a:extLst>
          </p:cNvPr>
          <p:cNvSpPr/>
          <p:nvPr/>
        </p:nvSpPr>
        <p:spPr>
          <a:xfrm>
            <a:off x="113091" y="113090"/>
            <a:ext cx="8105814" cy="6631821"/>
          </a:xfrm>
          <a:custGeom>
            <a:avLst/>
            <a:gdLst>
              <a:gd name="connsiteX0" fmla="*/ 3750085 w 8105814"/>
              <a:gd name="connsiteY0" fmla="*/ 3155376 h 6631821"/>
              <a:gd name="connsiteX1" fmla="*/ 4567925 w 8105814"/>
              <a:gd name="connsiteY1" fmla="*/ 3155376 h 6631821"/>
              <a:gd name="connsiteX2" fmla="*/ 7785217 w 8105814"/>
              <a:gd name="connsiteY2" fmla="*/ 6310882 h 6631821"/>
              <a:gd name="connsiteX3" fmla="*/ 7785046 w 8105814"/>
              <a:gd name="connsiteY3" fmla="*/ 6311053 h 6631821"/>
              <a:gd name="connsiteX4" fmla="*/ 8105814 w 8105814"/>
              <a:gd name="connsiteY4" fmla="*/ 6631821 h 6631821"/>
              <a:gd name="connsiteX5" fmla="*/ 6476964 w 8105814"/>
              <a:gd name="connsiteY5" fmla="*/ 6631821 h 6631821"/>
              <a:gd name="connsiteX6" fmla="*/ 3750085 w 8105814"/>
              <a:gd name="connsiteY6" fmla="*/ 3957210 h 6631821"/>
              <a:gd name="connsiteX7" fmla="*/ 2803412 w 8105814"/>
              <a:gd name="connsiteY7" fmla="*/ 3155029 h 6631821"/>
              <a:gd name="connsiteX8" fmla="*/ 3621252 w 8105814"/>
              <a:gd name="connsiteY8" fmla="*/ 3155029 h 6631821"/>
              <a:gd name="connsiteX9" fmla="*/ 3621252 w 8105814"/>
              <a:gd name="connsiteY9" fmla="*/ 3956863 h 6631821"/>
              <a:gd name="connsiteX10" fmla="*/ 893834 w 8105814"/>
              <a:gd name="connsiteY10" fmla="*/ 6631821 h 6631821"/>
              <a:gd name="connsiteX11" fmla="*/ 0 w 8105814"/>
              <a:gd name="connsiteY11" fmla="*/ 6631821 h 6631821"/>
              <a:gd name="connsiteX12" fmla="*/ 0 w 8105814"/>
              <a:gd name="connsiteY12" fmla="*/ 5904730 h 6631821"/>
              <a:gd name="connsiteX13" fmla="*/ 7474231 w 8105814"/>
              <a:gd name="connsiteY13" fmla="*/ 0 h 6631821"/>
              <a:gd name="connsiteX14" fmla="*/ 7655700 w 8105814"/>
              <a:gd name="connsiteY14" fmla="*/ 0 h 6631821"/>
              <a:gd name="connsiteX15" fmla="*/ 4567595 w 8105814"/>
              <a:gd name="connsiteY15" fmla="*/ 3028889 h 6631821"/>
              <a:gd name="connsiteX16" fmla="*/ 4386016 w 8105814"/>
              <a:gd name="connsiteY16" fmla="*/ 3028889 h 6631821"/>
              <a:gd name="connsiteX17" fmla="*/ 7110674 w 8105814"/>
              <a:gd name="connsiteY17" fmla="*/ 0 h 6631821"/>
              <a:gd name="connsiteX18" fmla="*/ 7292320 w 8105814"/>
              <a:gd name="connsiteY18" fmla="*/ 0 h 6631821"/>
              <a:gd name="connsiteX19" fmla="*/ 4204239 w 8105814"/>
              <a:gd name="connsiteY19" fmla="*/ 3028955 h 6631821"/>
              <a:gd name="connsiteX20" fmla="*/ 4022445 w 8105814"/>
              <a:gd name="connsiteY20" fmla="*/ 3028955 h 6631821"/>
              <a:gd name="connsiteX21" fmla="*/ 6747161 w 8105814"/>
              <a:gd name="connsiteY21" fmla="*/ 0 h 6631821"/>
              <a:gd name="connsiteX22" fmla="*/ 6928770 w 8105814"/>
              <a:gd name="connsiteY22" fmla="*/ 0 h 6631821"/>
              <a:gd name="connsiteX23" fmla="*/ 3840519 w 8105814"/>
              <a:gd name="connsiteY23" fmla="*/ 3028939 h 6631821"/>
              <a:gd name="connsiteX24" fmla="*/ 3749688 w 8105814"/>
              <a:gd name="connsiteY24" fmla="*/ 3028939 h 6631821"/>
              <a:gd name="connsiteX25" fmla="*/ 3749688 w 8105814"/>
              <a:gd name="connsiteY25" fmla="*/ 2939929 h 6631821"/>
              <a:gd name="connsiteX26" fmla="*/ 6383560 w 8105814"/>
              <a:gd name="connsiteY26" fmla="*/ 0 h 6631821"/>
              <a:gd name="connsiteX27" fmla="*/ 6565282 w 8105814"/>
              <a:gd name="connsiteY27" fmla="*/ 0 h 6631821"/>
              <a:gd name="connsiteX28" fmla="*/ 3749804 w 8105814"/>
              <a:gd name="connsiteY28" fmla="*/ 2761511 h 6631821"/>
              <a:gd name="connsiteX29" fmla="*/ 3749804 w 8105814"/>
              <a:gd name="connsiteY29" fmla="*/ 2583343 h 6631821"/>
              <a:gd name="connsiteX30" fmla="*/ 6020108 w 8105814"/>
              <a:gd name="connsiteY30" fmla="*/ 0 h 6631821"/>
              <a:gd name="connsiteX31" fmla="*/ 6201856 w 8105814"/>
              <a:gd name="connsiteY31" fmla="*/ 0 h 6631821"/>
              <a:gd name="connsiteX32" fmla="*/ 3749755 w 8105814"/>
              <a:gd name="connsiteY32" fmla="*/ 2404992 h 6631821"/>
              <a:gd name="connsiteX33" fmla="*/ 3749755 w 8105814"/>
              <a:gd name="connsiteY33" fmla="*/ 2226773 h 6631821"/>
              <a:gd name="connsiteX34" fmla="*/ 0 w 8105814"/>
              <a:gd name="connsiteY34" fmla="*/ 0 h 6631821"/>
              <a:gd name="connsiteX35" fmla="*/ 1350801 w 8105814"/>
              <a:gd name="connsiteY35" fmla="*/ 0 h 6631821"/>
              <a:gd name="connsiteX36" fmla="*/ 3621301 w 8105814"/>
              <a:gd name="connsiteY36" fmla="*/ 2226890 h 6631821"/>
              <a:gd name="connsiteX37" fmla="*/ 3621301 w 8105814"/>
              <a:gd name="connsiteY37" fmla="*/ 3028773 h 6631821"/>
              <a:gd name="connsiteX38" fmla="*/ 2803627 w 8105814"/>
              <a:gd name="connsiteY38" fmla="*/ 3028773 h 6631821"/>
              <a:gd name="connsiteX39" fmla="*/ 0 w 8105814"/>
              <a:gd name="connsiteY39" fmla="*/ 278970 h 663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8105814" h="6631821">
                <a:moveTo>
                  <a:pt x="3750085" y="3155376"/>
                </a:moveTo>
                <a:lnTo>
                  <a:pt x="4567925" y="3155376"/>
                </a:lnTo>
                <a:lnTo>
                  <a:pt x="7785217" y="6310882"/>
                </a:lnTo>
                <a:lnTo>
                  <a:pt x="7785046" y="6311053"/>
                </a:lnTo>
                <a:lnTo>
                  <a:pt x="8105814" y="6631821"/>
                </a:lnTo>
                <a:lnTo>
                  <a:pt x="6476964" y="6631821"/>
                </a:lnTo>
                <a:lnTo>
                  <a:pt x="3750085" y="3957210"/>
                </a:lnTo>
                <a:close/>
                <a:moveTo>
                  <a:pt x="2803412" y="3155029"/>
                </a:moveTo>
                <a:lnTo>
                  <a:pt x="3621252" y="3155029"/>
                </a:lnTo>
                <a:lnTo>
                  <a:pt x="3621252" y="3956863"/>
                </a:lnTo>
                <a:lnTo>
                  <a:pt x="893834" y="6631821"/>
                </a:lnTo>
                <a:lnTo>
                  <a:pt x="0" y="6631821"/>
                </a:lnTo>
                <a:lnTo>
                  <a:pt x="0" y="5904730"/>
                </a:lnTo>
                <a:close/>
                <a:moveTo>
                  <a:pt x="7474231" y="0"/>
                </a:moveTo>
                <a:lnTo>
                  <a:pt x="7655700" y="0"/>
                </a:lnTo>
                <a:lnTo>
                  <a:pt x="4567595" y="3028889"/>
                </a:lnTo>
                <a:lnTo>
                  <a:pt x="4386016" y="3028889"/>
                </a:lnTo>
                <a:close/>
                <a:moveTo>
                  <a:pt x="7110674" y="0"/>
                </a:moveTo>
                <a:lnTo>
                  <a:pt x="7292320" y="0"/>
                </a:lnTo>
                <a:lnTo>
                  <a:pt x="4204239" y="3028955"/>
                </a:lnTo>
                <a:lnTo>
                  <a:pt x="4022445" y="3028955"/>
                </a:lnTo>
                <a:close/>
                <a:moveTo>
                  <a:pt x="6747161" y="0"/>
                </a:moveTo>
                <a:lnTo>
                  <a:pt x="6928770" y="0"/>
                </a:lnTo>
                <a:lnTo>
                  <a:pt x="3840519" y="3028939"/>
                </a:lnTo>
                <a:lnTo>
                  <a:pt x="3749688" y="3028939"/>
                </a:lnTo>
                <a:lnTo>
                  <a:pt x="3749688" y="2939929"/>
                </a:lnTo>
                <a:close/>
                <a:moveTo>
                  <a:pt x="6383560" y="0"/>
                </a:moveTo>
                <a:lnTo>
                  <a:pt x="6565282" y="0"/>
                </a:lnTo>
                <a:lnTo>
                  <a:pt x="3749804" y="2761511"/>
                </a:lnTo>
                <a:lnTo>
                  <a:pt x="3749804" y="2583343"/>
                </a:lnTo>
                <a:close/>
                <a:moveTo>
                  <a:pt x="6020108" y="0"/>
                </a:moveTo>
                <a:lnTo>
                  <a:pt x="6201856" y="0"/>
                </a:lnTo>
                <a:lnTo>
                  <a:pt x="3749755" y="2404992"/>
                </a:lnTo>
                <a:lnTo>
                  <a:pt x="3749755" y="2226773"/>
                </a:lnTo>
                <a:close/>
                <a:moveTo>
                  <a:pt x="0" y="0"/>
                </a:moveTo>
                <a:lnTo>
                  <a:pt x="1350801" y="0"/>
                </a:lnTo>
                <a:lnTo>
                  <a:pt x="3621301" y="2226890"/>
                </a:lnTo>
                <a:lnTo>
                  <a:pt x="3621301" y="3028773"/>
                </a:lnTo>
                <a:lnTo>
                  <a:pt x="2803627" y="3028773"/>
                </a:lnTo>
                <a:lnTo>
                  <a:pt x="0" y="27897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1568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>
              <a:latin typeface="Inter-Bold" panose="02000803000000020004" pitchFamily="50" charset="0"/>
            </a:endParaRPr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90D158EE-E4F0-4A19-81CF-0583844EC27A}"/>
              </a:ext>
            </a:extLst>
          </p:cNvPr>
          <p:cNvSpPr/>
          <p:nvPr userDrawn="1"/>
        </p:nvSpPr>
        <p:spPr>
          <a:xfrm>
            <a:off x="3206664" y="2031200"/>
            <a:ext cx="5778671" cy="2358893"/>
          </a:xfrm>
          <a:custGeom>
            <a:avLst/>
            <a:gdLst>
              <a:gd name="connsiteX0" fmla="*/ 2732962 w 5778671"/>
              <a:gd name="connsiteY0" fmla="*/ 1854142 h 2358893"/>
              <a:gd name="connsiteX1" fmla="*/ 2714937 w 5778671"/>
              <a:gd name="connsiteY1" fmla="*/ 1969516 h 2358893"/>
              <a:gd name="connsiteX2" fmla="*/ 2732059 w 5778671"/>
              <a:gd name="connsiteY2" fmla="*/ 1969516 h 2358893"/>
              <a:gd name="connsiteX3" fmla="*/ 2822184 w 5778671"/>
              <a:gd name="connsiteY3" fmla="*/ 1912697 h 2358893"/>
              <a:gd name="connsiteX4" fmla="*/ 2751890 w 5778671"/>
              <a:gd name="connsiteY4" fmla="*/ 1854142 h 2358893"/>
              <a:gd name="connsiteX5" fmla="*/ 1582799 w 5778671"/>
              <a:gd name="connsiteY5" fmla="*/ 1854142 h 2358893"/>
              <a:gd name="connsiteX6" fmla="*/ 1563871 w 5778671"/>
              <a:gd name="connsiteY6" fmla="*/ 1972190 h 2358893"/>
              <a:gd name="connsiteX7" fmla="*/ 1588217 w 5778671"/>
              <a:gd name="connsiteY7" fmla="*/ 1972190 h 2358893"/>
              <a:gd name="connsiteX8" fmla="*/ 1688275 w 5778671"/>
              <a:gd name="connsiteY8" fmla="*/ 1909989 h 2358893"/>
              <a:gd name="connsiteX9" fmla="*/ 1606242 w 5778671"/>
              <a:gd name="connsiteY9" fmla="*/ 1854142 h 2358893"/>
              <a:gd name="connsiteX10" fmla="*/ 5321655 w 5778671"/>
              <a:gd name="connsiteY10" fmla="*/ 1668439 h 2358893"/>
              <a:gd name="connsiteX11" fmla="*/ 5778671 w 5778671"/>
              <a:gd name="connsiteY11" fmla="*/ 1668439 h 2358893"/>
              <a:gd name="connsiteX12" fmla="*/ 5749810 w 5778671"/>
              <a:gd name="connsiteY12" fmla="*/ 1854142 h 2358893"/>
              <a:gd name="connsiteX13" fmla="*/ 5541602 w 5778671"/>
              <a:gd name="connsiteY13" fmla="*/ 1854142 h 2358893"/>
              <a:gd name="connsiteX14" fmla="*/ 5530801 w 5778671"/>
              <a:gd name="connsiteY14" fmla="*/ 1919018 h 2358893"/>
              <a:gd name="connsiteX15" fmla="*/ 5720984 w 5778671"/>
              <a:gd name="connsiteY15" fmla="*/ 1919018 h 2358893"/>
              <a:gd name="connsiteX16" fmla="*/ 5693026 w 5778671"/>
              <a:gd name="connsiteY16" fmla="*/ 2095691 h 2358893"/>
              <a:gd name="connsiteX17" fmla="*/ 5502843 w 5778671"/>
              <a:gd name="connsiteY17" fmla="*/ 2095691 h 2358893"/>
              <a:gd name="connsiteX18" fmla="*/ 5492945 w 5778671"/>
              <a:gd name="connsiteY18" fmla="*/ 2162409 h 2358893"/>
              <a:gd name="connsiteX19" fmla="*/ 5708342 w 5778671"/>
              <a:gd name="connsiteY19" fmla="*/ 2162409 h 2358893"/>
              <a:gd name="connsiteX20" fmla="*/ 5678613 w 5778671"/>
              <a:gd name="connsiteY20" fmla="*/ 2348077 h 2358893"/>
              <a:gd name="connsiteX21" fmla="*/ 5214408 w 5778671"/>
              <a:gd name="connsiteY21" fmla="*/ 2348077 h 2358893"/>
              <a:gd name="connsiteX22" fmla="*/ 4016489 w 5778671"/>
              <a:gd name="connsiteY22" fmla="*/ 1668439 h 2358893"/>
              <a:gd name="connsiteX23" fmla="*/ 4253558 w 5778671"/>
              <a:gd name="connsiteY23" fmla="*/ 1668439 h 2358893"/>
              <a:gd name="connsiteX24" fmla="*/ 4415818 w 5778671"/>
              <a:gd name="connsiteY24" fmla="*/ 2045228 h 2358893"/>
              <a:gd name="connsiteX25" fmla="*/ 4423007 w 5778671"/>
              <a:gd name="connsiteY25" fmla="*/ 2045228 h 2358893"/>
              <a:gd name="connsiteX26" fmla="*/ 4430231 w 5778671"/>
              <a:gd name="connsiteY26" fmla="*/ 1872132 h 2358893"/>
              <a:gd name="connsiteX27" fmla="*/ 4461766 w 5778671"/>
              <a:gd name="connsiteY27" fmla="*/ 1668439 h 2358893"/>
              <a:gd name="connsiteX28" fmla="*/ 4697932 w 5778671"/>
              <a:gd name="connsiteY28" fmla="*/ 1668439 h 2358893"/>
              <a:gd name="connsiteX29" fmla="*/ 4590685 w 5778671"/>
              <a:gd name="connsiteY29" fmla="*/ 2348075 h 2358893"/>
              <a:gd name="connsiteX30" fmla="*/ 4354519 w 5778671"/>
              <a:gd name="connsiteY30" fmla="*/ 2348075 h 2358893"/>
              <a:gd name="connsiteX31" fmla="*/ 4194065 w 5778671"/>
              <a:gd name="connsiteY31" fmla="*/ 1991117 h 2358893"/>
              <a:gd name="connsiteX32" fmla="*/ 4186876 w 5778671"/>
              <a:gd name="connsiteY32" fmla="*/ 1991117 h 2358893"/>
              <a:gd name="connsiteX33" fmla="*/ 4180555 w 5778671"/>
              <a:gd name="connsiteY33" fmla="*/ 2127226 h 2358893"/>
              <a:gd name="connsiteX34" fmla="*/ 4145408 w 5778671"/>
              <a:gd name="connsiteY34" fmla="*/ 2348077 h 2358893"/>
              <a:gd name="connsiteX35" fmla="*/ 3909242 w 5778671"/>
              <a:gd name="connsiteY35" fmla="*/ 2348077 h 2358893"/>
              <a:gd name="connsiteX36" fmla="*/ 3490082 w 5778671"/>
              <a:gd name="connsiteY36" fmla="*/ 1668439 h 2358893"/>
              <a:gd name="connsiteX37" fmla="*/ 3947098 w 5778671"/>
              <a:gd name="connsiteY37" fmla="*/ 1668439 h 2358893"/>
              <a:gd name="connsiteX38" fmla="*/ 3918237 w 5778671"/>
              <a:gd name="connsiteY38" fmla="*/ 1854142 h 2358893"/>
              <a:gd name="connsiteX39" fmla="*/ 3710029 w 5778671"/>
              <a:gd name="connsiteY39" fmla="*/ 1854142 h 2358893"/>
              <a:gd name="connsiteX40" fmla="*/ 3699228 w 5778671"/>
              <a:gd name="connsiteY40" fmla="*/ 1919018 h 2358893"/>
              <a:gd name="connsiteX41" fmla="*/ 3889411 w 5778671"/>
              <a:gd name="connsiteY41" fmla="*/ 1919018 h 2358893"/>
              <a:gd name="connsiteX42" fmla="*/ 3861453 w 5778671"/>
              <a:gd name="connsiteY42" fmla="*/ 2095691 h 2358893"/>
              <a:gd name="connsiteX43" fmla="*/ 3671270 w 5778671"/>
              <a:gd name="connsiteY43" fmla="*/ 2095691 h 2358893"/>
              <a:gd name="connsiteX44" fmla="*/ 3661372 w 5778671"/>
              <a:gd name="connsiteY44" fmla="*/ 2162409 h 2358893"/>
              <a:gd name="connsiteX45" fmla="*/ 3876769 w 5778671"/>
              <a:gd name="connsiteY45" fmla="*/ 2162409 h 2358893"/>
              <a:gd name="connsiteX46" fmla="*/ 3847040 w 5778671"/>
              <a:gd name="connsiteY46" fmla="*/ 2348077 h 2358893"/>
              <a:gd name="connsiteX47" fmla="*/ 3382835 w 5778671"/>
              <a:gd name="connsiteY47" fmla="*/ 2348077 h 2358893"/>
              <a:gd name="connsiteX48" fmla="*/ 3168307 w 5778671"/>
              <a:gd name="connsiteY48" fmla="*/ 1668439 h 2358893"/>
              <a:gd name="connsiteX49" fmla="*/ 3415274 w 5778671"/>
              <a:gd name="connsiteY49" fmla="*/ 1668439 h 2358893"/>
              <a:gd name="connsiteX50" fmla="*/ 3308027 w 5778671"/>
              <a:gd name="connsiteY50" fmla="*/ 2348075 h 2358893"/>
              <a:gd name="connsiteX51" fmla="*/ 3061059 w 5778671"/>
              <a:gd name="connsiteY51" fmla="*/ 2348075 h 2358893"/>
              <a:gd name="connsiteX52" fmla="*/ 2520239 w 5778671"/>
              <a:gd name="connsiteY52" fmla="*/ 1668439 h 2358893"/>
              <a:gd name="connsiteX53" fmla="*/ 2818572 w 5778671"/>
              <a:gd name="connsiteY53" fmla="*/ 1668439 h 2358893"/>
              <a:gd name="connsiteX54" fmla="*/ 3064637 w 5778671"/>
              <a:gd name="connsiteY54" fmla="*/ 1904605 h 2358893"/>
              <a:gd name="connsiteX55" fmla="*/ 2905120 w 5778671"/>
              <a:gd name="connsiteY55" fmla="*/ 2081278 h 2358893"/>
              <a:gd name="connsiteX56" fmla="*/ 2904217 w 5778671"/>
              <a:gd name="connsiteY56" fmla="*/ 2086661 h 2358893"/>
              <a:gd name="connsiteX57" fmla="*/ 2939364 w 5778671"/>
              <a:gd name="connsiteY57" fmla="*/ 2127226 h 2358893"/>
              <a:gd name="connsiteX58" fmla="*/ 3052031 w 5778671"/>
              <a:gd name="connsiteY58" fmla="*/ 2348078 h 2358893"/>
              <a:gd name="connsiteX59" fmla="*/ 2767206 w 5778671"/>
              <a:gd name="connsiteY59" fmla="*/ 2348078 h 2358893"/>
              <a:gd name="connsiteX60" fmla="*/ 2693300 w 5778671"/>
              <a:gd name="connsiteY60" fmla="*/ 2129937 h 2358893"/>
              <a:gd name="connsiteX61" fmla="*/ 2688784 w 5778671"/>
              <a:gd name="connsiteY61" fmla="*/ 2129937 h 2358893"/>
              <a:gd name="connsiteX62" fmla="*/ 2654541 w 5778671"/>
              <a:gd name="connsiteY62" fmla="*/ 2348075 h 2358893"/>
              <a:gd name="connsiteX63" fmla="*/ 2412956 w 5778671"/>
              <a:gd name="connsiteY63" fmla="*/ 2348075 h 2358893"/>
              <a:gd name="connsiteX64" fmla="*/ 1990219 w 5778671"/>
              <a:gd name="connsiteY64" fmla="*/ 1668439 h 2358893"/>
              <a:gd name="connsiteX65" fmla="*/ 2447235 w 5778671"/>
              <a:gd name="connsiteY65" fmla="*/ 1668439 h 2358893"/>
              <a:gd name="connsiteX66" fmla="*/ 2418375 w 5778671"/>
              <a:gd name="connsiteY66" fmla="*/ 1854142 h 2358893"/>
              <a:gd name="connsiteX67" fmla="*/ 2210167 w 5778671"/>
              <a:gd name="connsiteY67" fmla="*/ 1854142 h 2358893"/>
              <a:gd name="connsiteX68" fmla="*/ 2199366 w 5778671"/>
              <a:gd name="connsiteY68" fmla="*/ 1919018 h 2358893"/>
              <a:gd name="connsiteX69" fmla="*/ 2389549 w 5778671"/>
              <a:gd name="connsiteY69" fmla="*/ 1919018 h 2358893"/>
              <a:gd name="connsiteX70" fmla="*/ 2361591 w 5778671"/>
              <a:gd name="connsiteY70" fmla="*/ 2095691 h 2358893"/>
              <a:gd name="connsiteX71" fmla="*/ 2171407 w 5778671"/>
              <a:gd name="connsiteY71" fmla="*/ 2095691 h 2358893"/>
              <a:gd name="connsiteX72" fmla="*/ 2161509 w 5778671"/>
              <a:gd name="connsiteY72" fmla="*/ 2162409 h 2358893"/>
              <a:gd name="connsiteX73" fmla="*/ 2376908 w 5778671"/>
              <a:gd name="connsiteY73" fmla="*/ 2162409 h 2358893"/>
              <a:gd name="connsiteX74" fmla="*/ 2347176 w 5778671"/>
              <a:gd name="connsiteY74" fmla="*/ 2348075 h 2358893"/>
              <a:gd name="connsiteX75" fmla="*/ 1882972 w 5778671"/>
              <a:gd name="connsiteY75" fmla="*/ 2348075 h 2358893"/>
              <a:gd name="connsiteX76" fmla="*/ 1373688 w 5778671"/>
              <a:gd name="connsiteY76" fmla="*/ 1668439 h 2358893"/>
              <a:gd name="connsiteX77" fmla="*/ 1686468 w 5778671"/>
              <a:gd name="connsiteY77" fmla="*/ 1668439 h 2358893"/>
              <a:gd name="connsiteX78" fmla="*/ 1923537 w 5778671"/>
              <a:gd name="connsiteY78" fmla="*/ 1918115 h 2358893"/>
              <a:gd name="connsiteX79" fmla="*/ 1663025 w 5778671"/>
              <a:gd name="connsiteY79" fmla="*/ 2143445 h 2358893"/>
              <a:gd name="connsiteX80" fmla="*/ 1536850 w 5778671"/>
              <a:gd name="connsiteY80" fmla="*/ 2143445 h 2358893"/>
              <a:gd name="connsiteX81" fmla="*/ 1504377 w 5778671"/>
              <a:gd name="connsiteY81" fmla="*/ 2348075 h 2358893"/>
              <a:gd name="connsiteX82" fmla="*/ 1266440 w 5778671"/>
              <a:gd name="connsiteY82" fmla="*/ 2348075 h 2358893"/>
              <a:gd name="connsiteX83" fmla="*/ 1327704 w 5778671"/>
              <a:gd name="connsiteY83" fmla="*/ 1668439 h 2358893"/>
              <a:gd name="connsiteX84" fmla="*/ 1065421 w 5778671"/>
              <a:gd name="connsiteY84" fmla="*/ 1986605 h 2358893"/>
              <a:gd name="connsiteX85" fmla="*/ 1250187 w 5778671"/>
              <a:gd name="connsiteY85" fmla="*/ 2348075 h 2358893"/>
              <a:gd name="connsiteX86" fmla="*/ 968975 w 5778671"/>
              <a:gd name="connsiteY86" fmla="*/ 2348075 h 2358893"/>
              <a:gd name="connsiteX87" fmla="*/ 913997 w 5778671"/>
              <a:gd name="connsiteY87" fmla="*/ 2203841 h 2358893"/>
              <a:gd name="connsiteX88" fmla="*/ 906773 w 5778671"/>
              <a:gd name="connsiteY88" fmla="*/ 2162410 h 2358893"/>
              <a:gd name="connsiteX89" fmla="*/ 899551 w 5778671"/>
              <a:gd name="connsiteY89" fmla="*/ 2162410 h 2358893"/>
              <a:gd name="connsiteX90" fmla="*/ 872531 w 5778671"/>
              <a:gd name="connsiteY90" fmla="*/ 2209261 h 2358893"/>
              <a:gd name="connsiteX91" fmla="*/ 775180 w 5778671"/>
              <a:gd name="connsiteY91" fmla="*/ 2348075 h 2358893"/>
              <a:gd name="connsiteX92" fmla="*/ 493934 w 5778671"/>
              <a:gd name="connsiteY92" fmla="*/ 2348075 h 2358893"/>
              <a:gd name="connsiteX93" fmla="*/ 789593 w 5778671"/>
              <a:gd name="connsiteY93" fmla="*/ 1986605 h 2358893"/>
              <a:gd name="connsiteX94" fmla="*/ 625562 w 5778671"/>
              <a:gd name="connsiteY94" fmla="*/ 1668440 h 2358893"/>
              <a:gd name="connsiteX95" fmla="*/ 904064 w 5778671"/>
              <a:gd name="connsiteY95" fmla="*/ 1668440 h 2358893"/>
              <a:gd name="connsiteX96" fmla="*/ 939211 w 5778671"/>
              <a:gd name="connsiteY96" fmla="*/ 1764886 h 2358893"/>
              <a:gd name="connsiteX97" fmla="*/ 951853 w 5778671"/>
              <a:gd name="connsiteY97" fmla="*/ 1820767 h 2358893"/>
              <a:gd name="connsiteX98" fmla="*/ 957236 w 5778671"/>
              <a:gd name="connsiteY98" fmla="*/ 1820767 h 2358893"/>
              <a:gd name="connsiteX99" fmla="*/ 987000 w 5778671"/>
              <a:gd name="connsiteY99" fmla="*/ 1764886 h 2358893"/>
              <a:gd name="connsiteX100" fmla="*/ 1049201 w 5778671"/>
              <a:gd name="connsiteY100" fmla="*/ 1668440 h 2358893"/>
              <a:gd name="connsiteX101" fmla="*/ 130689 w 5778671"/>
              <a:gd name="connsiteY101" fmla="*/ 1668439 h 2358893"/>
              <a:gd name="connsiteX102" fmla="*/ 587705 w 5778671"/>
              <a:gd name="connsiteY102" fmla="*/ 1668439 h 2358893"/>
              <a:gd name="connsiteX103" fmla="*/ 558845 w 5778671"/>
              <a:gd name="connsiteY103" fmla="*/ 1854142 h 2358893"/>
              <a:gd name="connsiteX104" fmla="*/ 350636 w 5778671"/>
              <a:gd name="connsiteY104" fmla="*/ 1854142 h 2358893"/>
              <a:gd name="connsiteX105" fmla="*/ 339835 w 5778671"/>
              <a:gd name="connsiteY105" fmla="*/ 1919018 h 2358893"/>
              <a:gd name="connsiteX106" fmla="*/ 530018 w 5778671"/>
              <a:gd name="connsiteY106" fmla="*/ 1919018 h 2358893"/>
              <a:gd name="connsiteX107" fmla="*/ 502060 w 5778671"/>
              <a:gd name="connsiteY107" fmla="*/ 2095691 h 2358893"/>
              <a:gd name="connsiteX108" fmla="*/ 311877 w 5778671"/>
              <a:gd name="connsiteY108" fmla="*/ 2095691 h 2358893"/>
              <a:gd name="connsiteX109" fmla="*/ 301979 w 5778671"/>
              <a:gd name="connsiteY109" fmla="*/ 2162409 h 2358893"/>
              <a:gd name="connsiteX110" fmla="*/ 517376 w 5778671"/>
              <a:gd name="connsiteY110" fmla="*/ 2162409 h 2358893"/>
              <a:gd name="connsiteX111" fmla="*/ 487647 w 5778671"/>
              <a:gd name="connsiteY111" fmla="*/ 2348075 h 2358893"/>
              <a:gd name="connsiteX112" fmla="*/ 23442 w 5778671"/>
              <a:gd name="connsiteY112" fmla="*/ 2348075 h 2358893"/>
              <a:gd name="connsiteX113" fmla="*/ 5102646 w 5778671"/>
              <a:gd name="connsiteY113" fmla="*/ 1657639 h 2358893"/>
              <a:gd name="connsiteX114" fmla="*/ 5264002 w 5778671"/>
              <a:gd name="connsiteY114" fmla="*/ 1685562 h 2358893"/>
              <a:gd name="connsiteX115" fmla="*/ 5230627 w 5778671"/>
              <a:gd name="connsiteY115" fmla="*/ 1944267 h 2358893"/>
              <a:gd name="connsiteX116" fmla="*/ 5096325 w 5778671"/>
              <a:gd name="connsiteY116" fmla="*/ 1875744 h 2358893"/>
              <a:gd name="connsiteX117" fmla="*/ 4941289 w 5778671"/>
              <a:gd name="connsiteY117" fmla="*/ 2008275 h 2358893"/>
              <a:gd name="connsiteX118" fmla="*/ 5031655 w 5778671"/>
              <a:gd name="connsiteY118" fmla="*/ 2139050 h 2358893"/>
              <a:gd name="connsiteX119" fmla="*/ 5057566 w 5778671"/>
              <a:gd name="connsiteY119" fmla="*/ 2140736 h 2358893"/>
              <a:gd name="connsiteX120" fmla="*/ 5209893 w 5778671"/>
              <a:gd name="connsiteY120" fmla="*/ 2077666 h 2358893"/>
              <a:gd name="connsiteX121" fmla="*/ 5162139 w 5778671"/>
              <a:gd name="connsiteY121" fmla="*/ 2331823 h 2358893"/>
              <a:gd name="connsiteX122" fmla="*/ 4981854 w 5778671"/>
              <a:gd name="connsiteY122" fmla="*/ 2358878 h 2358893"/>
              <a:gd name="connsiteX123" fmla="*/ 4691612 w 5778671"/>
              <a:gd name="connsiteY123" fmla="*/ 2014561 h 2358893"/>
              <a:gd name="connsiteX124" fmla="*/ 5102646 w 5778671"/>
              <a:gd name="connsiteY124" fmla="*/ 1657639 h 2358893"/>
              <a:gd name="connsiteX125" fmla="*/ 2968225 w 5778671"/>
              <a:gd name="connsiteY125" fmla="*/ 1065938 h 2358893"/>
              <a:gd name="connsiteX126" fmla="*/ 2889805 w 5778671"/>
              <a:gd name="connsiteY126" fmla="*/ 1273243 h 2358893"/>
              <a:gd name="connsiteX127" fmla="*/ 2988959 w 5778671"/>
              <a:gd name="connsiteY127" fmla="*/ 1273242 h 2358893"/>
              <a:gd name="connsiteX128" fmla="*/ 2979026 w 5778671"/>
              <a:gd name="connsiteY128" fmla="*/ 1153354 h 2358893"/>
              <a:gd name="connsiteX129" fmla="*/ 2977255 w 5778671"/>
              <a:gd name="connsiteY129" fmla="*/ 1065938 h 2358893"/>
              <a:gd name="connsiteX130" fmla="*/ 349734 w 5778671"/>
              <a:gd name="connsiteY130" fmla="*/ 1052427 h 2358893"/>
              <a:gd name="connsiteX131" fmla="*/ 308267 w 5778671"/>
              <a:gd name="connsiteY131" fmla="*/ 1315614 h 2358893"/>
              <a:gd name="connsiteX132" fmla="*/ 323582 w 5778671"/>
              <a:gd name="connsiteY132" fmla="*/ 1315614 h 2358893"/>
              <a:gd name="connsiteX133" fmla="*/ 488551 w 5778671"/>
              <a:gd name="connsiteY133" fmla="*/ 1188535 h 2358893"/>
              <a:gd name="connsiteX134" fmla="*/ 365051 w 5778671"/>
              <a:gd name="connsiteY134" fmla="*/ 1052427 h 2358893"/>
              <a:gd name="connsiteX135" fmla="*/ 3399992 w 5778671"/>
              <a:gd name="connsiteY135" fmla="*/ 839704 h 2358893"/>
              <a:gd name="connsiteX136" fmla="*/ 3646959 w 5778671"/>
              <a:gd name="connsiteY136" fmla="*/ 839704 h 2358893"/>
              <a:gd name="connsiteX137" fmla="*/ 3573956 w 5778671"/>
              <a:gd name="connsiteY137" fmla="*/ 1301201 h 2358893"/>
              <a:gd name="connsiteX138" fmla="*/ 3781261 w 5778671"/>
              <a:gd name="connsiteY138" fmla="*/ 1301201 h 2358893"/>
              <a:gd name="connsiteX139" fmla="*/ 3747017 w 5778671"/>
              <a:gd name="connsiteY139" fmla="*/ 1519342 h 2358893"/>
              <a:gd name="connsiteX140" fmla="*/ 3292710 w 5778671"/>
              <a:gd name="connsiteY140" fmla="*/ 1519342 h 2358893"/>
              <a:gd name="connsiteX141" fmla="*/ 2869070 w 5778671"/>
              <a:gd name="connsiteY141" fmla="*/ 839704 h 2358893"/>
              <a:gd name="connsiteX142" fmla="*/ 3142190 w 5778671"/>
              <a:gd name="connsiteY142" fmla="*/ 839704 h 2358893"/>
              <a:gd name="connsiteX143" fmla="*/ 3277395 w 5778671"/>
              <a:gd name="connsiteY143" fmla="*/ 1519342 h 2358893"/>
              <a:gd name="connsiteX144" fmla="*/ 3016014 w 5778671"/>
              <a:gd name="connsiteY144" fmla="*/ 1519342 h 2358893"/>
              <a:gd name="connsiteX145" fmla="*/ 3006984 w 5778671"/>
              <a:gd name="connsiteY145" fmla="*/ 1434599 h 2358893"/>
              <a:gd name="connsiteX146" fmla="*/ 2820413 w 5778671"/>
              <a:gd name="connsiteY146" fmla="*/ 1434599 h 2358893"/>
              <a:gd name="connsiteX147" fmla="*/ 2787037 w 5778671"/>
              <a:gd name="connsiteY147" fmla="*/ 1519342 h 2358893"/>
              <a:gd name="connsiteX148" fmla="*/ 2525657 w 5778671"/>
              <a:gd name="connsiteY148" fmla="*/ 1519342 h 2358893"/>
              <a:gd name="connsiteX149" fmla="*/ 2218294 w 5778671"/>
              <a:gd name="connsiteY149" fmla="*/ 839704 h 2358893"/>
              <a:gd name="connsiteX150" fmla="*/ 2737477 w 5778671"/>
              <a:gd name="connsiteY150" fmla="*/ 839704 h 2358893"/>
              <a:gd name="connsiteX151" fmla="*/ 2703199 w 5778671"/>
              <a:gd name="connsiteY151" fmla="*/ 1060520 h 2358893"/>
              <a:gd name="connsiteX152" fmla="*/ 2568029 w 5778671"/>
              <a:gd name="connsiteY152" fmla="*/ 1054233 h 2358893"/>
              <a:gd name="connsiteX153" fmla="*/ 2494088 w 5778671"/>
              <a:gd name="connsiteY153" fmla="*/ 1519342 h 2358893"/>
              <a:gd name="connsiteX154" fmla="*/ 2247120 w 5778671"/>
              <a:gd name="connsiteY154" fmla="*/ 1519342 h 2358893"/>
              <a:gd name="connsiteX155" fmla="*/ 2321026 w 5778671"/>
              <a:gd name="connsiteY155" fmla="*/ 1054233 h 2358893"/>
              <a:gd name="connsiteX156" fmla="*/ 2184015 w 5778671"/>
              <a:gd name="connsiteY156" fmla="*/ 1060519 h 2358893"/>
              <a:gd name="connsiteX157" fmla="*/ 1939757 w 5778671"/>
              <a:gd name="connsiteY157" fmla="*/ 839704 h 2358893"/>
              <a:gd name="connsiteX158" fmla="*/ 2186723 w 5778671"/>
              <a:gd name="connsiteY158" fmla="*/ 839704 h 2358893"/>
              <a:gd name="connsiteX159" fmla="*/ 2079476 w 5778671"/>
              <a:gd name="connsiteY159" fmla="*/ 1519342 h 2358893"/>
              <a:gd name="connsiteX160" fmla="*/ 1832509 w 5778671"/>
              <a:gd name="connsiteY160" fmla="*/ 1519342 h 2358893"/>
              <a:gd name="connsiteX161" fmla="*/ 845509 w 5778671"/>
              <a:gd name="connsiteY161" fmla="*/ 839704 h 2358893"/>
              <a:gd name="connsiteX162" fmla="*/ 1092476 w 5778671"/>
              <a:gd name="connsiteY162" fmla="*/ 839704 h 2358893"/>
              <a:gd name="connsiteX163" fmla="*/ 985194 w 5778671"/>
              <a:gd name="connsiteY163" fmla="*/ 1519342 h 2358893"/>
              <a:gd name="connsiteX164" fmla="*/ 738227 w 5778671"/>
              <a:gd name="connsiteY164" fmla="*/ 1519342 h 2358893"/>
              <a:gd name="connsiteX165" fmla="*/ 136107 w 5778671"/>
              <a:gd name="connsiteY165" fmla="*/ 839704 h 2358893"/>
              <a:gd name="connsiteX166" fmla="*/ 387590 w 5778671"/>
              <a:gd name="connsiteY166" fmla="*/ 839704 h 2358893"/>
              <a:gd name="connsiteX167" fmla="*/ 735518 w 5778671"/>
              <a:gd name="connsiteY167" fmla="*/ 1189439 h 2358893"/>
              <a:gd name="connsiteX168" fmla="*/ 341607 w 5778671"/>
              <a:gd name="connsiteY168" fmla="*/ 1519342 h 2358893"/>
              <a:gd name="connsiteX169" fmla="*/ 28860 w 5778671"/>
              <a:gd name="connsiteY169" fmla="*/ 1519342 h 2358893"/>
              <a:gd name="connsiteX170" fmla="*/ 1522401 w 5778671"/>
              <a:gd name="connsiteY170" fmla="*/ 828886 h 2358893"/>
              <a:gd name="connsiteX171" fmla="*/ 1828896 w 5778671"/>
              <a:gd name="connsiteY171" fmla="*/ 1003736 h 2358893"/>
              <a:gd name="connsiteX172" fmla="*/ 1584603 w 5778671"/>
              <a:gd name="connsiteY172" fmla="*/ 1088478 h 2358893"/>
              <a:gd name="connsiteX173" fmla="*/ 1498993 w 5778671"/>
              <a:gd name="connsiteY173" fmla="*/ 1036192 h 2358893"/>
              <a:gd name="connsiteX174" fmla="*/ 1336733 w 5778671"/>
              <a:gd name="connsiteY174" fmla="*/ 1193919 h 2358893"/>
              <a:gd name="connsiteX175" fmla="*/ 1441306 w 5778671"/>
              <a:gd name="connsiteY175" fmla="*/ 1339057 h 2358893"/>
              <a:gd name="connsiteX176" fmla="*/ 1550359 w 5778671"/>
              <a:gd name="connsiteY176" fmla="*/ 1279564 h 2358893"/>
              <a:gd name="connsiteX177" fmla="*/ 1438599 w 5778671"/>
              <a:gd name="connsiteY177" fmla="*/ 1279564 h 2358893"/>
              <a:gd name="connsiteX178" fmla="*/ 1463849 w 5778671"/>
              <a:gd name="connsiteY178" fmla="*/ 1119110 h 2358893"/>
              <a:gd name="connsiteX179" fmla="*/ 1845117 w 5778671"/>
              <a:gd name="connsiteY179" fmla="*/ 1119110 h 2358893"/>
              <a:gd name="connsiteX180" fmla="*/ 1717101 w 5778671"/>
              <a:gd name="connsiteY180" fmla="*/ 1409351 h 2358893"/>
              <a:gd name="connsiteX181" fmla="*/ 1409738 w 5778671"/>
              <a:gd name="connsiteY181" fmla="*/ 1530143 h 2358893"/>
              <a:gd name="connsiteX182" fmla="*/ 1089767 w 5778671"/>
              <a:gd name="connsiteY182" fmla="*/ 1184021 h 2358893"/>
              <a:gd name="connsiteX183" fmla="*/ 1522401 w 5778671"/>
              <a:gd name="connsiteY183" fmla="*/ 828886 h 2358893"/>
              <a:gd name="connsiteX184" fmla="*/ 1023953 w 5778671"/>
              <a:gd name="connsiteY184" fmla="*/ 218275 h 2358893"/>
              <a:gd name="connsiteX185" fmla="*/ 877044 w 5778671"/>
              <a:gd name="connsiteY185" fmla="*/ 348062 h 2358893"/>
              <a:gd name="connsiteX186" fmla="*/ 976199 w 5778671"/>
              <a:gd name="connsiteY186" fmla="*/ 483267 h 2358893"/>
              <a:gd name="connsiteX187" fmla="*/ 1005025 w 5778671"/>
              <a:gd name="connsiteY187" fmla="*/ 480576 h 2358893"/>
              <a:gd name="connsiteX188" fmla="*/ 958173 w 5778671"/>
              <a:gd name="connsiteY188" fmla="*/ 417488 h 2358893"/>
              <a:gd name="connsiteX189" fmla="*/ 1115884 w 5778671"/>
              <a:gd name="connsiteY189" fmla="*/ 388627 h 2358893"/>
              <a:gd name="connsiteX190" fmla="*/ 1129429 w 5778671"/>
              <a:gd name="connsiteY190" fmla="*/ 350771 h 2358893"/>
              <a:gd name="connsiteX191" fmla="*/ 1023953 w 5778671"/>
              <a:gd name="connsiteY191" fmla="*/ 218275 h 2358893"/>
              <a:gd name="connsiteX192" fmla="*/ 1980322 w 5778671"/>
              <a:gd name="connsiteY192" fmla="*/ 10970 h 2358893"/>
              <a:gd name="connsiteX193" fmla="*/ 2227289 w 5778671"/>
              <a:gd name="connsiteY193" fmla="*/ 10970 h 2358893"/>
              <a:gd name="connsiteX194" fmla="*/ 2120007 w 5778671"/>
              <a:gd name="connsiteY194" fmla="*/ 690590 h 2358893"/>
              <a:gd name="connsiteX195" fmla="*/ 1873040 w 5778671"/>
              <a:gd name="connsiteY195" fmla="*/ 690590 h 2358893"/>
              <a:gd name="connsiteX196" fmla="*/ 1492673 w 5778671"/>
              <a:gd name="connsiteY196" fmla="*/ 10970 h 2358893"/>
              <a:gd name="connsiteX197" fmla="*/ 1739640 w 5778671"/>
              <a:gd name="connsiteY197" fmla="*/ 10970 h 2358893"/>
              <a:gd name="connsiteX198" fmla="*/ 1666637 w 5778671"/>
              <a:gd name="connsiteY198" fmla="*/ 472466 h 2358893"/>
              <a:gd name="connsiteX199" fmla="*/ 1873942 w 5778671"/>
              <a:gd name="connsiteY199" fmla="*/ 472466 h 2358893"/>
              <a:gd name="connsiteX200" fmla="*/ 1839698 w 5778671"/>
              <a:gd name="connsiteY200" fmla="*/ 690590 h 2358893"/>
              <a:gd name="connsiteX201" fmla="*/ 1385426 w 5778671"/>
              <a:gd name="connsiteY201" fmla="*/ 690590 h 2358893"/>
              <a:gd name="connsiteX202" fmla="*/ 1058197 w 5778671"/>
              <a:gd name="connsiteY202" fmla="*/ 151 h 2358893"/>
              <a:gd name="connsiteX203" fmla="*/ 1377299 w 5778671"/>
              <a:gd name="connsiteY203" fmla="*/ 352577 h 2358893"/>
              <a:gd name="connsiteX204" fmla="*/ 1282659 w 5778671"/>
              <a:gd name="connsiteY204" fmla="*/ 558094 h 2358893"/>
              <a:gd name="connsiteX205" fmla="*/ 1365560 w 5778671"/>
              <a:gd name="connsiteY205" fmla="*/ 668953 h 2358893"/>
              <a:gd name="connsiteX206" fmla="*/ 1159158 w 5778671"/>
              <a:gd name="connsiteY206" fmla="*/ 750083 h 2358893"/>
              <a:gd name="connsiteX207" fmla="*/ 1124011 w 5778671"/>
              <a:gd name="connsiteY207" fmla="*/ 667164 h 2358893"/>
              <a:gd name="connsiteX208" fmla="*/ 933828 w 5778671"/>
              <a:gd name="connsiteY208" fmla="*/ 701408 h 2358893"/>
              <a:gd name="connsiteX209" fmla="*/ 627367 w 5778671"/>
              <a:gd name="connsiteY209" fmla="*/ 352577 h 2358893"/>
              <a:gd name="connsiteX210" fmla="*/ 1058197 w 5778671"/>
              <a:gd name="connsiteY210" fmla="*/ 151 h 2358893"/>
              <a:gd name="connsiteX211" fmla="*/ 419125 w 5778671"/>
              <a:gd name="connsiteY211" fmla="*/ 151 h 2358893"/>
              <a:gd name="connsiteX212" fmla="*/ 625562 w 5778671"/>
              <a:gd name="connsiteY212" fmla="*/ 59627 h 2358893"/>
              <a:gd name="connsiteX213" fmla="*/ 530922 w 5778671"/>
              <a:gd name="connsiteY213" fmla="*/ 233592 h 2358893"/>
              <a:gd name="connsiteX214" fmla="*/ 395719 w 5778671"/>
              <a:gd name="connsiteY214" fmla="*/ 182225 h 2358893"/>
              <a:gd name="connsiteX215" fmla="*/ 337129 w 5778671"/>
              <a:gd name="connsiteY215" fmla="*/ 218275 h 2358893"/>
              <a:gd name="connsiteX216" fmla="*/ 381271 w 5778671"/>
              <a:gd name="connsiteY216" fmla="*/ 251616 h 2358893"/>
              <a:gd name="connsiteX217" fmla="*/ 435381 w 5778671"/>
              <a:gd name="connsiteY217" fmla="*/ 264258 h 2358893"/>
              <a:gd name="connsiteX218" fmla="*/ 584998 w 5778671"/>
              <a:gd name="connsiteY218" fmla="*/ 458939 h 2358893"/>
              <a:gd name="connsiteX219" fmla="*/ 251483 w 5778671"/>
              <a:gd name="connsiteY219" fmla="*/ 701408 h 2358893"/>
              <a:gd name="connsiteX220" fmla="*/ 0 w 5778671"/>
              <a:gd name="connsiteY220" fmla="*/ 639206 h 2358893"/>
              <a:gd name="connsiteX221" fmla="*/ 106379 w 5778671"/>
              <a:gd name="connsiteY221" fmla="*/ 447217 h 2358893"/>
              <a:gd name="connsiteX222" fmla="*/ 117180 w 5778671"/>
              <a:gd name="connsiteY222" fmla="*/ 457150 h 2358893"/>
              <a:gd name="connsiteX223" fmla="*/ 261415 w 5778671"/>
              <a:gd name="connsiteY223" fmla="*/ 519335 h 2358893"/>
              <a:gd name="connsiteX224" fmla="*/ 330806 w 5778671"/>
              <a:gd name="connsiteY224" fmla="*/ 478770 h 2358893"/>
              <a:gd name="connsiteX225" fmla="*/ 282149 w 5778671"/>
              <a:gd name="connsiteY225" fmla="*/ 440913 h 2358893"/>
              <a:gd name="connsiteX226" fmla="*/ 233457 w 5778671"/>
              <a:gd name="connsiteY226" fmla="*/ 431901 h 2358893"/>
              <a:gd name="connsiteX227" fmla="*/ 84742 w 5778671"/>
              <a:gd name="connsiteY227" fmla="*/ 251616 h 2358893"/>
              <a:gd name="connsiteX228" fmla="*/ 419125 w 5778671"/>
              <a:gd name="connsiteY228" fmla="*/ 151 h 2358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</a:cxnLst>
            <a:rect l="l" t="t" r="r" b="b"/>
            <a:pathLst>
              <a:path w="5778671" h="2358893">
                <a:moveTo>
                  <a:pt x="2732962" y="1854142"/>
                </a:moveTo>
                <a:lnTo>
                  <a:pt x="2714937" y="1969516"/>
                </a:lnTo>
                <a:lnTo>
                  <a:pt x="2732059" y="1969516"/>
                </a:lnTo>
                <a:cubicBezTo>
                  <a:pt x="2772624" y="1969516"/>
                  <a:pt x="2814057" y="1963195"/>
                  <a:pt x="2822184" y="1912697"/>
                </a:cubicBezTo>
                <a:cubicBezTo>
                  <a:pt x="2830311" y="1860428"/>
                  <a:pt x="2794261" y="1854142"/>
                  <a:pt x="2751890" y="1854142"/>
                </a:cubicBezTo>
                <a:close/>
                <a:moveTo>
                  <a:pt x="1582799" y="1854142"/>
                </a:moveTo>
                <a:lnTo>
                  <a:pt x="1563871" y="1972190"/>
                </a:lnTo>
                <a:lnTo>
                  <a:pt x="1588217" y="1972190"/>
                </a:lnTo>
                <a:cubicBezTo>
                  <a:pt x="1631491" y="1972190"/>
                  <a:pt x="1679245" y="1965001"/>
                  <a:pt x="1688275" y="1909989"/>
                </a:cubicBezTo>
                <a:cubicBezTo>
                  <a:pt x="1696367" y="1856816"/>
                  <a:pt x="1646808" y="1854142"/>
                  <a:pt x="1606242" y="1854142"/>
                </a:cubicBezTo>
                <a:close/>
                <a:moveTo>
                  <a:pt x="5321655" y="1668439"/>
                </a:moveTo>
                <a:lnTo>
                  <a:pt x="5778671" y="1668439"/>
                </a:lnTo>
                <a:lnTo>
                  <a:pt x="5749810" y="1854142"/>
                </a:lnTo>
                <a:lnTo>
                  <a:pt x="5541602" y="1854142"/>
                </a:lnTo>
                <a:lnTo>
                  <a:pt x="5530801" y="1919018"/>
                </a:lnTo>
                <a:lnTo>
                  <a:pt x="5720984" y="1919018"/>
                </a:lnTo>
                <a:lnTo>
                  <a:pt x="5693026" y="2095691"/>
                </a:lnTo>
                <a:lnTo>
                  <a:pt x="5502843" y="2095691"/>
                </a:lnTo>
                <a:lnTo>
                  <a:pt x="5492945" y="2162409"/>
                </a:lnTo>
                <a:lnTo>
                  <a:pt x="5708342" y="2162409"/>
                </a:lnTo>
                <a:lnTo>
                  <a:pt x="5678613" y="2348077"/>
                </a:lnTo>
                <a:lnTo>
                  <a:pt x="5214408" y="2348077"/>
                </a:lnTo>
                <a:close/>
                <a:moveTo>
                  <a:pt x="4016489" y="1668439"/>
                </a:moveTo>
                <a:lnTo>
                  <a:pt x="4253558" y="1668439"/>
                </a:lnTo>
                <a:lnTo>
                  <a:pt x="4415818" y="2045228"/>
                </a:lnTo>
                <a:lnTo>
                  <a:pt x="4423007" y="2045228"/>
                </a:lnTo>
                <a:cubicBezTo>
                  <a:pt x="4420020" y="1987430"/>
                  <a:pt x="4422438" y="1929480"/>
                  <a:pt x="4430231" y="1872132"/>
                </a:cubicBezTo>
                <a:lnTo>
                  <a:pt x="4461766" y="1668439"/>
                </a:lnTo>
                <a:lnTo>
                  <a:pt x="4697932" y="1668439"/>
                </a:lnTo>
                <a:lnTo>
                  <a:pt x="4590685" y="2348075"/>
                </a:lnTo>
                <a:lnTo>
                  <a:pt x="4354519" y="2348075"/>
                </a:lnTo>
                <a:lnTo>
                  <a:pt x="4194065" y="1991117"/>
                </a:lnTo>
                <a:lnTo>
                  <a:pt x="4186876" y="1991117"/>
                </a:lnTo>
                <a:cubicBezTo>
                  <a:pt x="4188420" y="2036583"/>
                  <a:pt x="4186306" y="2082099"/>
                  <a:pt x="4180555" y="2127226"/>
                </a:cubicBezTo>
                <a:lnTo>
                  <a:pt x="4145408" y="2348077"/>
                </a:lnTo>
                <a:lnTo>
                  <a:pt x="3909242" y="2348077"/>
                </a:lnTo>
                <a:close/>
                <a:moveTo>
                  <a:pt x="3490082" y="1668439"/>
                </a:moveTo>
                <a:lnTo>
                  <a:pt x="3947098" y="1668439"/>
                </a:lnTo>
                <a:lnTo>
                  <a:pt x="3918237" y="1854142"/>
                </a:lnTo>
                <a:lnTo>
                  <a:pt x="3710029" y="1854142"/>
                </a:lnTo>
                <a:lnTo>
                  <a:pt x="3699228" y="1919018"/>
                </a:lnTo>
                <a:lnTo>
                  <a:pt x="3889411" y="1919018"/>
                </a:lnTo>
                <a:lnTo>
                  <a:pt x="3861453" y="2095691"/>
                </a:lnTo>
                <a:lnTo>
                  <a:pt x="3671270" y="2095691"/>
                </a:lnTo>
                <a:lnTo>
                  <a:pt x="3661372" y="2162409"/>
                </a:lnTo>
                <a:lnTo>
                  <a:pt x="3876769" y="2162409"/>
                </a:lnTo>
                <a:lnTo>
                  <a:pt x="3847040" y="2348077"/>
                </a:lnTo>
                <a:lnTo>
                  <a:pt x="3382835" y="2348077"/>
                </a:lnTo>
                <a:close/>
                <a:moveTo>
                  <a:pt x="3168307" y="1668439"/>
                </a:moveTo>
                <a:lnTo>
                  <a:pt x="3415274" y="1668439"/>
                </a:lnTo>
                <a:lnTo>
                  <a:pt x="3308027" y="2348075"/>
                </a:lnTo>
                <a:lnTo>
                  <a:pt x="3061059" y="2348075"/>
                </a:lnTo>
                <a:close/>
                <a:moveTo>
                  <a:pt x="2520239" y="1668439"/>
                </a:moveTo>
                <a:lnTo>
                  <a:pt x="2818572" y="1668439"/>
                </a:lnTo>
                <a:cubicBezTo>
                  <a:pt x="2971802" y="1668439"/>
                  <a:pt x="3091691" y="1733350"/>
                  <a:pt x="3064637" y="1904605"/>
                </a:cubicBezTo>
                <a:cubicBezTo>
                  <a:pt x="3048419" y="2007372"/>
                  <a:pt x="3001566" y="2050611"/>
                  <a:pt x="2905120" y="2081278"/>
                </a:cubicBezTo>
                <a:lnTo>
                  <a:pt x="2904217" y="2086661"/>
                </a:lnTo>
                <a:cubicBezTo>
                  <a:pt x="2918311" y="2097924"/>
                  <a:pt x="2930223" y="2111672"/>
                  <a:pt x="2939364" y="2127226"/>
                </a:cubicBezTo>
                <a:lnTo>
                  <a:pt x="3052031" y="2348078"/>
                </a:lnTo>
                <a:lnTo>
                  <a:pt x="2767206" y="2348078"/>
                </a:lnTo>
                <a:lnTo>
                  <a:pt x="2693300" y="2129937"/>
                </a:lnTo>
                <a:lnTo>
                  <a:pt x="2688784" y="2129937"/>
                </a:lnTo>
                <a:lnTo>
                  <a:pt x="2654541" y="2348075"/>
                </a:lnTo>
                <a:lnTo>
                  <a:pt x="2412956" y="2348075"/>
                </a:lnTo>
                <a:close/>
                <a:moveTo>
                  <a:pt x="1990219" y="1668439"/>
                </a:moveTo>
                <a:lnTo>
                  <a:pt x="2447235" y="1668439"/>
                </a:lnTo>
                <a:lnTo>
                  <a:pt x="2418375" y="1854142"/>
                </a:lnTo>
                <a:lnTo>
                  <a:pt x="2210167" y="1854142"/>
                </a:lnTo>
                <a:lnTo>
                  <a:pt x="2199366" y="1919018"/>
                </a:lnTo>
                <a:lnTo>
                  <a:pt x="2389549" y="1919018"/>
                </a:lnTo>
                <a:lnTo>
                  <a:pt x="2361591" y="2095691"/>
                </a:lnTo>
                <a:lnTo>
                  <a:pt x="2171407" y="2095691"/>
                </a:lnTo>
                <a:lnTo>
                  <a:pt x="2161509" y="2162409"/>
                </a:lnTo>
                <a:lnTo>
                  <a:pt x="2376908" y="2162409"/>
                </a:lnTo>
                <a:lnTo>
                  <a:pt x="2347176" y="2348075"/>
                </a:lnTo>
                <a:lnTo>
                  <a:pt x="1882972" y="2348075"/>
                </a:lnTo>
                <a:close/>
                <a:moveTo>
                  <a:pt x="1373688" y="1668439"/>
                </a:moveTo>
                <a:lnTo>
                  <a:pt x="1686468" y="1668439"/>
                </a:lnTo>
                <a:cubicBezTo>
                  <a:pt x="1845117" y="1668439"/>
                  <a:pt x="1949655" y="1749569"/>
                  <a:pt x="1923537" y="1918115"/>
                </a:cubicBezTo>
                <a:cubicBezTo>
                  <a:pt x="1909143" y="2049876"/>
                  <a:pt x="1795485" y="2148185"/>
                  <a:pt x="1663025" y="2143445"/>
                </a:cubicBezTo>
                <a:lnTo>
                  <a:pt x="1536850" y="2143445"/>
                </a:lnTo>
                <a:lnTo>
                  <a:pt x="1504377" y="2348075"/>
                </a:lnTo>
                <a:lnTo>
                  <a:pt x="1266440" y="2348075"/>
                </a:lnTo>
                <a:close/>
                <a:moveTo>
                  <a:pt x="1327704" y="1668439"/>
                </a:moveTo>
                <a:lnTo>
                  <a:pt x="1065421" y="1986605"/>
                </a:lnTo>
                <a:lnTo>
                  <a:pt x="1250187" y="2348075"/>
                </a:lnTo>
                <a:lnTo>
                  <a:pt x="968975" y="2348075"/>
                </a:lnTo>
                <a:lnTo>
                  <a:pt x="913997" y="2203841"/>
                </a:lnTo>
                <a:cubicBezTo>
                  <a:pt x="909338" y="2190519"/>
                  <a:pt x="906898" y="2176522"/>
                  <a:pt x="906773" y="2162410"/>
                </a:cubicBezTo>
                <a:lnTo>
                  <a:pt x="899551" y="2162410"/>
                </a:lnTo>
                <a:cubicBezTo>
                  <a:pt x="892110" y="2178878"/>
                  <a:pt x="883059" y="2194572"/>
                  <a:pt x="872531" y="2209261"/>
                </a:cubicBezTo>
                <a:lnTo>
                  <a:pt x="775180" y="2348075"/>
                </a:lnTo>
                <a:lnTo>
                  <a:pt x="493934" y="2348075"/>
                </a:lnTo>
                <a:lnTo>
                  <a:pt x="789593" y="1986605"/>
                </a:lnTo>
                <a:lnTo>
                  <a:pt x="625562" y="1668440"/>
                </a:lnTo>
                <a:lnTo>
                  <a:pt x="904064" y="1668440"/>
                </a:lnTo>
                <a:lnTo>
                  <a:pt x="939211" y="1764886"/>
                </a:lnTo>
                <a:cubicBezTo>
                  <a:pt x="945655" y="1782938"/>
                  <a:pt x="949899" y="1801700"/>
                  <a:pt x="951853" y="1820767"/>
                </a:cubicBezTo>
                <a:lnTo>
                  <a:pt x="957236" y="1820767"/>
                </a:lnTo>
                <a:cubicBezTo>
                  <a:pt x="964991" y="1801065"/>
                  <a:pt x="974977" y="1782316"/>
                  <a:pt x="987000" y="1764886"/>
                </a:cubicBezTo>
                <a:lnTo>
                  <a:pt x="1049201" y="1668440"/>
                </a:lnTo>
                <a:close/>
                <a:moveTo>
                  <a:pt x="130689" y="1668439"/>
                </a:moveTo>
                <a:lnTo>
                  <a:pt x="587705" y="1668439"/>
                </a:lnTo>
                <a:lnTo>
                  <a:pt x="558845" y="1854142"/>
                </a:lnTo>
                <a:lnTo>
                  <a:pt x="350636" y="1854142"/>
                </a:lnTo>
                <a:lnTo>
                  <a:pt x="339835" y="1919018"/>
                </a:lnTo>
                <a:lnTo>
                  <a:pt x="530018" y="1919018"/>
                </a:lnTo>
                <a:lnTo>
                  <a:pt x="502060" y="2095691"/>
                </a:lnTo>
                <a:lnTo>
                  <a:pt x="311877" y="2095691"/>
                </a:lnTo>
                <a:lnTo>
                  <a:pt x="301979" y="2162409"/>
                </a:lnTo>
                <a:lnTo>
                  <a:pt x="517376" y="2162409"/>
                </a:lnTo>
                <a:lnTo>
                  <a:pt x="487647" y="2348075"/>
                </a:lnTo>
                <a:lnTo>
                  <a:pt x="23442" y="2348075"/>
                </a:lnTo>
                <a:close/>
                <a:moveTo>
                  <a:pt x="5102646" y="1657639"/>
                </a:moveTo>
                <a:cubicBezTo>
                  <a:pt x="5157643" y="1657519"/>
                  <a:pt x="5212243" y="1666967"/>
                  <a:pt x="5264002" y="1685562"/>
                </a:cubicBezTo>
                <a:lnTo>
                  <a:pt x="5230627" y="1944267"/>
                </a:lnTo>
                <a:cubicBezTo>
                  <a:pt x="5197600" y="1903416"/>
                  <a:pt x="5148783" y="1878509"/>
                  <a:pt x="5096325" y="1875744"/>
                </a:cubicBezTo>
                <a:cubicBezTo>
                  <a:pt x="5019782" y="1877633"/>
                  <a:pt x="4955062" y="1932958"/>
                  <a:pt x="4941289" y="2008275"/>
                </a:cubicBezTo>
                <a:cubicBezTo>
                  <a:pt x="4930130" y="2069341"/>
                  <a:pt x="4970588" y="2127891"/>
                  <a:pt x="5031655" y="2139050"/>
                </a:cubicBezTo>
                <a:cubicBezTo>
                  <a:pt x="5040198" y="2140611"/>
                  <a:pt x="5048892" y="2141177"/>
                  <a:pt x="5057566" y="2140736"/>
                </a:cubicBezTo>
                <a:cubicBezTo>
                  <a:pt x="5114308" y="2138875"/>
                  <a:pt x="5168442" y="2116461"/>
                  <a:pt x="5209893" y="2077666"/>
                </a:cubicBezTo>
                <a:lnTo>
                  <a:pt x="5162139" y="2331823"/>
                </a:lnTo>
                <a:cubicBezTo>
                  <a:pt x="5103823" y="2350191"/>
                  <a:pt x="5042992" y="2359320"/>
                  <a:pt x="4981854" y="2358878"/>
                </a:cubicBezTo>
                <a:cubicBezTo>
                  <a:pt x="4788058" y="2358877"/>
                  <a:pt x="4660980" y="2208356"/>
                  <a:pt x="4691612" y="2014561"/>
                </a:cubicBezTo>
                <a:cubicBezTo>
                  <a:pt x="4725705" y="1812638"/>
                  <a:pt x="4897937" y="1663080"/>
                  <a:pt x="5102646" y="1657639"/>
                </a:cubicBezTo>
                <a:close/>
                <a:moveTo>
                  <a:pt x="2968225" y="1065938"/>
                </a:moveTo>
                <a:lnTo>
                  <a:pt x="2889805" y="1273243"/>
                </a:lnTo>
                <a:lnTo>
                  <a:pt x="2988959" y="1273242"/>
                </a:lnTo>
                <a:lnTo>
                  <a:pt x="2979026" y="1153354"/>
                </a:lnTo>
                <a:cubicBezTo>
                  <a:pt x="2976352" y="1124527"/>
                  <a:pt x="2977255" y="1094798"/>
                  <a:pt x="2977255" y="1065938"/>
                </a:cubicBezTo>
                <a:close/>
                <a:moveTo>
                  <a:pt x="349734" y="1052427"/>
                </a:moveTo>
                <a:lnTo>
                  <a:pt x="308267" y="1315614"/>
                </a:lnTo>
                <a:lnTo>
                  <a:pt x="323582" y="1315614"/>
                </a:lnTo>
                <a:cubicBezTo>
                  <a:pt x="405615" y="1315614"/>
                  <a:pt x="474138" y="1277758"/>
                  <a:pt x="488551" y="1188535"/>
                </a:cubicBezTo>
                <a:cubicBezTo>
                  <a:pt x="503868" y="1092992"/>
                  <a:pt x="455210" y="1052427"/>
                  <a:pt x="365051" y="1052427"/>
                </a:cubicBezTo>
                <a:close/>
                <a:moveTo>
                  <a:pt x="3399992" y="839704"/>
                </a:moveTo>
                <a:lnTo>
                  <a:pt x="3646959" y="839704"/>
                </a:lnTo>
                <a:lnTo>
                  <a:pt x="3573956" y="1301201"/>
                </a:lnTo>
                <a:lnTo>
                  <a:pt x="3781261" y="1301201"/>
                </a:lnTo>
                <a:lnTo>
                  <a:pt x="3747017" y="1519342"/>
                </a:lnTo>
                <a:lnTo>
                  <a:pt x="3292710" y="1519342"/>
                </a:lnTo>
                <a:close/>
                <a:moveTo>
                  <a:pt x="2869070" y="839704"/>
                </a:moveTo>
                <a:lnTo>
                  <a:pt x="3142190" y="839704"/>
                </a:lnTo>
                <a:lnTo>
                  <a:pt x="3277395" y="1519342"/>
                </a:lnTo>
                <a:lnTo>
                  <a:pt x="3016014" y="1519342"/>
                </a:lnTo>
                <a:lnTo>
                  <a:pt x="3006984" y="1434599"/>
                </a:lnTo>
                <a:lnTo>
                  <a:pt x="2820413" y="1434599"/>
                </a:lnTo>
                <a:lnTo>
                  <a:pt x="2787037" y="1519342"/>
                </a:lnTo>
                <a:lnTo>
                  <a:pt x="2525657" y="1519342"/>
                </a:lnTo>
                <a:close/>
                <a:moveTo>
                  <a:pt x="2218294" y="839704"/>
                </a:moveTo>
                <a:lnTo>
                  <a:pt x="2737477" y="839704"/>
                </a:lnTo>
                <a:lnTo>
                  <a:pt x="2703199" y="1060520"/>
                </a:lnTo>
                <a:lnTo>
                  <a:pt x="2568029" y="1054233"/>
                </a:lnTo>
                <a:lnTo>
                  <a:pt x="2494088" y="1519342"/>
                </a:lnTo>
                <a:lnTo>
                  <a:pt x="2247120" y="1519342"/>
                </a:lnTo>
                <a:lnTo>
                  <a:pt x="2321026" y="1054233"/>
                </a:lnTo>
                <a:lnTo>
                  <a:pt x="2184015" y="1060519"/>
                </a:lnTo>
                <a:close/>
                <a:moveTo>
                  <a:pt x="1939757" y="839704"/>
                </a:moveTo>
                <a:lnTo>
                  <a:pt x="2186723" y="839704"/>
                </a:lnTo>
                <a:lnTo>
                  <a:pt x="2079476" y="1519342"/>
                </a:lnTo>
                <a:lnTo>
                  <a:pt x="1832509" y="1519342"/>
                </a:lnTo>
                <a:close/>
                <a:moveTo>
                  <a:pt x="845509" y="839704"/>
                </a:moveTo>
                <a:lnTo>
                  <a:pt x="1092476" y="839704"/>
                </a:lnTo>
                <a:lnTo>
                  <a:pt x="985194" y="1519342"/>
                </a:lnTo>
                <a:lnTo>
                  <a:pt x="738227" y="1519342"/>
                </a:lnTo>
                <a:close/>
                <a:moveTo>
                  <a:pt x="136107" y="839704"/>
                </a:moveTo>
                <a:lnTo>
                  <a:pt x="387590" y="839704"/>
                </a:lnTo>
                <a:cubicBezTo>
                  <a:pt x="615629" y="839704"/>
                  <a:pt x="775180" y="939762"/>
                  <a:pt x="735518" y="1189439"/>
                </a:cubicBezTo>
                <a:cubicBezTo>
                  <a:pt x="707463" y="1383717"/>
                  <a:pt x="537793" y="1525817"/>
                  <a:pt x="341607" y="1519342"/>
                </a:cubicBezTo>
                <a:lnTo>
                  <a:pt x="28860" y="1519342"/>
                </a:lnTo>
                <a:close/>
                <a:moveTo>
                  <a:pt x="1522401" y="828886"/>
                </a:moveTo>
                <a:cubicBezTo>
                  <a:pt x="1640484" y="828886"/>
                  <a:pt x="1793714" y="887460"/>
                  <a:pt x="1828896" y="1003736"/>
                </a:cubicBezTo>
                <a:lnTo>
                  <a:pt x="1584603" y="1088478"/>
                </a:lnTo>
                <a:cubicBezTo>
                  <a:pt x="1570182" y="1054536"/>
                  <a:pt x="1535774" y="1033522"/>
                  <a:pt x="1498993" y="1036192"/>
                </a:cubicBezTo>
                <a:cubicBezTo>
                  <a:pt x="1410639" y="1036191"/>
                  <a:pt x="1350243" y="1111921"/>
                  <a:pt x="1336733" y="1193919"/>
                </a:cubicBezTo>
                <a:cubicBezTo>
                  <a:pt x="1325029" y="1268728"/>
                  <a:pt x="1361079" y="1339057"/>
                  <a:pt x="1441306" y="1339057"/>
                </a:cubicBezTo>
                <a:cubicBezTo>
                  <a:pt x="1485908" y="1341117"/>
                  <a:pt x="1527949" y="1318182"/>
                  <a:pt x="1550359" y="1279564"/>
                </a:cubicBezTo>
                <a:lnTo>
                  <a:pt x="1438599" y="1279564"/>
                </a:lnTo>
                <a:lnTo>
                  <a:pt x="1463849" y="1119110"/>
                </a:lnTo>
                <a:lnTo>
                  <a:pt x="1845117" y="1119110"/>
                </a:lnTo>
                <a:cubicBezTo>
                  <a:pt x="1826189" y="1229969"/>
                  <a:pt x="1811741" y="1322838"/>
                  <a:pt x="1717101" y="1409351"/>
                </a:cubicBezTo>
                <a:cubicBezTo>
                  <a:pt x="1632912" y="1485922"/>
                  <a:pt x="1523533" y="1528907"/>
                  <a:pt x="1409738" y="1530143"/>
                </a:cubicBezTo>
                <a:cubicBezTo>
                  <a:pt x="1202433" y="1530143"/>
                  <a:pt x="1055522" y="1402162"/>
                  <a:pt x="1089767" y="1184021"/>
                </a:cubicBezTo>
                <a:cubicBezTo>
                  <a:pt x="1124914" y="962285"/>
                  <a:pt x="1308812" y="828886"/>
                  <a:pt x="1522401" y="828886"/>
                </a:cubicBezTo>
                <a:close/>
                <a:moveTo>
                  <a:pt x="1023953" y="218275"/>
                </a:moveTo>
                <a:cubicBezTo>
                  <a:pt x="948905" y="217350"/>
                  <a:pt x="885379" y="273472"/>
                  <a:pt x="877044" y="348062"/>
                </a:cubicBezTo>
                <a:cubicBezTo>
                  <a:pt x="866208" y="419277"/>
                  <a:pt x="903161" y="483267"/>
                  <a:pt x="976199" y="483267"/>
                </a:cubicBezTo>
                <a:cubicBezTo>
                  <a:pt x="985886" y="483708"/>
                  <a:pt x="995587" y="482803"/>
                  <a:pt x="1005025" y="480576"/>
                </a:cubicBezTo>
                <a:lnTo>
                  <a:pt x="958173" y="417488"/>
                </a:lnTo>
                <a:lnTo>
                  <a:pt x="1115884" y="388627"/>
                </a:lnTo>
                <a:cubicBezTo>
                  <a:pt x="1122359" y="376798"/>
                  <a:pt x="1126929" y="364023"/>
                  <a:pt x="1129429" y="350771"/>
                </a:cubicBezTo>
                <a:cubicBezTo>
                  <a:pt x="1141133" y="275060"/>
                  <a:pt x="1096956" y="218275"/>
                  <a:pt x="1023953" y="218275"/>
                </a:cubicBezTo>
                <a:close/>
                <a:moveTo>
                  <a:pt x="1980322" y="10970"/>
                </a:moveTo>
                <a:lnTo>
                  <a:pt x="2227289" y="10970"/>
                </a:lnTo>
                <a:lnTo>
                  <a:pt x="2120007" y="690590"/>
                </a:lnTo>
                <a:lnTo>
                  <a:pt x="1873040" y="690590"/>
                </a:lnTo>
                <a:close/>
                <a:moveTo>
                  <a:pt x="1492673" y="10970"/>
                </a:moveTo>
                <a:lnTo>
                  <a:pt x="1739640" y="10970"/>
                </a:lnTo>
                <a:lnTo>
                  <a:pt x="1666637" y="472466"/>
                </a:lnTo>
                <a:lnTo>
                  <a:pt x="1873942" y="472466"/>
                </a:lnTo>
                <a:lnTo>
                  <a:pt x="1839698" y="690590"/>
                </a:lnTo>
                <a:lnTo>
                  <a:pt x="1385426" y="690590"/>
                </a:lnTo>
                <a:close/>
                <a:moveTo>
                  <a:pt x="1058197" y="151"/>
                </a:moveTo>
                <a:cubicBezTo>
                  <a:pt x="1273629" y="151"/>
                  <a:pt x="1412446" y="130841"/>
                  <a:pt x="1377299" y="352577"/>
                </a:cubicBezTo>
                <a:cubicBezTo>
                  <a:pt x="1366283" y="428791"/>
                  <a:pt x="1333410" y="500178"/>
                  <a:pt x="1282659" y="558094"/>
                </a:cubicBezTo>
                <a:lnTo>
                  <a:pt x="1365560" y="668953"/>
                </a:lnTo>
                <a:lnTo>
                  <a:pt x="1159158" y="750083"/>
                </a:lnTo>
                <a:lnTo>
                  <a:pt x="1124011" y="667164"/>
                </a:lnTo>
                <a:cubicBezTo>
                  <a:pt x="1063428" y="690772"/>
                  <a:pt x="998840" y="702402"/>
                  <a:pt x="933828" y="701408"/>
                </a:cubicBezTo>
                <a:cubicBezTo>
                  <a:pt x="728328" y="701408"/>
                  <a:pt x="594929" y="560785"/>
                  <a:pt x="627367" y="352577"/>
                </a:cubicBezTo>
                <a:cubicBezTo>
                  <a:pt x="663735" y="144532"/>
                  <a:pt x="847071" y="-5439"/>
                  <a:pt x="1058197" y="151"/>
                </a:cubicBezTo>
                <a:close/>
                <a:moveTo>
                  <a:pt x="419125" y="151"/>
                </a:moveTo>
                <a:cubicBezTo>
                  <a:pt x="492386" y="-1489"/>
                  <a:pt x="564404" y="19259"/>
                  <a:pt x="625562" y="59627"/>
                </a:cubicBezTo>
                <a:lnTo>
                  <a:pt x="530922" y="233592"/>
                </a:lnTo>
                <a:cubicBezTo>
                  <a:pt x="492880" y="201809"/>
                  <a:pt x="445268" y="183720"/>
                  <a:pt x="395719" y="182225"/>
                </a:cubicBezTo>
                <a:cubicBezTo>
                  <a:pt x="374082" y="182225"/>
                  <a:pt x="341609" y="190334"/>
                  <a:pt x="337129" y="218275"/>
                </a:cubicBezTo>
                <a:cubicBezTo>
                  <a:pt x="333517" y="243525"/>
                  <a:pt x="363246" y="247117"/>
                  <a:pt x="381271" y="251616"/>
                </a:cubicBezTo>
                <a:lnTo>
                  <a:pt x="435381" y="264258"/>
                </a:lnTo>
                <a:cubicBezTo>
                  <a:pt x="536307" y="287683"/>
                  <a:pt x="603024" y="343565"/>
                  <a:pt x="584998" y="458939"/>
                </a:cubicBezTo>
                <a:cubicBezTo>
                  <a:pt x="558846" y="621181"/>
                  <a:pt x="398427" y="701408"/>
                  <a:pt x="251483" y="701408"/>
                </a:cubicBezTo>
                <a:cubicBezTo>
                  <a:pt x="163895" y="701019"/>
                  <a:pt x="77670" y="679692"/>
                  <a:pt x="0" y="639206"/>
                </a:cubicBezTo>
                <a:lnTo>
                  <a:pt x="106379" y="447217"/>
                </a:lnTo>
                <a:lnTo>
                  <a:pt x="117180" y="457150"/>
                </a:lnTo>
                <a:cubicBezTo>
                  <a:pt x="155987" y="494893"/>
                  <a:pt x="207330" y="517029"/>
                  <a:pt x="261415" y="519335"/>
                </a:cubicBezTo>
                <a:cubicBezTo>
                  <a:pt x="285726" y="519335"/>
                  <a:pt x="326291" y="509419"/>
                  <a:pt x="330806" y="478770"/>
                </a:cubicBezTo>
                <a:cubicBezTo>
                  <a:pt x="336224" y="448120"/>
                  <a:pt x="303751" y="445411"/>
                  <a:pt x="282149" y="440913"/>
                </a:cubicBezTo>
                <a:lnTo>
                  <a:pt x="233457" y="431901"/>
                </a:lnTo>
                <a:cubicBezTo>
                  <a:pt x="139720" y="414779"/>
                  <a:pt x="67620" y="357995"/>
                  <a:pt x="84742" y="251616"/>
                </a:cubicBezTo>
                <a:cubicBezTo>
                  <a:pt x="109991" y="90294"/>
                  <a:pt x="271313" y="151"/>
                  <a:pt x="419125" y="151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3551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>
              <a:solidFill>
                <a:schemeClr val="accent1"/>
              </a:solidFill>
              <a:latin typeface="Inter-Bold" panose="02000803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749148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82355FEE-FE80-46EA-97E1-1EF2526A38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91" y="113090"/>
            <a:ext cx="11965818" cy="6631820"/>
          </a:xfrm>
          <a:prstGeom prst="rect">
            <a:avLst/>
          </a:prstGeom>
        </p:spPr>
      </p:pic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48A010FE-1E13-4DB3-81D4-507ED95E7EE3}"/>
              </a:ext>
            </a:extLst>
          </p:cNvPr>
          <p:cNvSpPr/>
          <p:nvPr userDrawn="1"/>
        </p:nvSpPr>
        <p:spPr>
          <a:xfrm>
            <a:off x="113091" y="113090"/>
            <a:ext cx="8105814" cy="6631821"/>
          </a:xfrm>
          <a:custGeom>
            <a:avLst/>
            <a:gdLst>
              <a:gd name="connsiteX0" fmla="*/ 3750085 w 8105814"/>
              <a:gd name="connsiteY0" fmla="*/ 3155376 h 6631821"/>
              <a:gd name="connsiteX1" fmla="*/ 4567925 w 8105814"/>
              <a:gd name="connsiteY1" fmla="*/ 3155376 h 6631821"/>
              <a:gd name="connsiteX2" fmla="*/ 7785217 w 8105814"/>
              <a:gd name="connsiteY2" fmla="*/ 6310882 h 6631821"/>
              <a:gd name="connsiteX3" fmla="*/ 7785046 w 8105814"/>
              <a:gd name="connsiteY3" fmla="*/ 6311053 h 6631821"/>
              <a:gd name="connsiteX4" fmla="*/ 8105814 w 8105814"/>
              <a:gd name="connsiteY4" fmla="*/ 6631821 h 6631821"/>
              <a:gd name="connsiteX5" fmla="*/ 6476964 w 8105814"/>
              <a:gd name="connsiteY5" fmla="*/ 6631821 h 6631821"/>
              <a:gd name="connsiteX6" fmla="*/ 3750085 w 8105814"/>
              <a:gd name="connsiteY6" fmla="*/ 3957210 h 6631821"/>
              <a:gd name="connsiteX7" fmla="*/ 2803412 w 8105814"/>
              <a:gd name="connsiteY7" fmla="*/ 3155029 h 6631821"/>
              <a:gd name="connsiteX8" fmla="*/ 3621252 w 8105814"/>
              <a:gd name="connsiteY8" fmla="*/ 3155029 h 6631821"/>
              <a:gd name="connsiteX9" fmla="*/ 3621252 w 8105814"/>
              <a:gd name="connsiteY9" fmla="*/ 3956863 h 6631821"/>
              <a:gd name="connsiteX10" fmla="*/ 893834 w 8105814"/>
              <a:gd name="connsiteY10" fmla="*/ 6631821 h 6631821"/>
              <a:gd name="connsiteX11" fmla="*/ 0 w 8105814"/>
              <a:gd name="connsiteY11" fmla="*/ 6631821 h 6631821"/>
              <a:gd name="connsiteX12" fmla="*/ 0 w 8105814"/>
              <a:gd name="connsiteY12" fmla="*/ 5904730 h 6631821"/>
              <a:gd name="connsiteX13" fmla="*/ 7474231 w 8105814"/>
              <a:gd name="connsiteY13" fmla="*/ 0 h 6631821"/>
              <a:gd name="connsiteX14" fmla="*/ 7655700 w 8105814"/>
              <a:gd name="connsiteY14" fmla="*/ 0 h 6631821"/>
              <a:gd name="connsiteX15" fmla="*/ 4567595 w 8105814"/>
              <a:gd name="connsiteY15" fmla="*/ 3028889 h 6631821"/>
              <a:gd name="connsiteX16" fmla="*/ 4386016 w 8105814"/>
              <a:gd name="connsiteY16" fmla="*/ 3028889 h 6631821"/>
              <a:gd name="connsiteX17" fmla="*/ 7110674 w 8105814"/>
              <a:gd name="connsiteY17" fmla="*/ 0 h 6631821"/>
              <a:gd name="connsiteX18" fmla="*/ 7292320 w 8105814"/>
              <a:gd name="connsiteY18" fmla="*/ 0 h 6631821"/>
              <a:gd name="connsiteX19" fmla="*/ 4204239 w 8105814"/>
              <a:gd name="connsiteY19" fmla="*/ 3028955 h 6631821"/>
              <a:gd name="connsiteX20" fmla="*/ 4022445 w 8105814"/>
              <a:gd name="connsiteY20" fmla="*/ 3028955 h 6631821"/>
              <a:gd name="connsiteX21" fmla="*/ 6747161 w 8105814"/>
              <a:gd name="connsiteY21" fmla="*/ 0 h 6631821"/>
              <a:gd name="connsiteX22" fmla="*/ 6928770 w 8105814"/>
              <a:gd name="connsiteY22" fmla="*/ 0 h 6631821"/>
              <a:gd name="connsiteX23" fmla="*/ 3840519 w 8105814"/>
              <a:gd name="connsiteY23" fmla="*/ 3028939 h 6631821"/>
              <a:gd name="connsiteX24" fmla="*/ 3749688 w 8105814"/>
              <a:gd name="connsiteY24" fmla="*/ 3028939 h 6631821"/>
              <a:gd name="connsiteX25" fmla="*/ 3749688 w 8105814"/>
              <a:gd name="connsiteY25" fmla="*/ 2939929 h 6631821"/>
              <a:gd name="connsiteX26" fmla="*/ 6383560 w 8105814"/>
              <a:gd name="connsiteY26" fmla="*/ 0 h 6631821"/>
              <a:gd name="connsiteX27" fmla="*/ 6565282 w 8105814"/>
              <a:gd name="connsiteY27" fmla="*/ 0 h 6631821"/>
              <a:gd name="connsiteX28" fmla="*/ 3749804 w 8105814"/>
              <a:gd name="connsiteY28" fmla="*/ 2761511 h 6631821"/>
              <a:gd name="connsiteX29" fmla="*/ 3749804 w 8105814"/>
              <a:gd name="connsiteY29" fmla="*/ 2583343 h 6631821"/>
              <a:gd name="connsiteX30" fmla="*/ 6020108 w 8105814"/>
              <a:gd name="connsiteY30" fmla="*/ 0 h 6631821"/>
              <a:gd name="connsiteX31" fmla="*/ 6201856 w 8105814"/>
              <a:gd name="connsiteY31" fmla="*/ 0 h 6631821"/>
              <a:gd name="connsiteX32" fmla="*/ 3749755 w 8105814"/>
              <a:gd name="connsiteY32" fmla="*/ 2404992 h 6631821"/>
              <a:gd name="connsiteX33" fmla="*/ 3749755 w 8105814"/>
              <a:gd name="connsiteY33" fmla="*/ 2226773 h 6631821"/>
              <a:gd name="connsiteX34" fmla="*/ 0 w 8105814"/>
              <a:gd name="connsiteY34" fmla="*/ 0 h 6631821"/>
              <a:gd name="connsiteX35" fmla="*/ 1350801 w 8105814"/>
              <a:gd name="connsiteY35" fmla="*/ 0 h 6631821"/>
              <a:gd name="connsiteX36" fmla="*/ 3621301 w 8105814"/>
              <a:gd name="connsiteY36" fmla="*/ 2226890 h 6631821"/>
              <a:gd name="connsiteX37" fmla="*/ 3621301 w 8105814"/>
              <a:gd name="connsiteY37" fmla="*/ 3028773 h 6631821"/>
              <a:gd name="connsiteX38" fmla="*/ 2803627 w 8105814"/>
              <a:gd name="connsiteY38" fmla="*/ 3028773 h 6631821"/>
              <a:gd name="connsiteX39" fmla="*/ 0 w 8105814"/>
              <a:gd name="connsiteY39" fmla="*/ 278970 h 663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8105814" h="6631821">
                <a:moveTo>
                  <a:pt x="3750085" y="3155376"/>
                </a:moveTo>
                <a:lnTo>
                  <a:pt x="4567925" y="3155376"/>
                </a:lnTo>
                <a:lnTo>
                  <a:pt x="7785217" y="6310882"/>
                </a:lnTo>
                <a:lnTo>
                  <a:pt x="7785046" y="6311053"/>
                </a:lnTo>
                <a:lnTo>
                  <a:pt x="8105814" y="6631821"/>
                </a:lnTo>
                <a:lnTo>
                  <a:pt x="6476964" y="6631821"/>
                </a:lnTo>
                <a:lnTo>
                  <a:pt x="3750085" y="3957210"/>
                </a:lnTo>
                <a:close/>
                <a:moveTo>
                  <a:pt x="2803412" y="3155029"/>
                </a:moveTo>
                <a:lnTo>
                  <a:pt x="3621252" y="3155029"/>
                </a:lnTo>
                <a:lnTo>
                  <a:pt x="3621252" y="3956863"/>
                </a:lnTo>
                <a:lnTo>
                  <a:pt x="893834" y="6631821"/>
                </a:lnTo>
                <a:lnTo>
                  <a:pt x="0" y="6631821"/>
                </a:lnTo>
                <a:lnTo>
                  <a:pt x="0" y="5904730"/>
                </a:lnTo>
                <a:close/>
                <a:moveTo>
                  <a:pt x="7474231" y="0"/>
                </a:moveTo>
                <a:lnTo>
                  <a:pt x="7655700" y="0"/>
                </a:lnTo>
                <a:lnTo>
                  <a:pt x="4567595" y="3028889"/>
                </a:lnTo>
                <a:lnTo>
                  <a:pt x="4386016" y="3028889"/>
                </a:lnTo>
                <a:close/>
                <a:moveTo>
                  <a:pt x="7110674" y="0"/>
                </a:moveTo>
                <a:lnTo>
                  <a:pt x="7292320" y="0"/>
                </a:lnTo>
                <a:lnTo>
                  <a:pt x="4204239" y="3028955"/>
                </a:lnTo>
                <a:lnTo>
                  <a:pt x="4022445" y="3028955"/>
                </a:lnTo>
                <a:close/>
                <a:moveTo>
                  <a:pt x="6747161" y="0"/>
                </a:moveTo>
                <a:lnTo>
                  <a:pt x="6928770" y="0"/>
                </a:lnTo>
                <a:lnTo>
                  <a:pt x="3840519" y="3028939"/>
                </a:lnTo>
                <a:lnTo>
                  <a:pt x="3749688" y="3028939"/>
                </a:lnTo>
                <a:lnTo>
                  <a:pt x="3749688" y="2939929"/>
                </a:lnTo>
                <a:close/>
                <a:moveTo>
                  <a:pt x="6383560" y="0"/>
                </a:moveTo>
                <a:lnTo>
                  <a:pt x="6565282" y="0"/>
                </a:lnTo>
                <a:lnTo>
                  <a:pt x="3749804" y="2761511"/>
                </a:lnTo>
                <a:lnTo>
                  <a:pt x="3749804" y="2583343"/>
                </a:lnTo>
                <a:close/>
                <a:moveTo>
                  <a:pt x="6020108" y="0"/>
                </a:moveTo>
                <a:lnTo>
                  <a:pt x="6201856" y="0"/>
                </a:lnTo>
                <a:lnTo>
                  <a:pt x="3749755" y="2404992"/>
                </a:lnTo>
                <a:lnTo>
                  <a:pt x="3749755" y="2226773"/>
                </a:lnTo>
                <a:close/>
                <a:moveTo>
                  <a:pt x="0" y="0"/>
                </a:moveTo>
                <a:lnTo>
                  <a:pt x="1350801" y="0"/>
                </a:lnTo>
                <a:lnTo>
                  <a:pt x="3621301" y="2226890"/>
                </a:lnTo>
                <a:lnTo>
                  <a:pt x="3621301" y="3028773"/>
                </a:lnTo>
                <a:lnTo>
                  <a:pt x="2803627" y="3028773"/>
                </a:lnTo>
                <a:lnTo>
                  <a:pt x="0" y="27897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1568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>
              <a:latin typeface="Inter-Bold" panose="02000803000000020004" pitchFamily="50" charset="0"/>
            </a:endParaRPr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90D158EE-E4F0-4A19-81CF-0583844EC27A}"/>
              </a:ext>
            </a:extLst>
          </p:cNvPr>
          <p:cNvSpPr/>
          <p:nvPr userDrawn="1"/>
        </p:nvSpPr>
        <p:spPr>
          <a:xfrm>
            <a:off x="3206664" y="2031200"/>
            <a:ext cx="5778671" cy="2358893"/>
          </a:xfrm>
          <a:custGeom>
            <a:avLst/>
            <a:gdLst>
              <a:gd name="connsiteX0" fmla="*/ 2732962 w 5778671"/>
              <a:gd name="connsiteY0" fmla="*/ 1854142 h 2358893"/>
              <a:gd name="connsiteX1" fmla="*/ 2714937 w 5778671"/>
              <a:gd name="connsiteY1" fmla="*/ 1969516 h 2358893"/>
              <a:gd name="connsiteX2" fmla="*/ 2732059 w 5778671"/>
              <a:gd name="connsiteY2" fmla="*/ 1969516 h 2358893"/>
              <a:gd name="connsiteX3" fmla="*/ 2822184 w 5778671"/>
              <a:gd name="connsiteY3" fmla="*/ 1912697 h 2358893"/>
              <a:gd name="connsiteX4" fmla="*/ 2751890 w 5778671"/>
              <a:gd name="connsiteY4" fmla="*/ 1854142 h 2358893"/>
              <a:gd name="connsiteX5" fmla="*/ 1582799 w 5778671"/>
              <a:gd name="connsiteY5" fmla="*/ 1854142 h 2358893"/>
              <a:gd name="connsiteX6" fmla="*/ 1563871 w 5778671"/>
              <a:gd name="connsiteY6" fmla="*/ 1972190 h 2358893"/>
              <a:gd name="connsiteX7" fmla="*/ 1588217 w 5778671"/>
              <a:gd name="connsiteY7" fmla="*/ 1972190 h 2358893"/>
              <a:gd name="connsiteX8" fmla="*/ 1688275 w 5778671"/>
              <a:gd name="connsiteY8" fmla="*/ 1909989 h 2358893"/>
              <a:gd name="connsiteX9" fmla="*/ 1606242 w 5778671"/>
              <a:gd name="connsiteY9" fmla="*/ 1854142 h 2358893"/>
              <a:gd name="connsiteX10" fmla="*/ 5321655 w 5778671"/>
              <a:gd name="connsiteY10" fmla="*/ 1668439 h 2358893"/>
              <a:gd name="connsiteX11" fmla="*/ 5778671 w 5778671"/>
              <a:gd name="connsiteY11" fmla="*/ 1668439 h 2358893"/>
              <a:gd name="connsiteX12" fmla="*/ 5749810 w 5778671"/>
              <a:gd name="connsiteY12" fmla="*/ 1854142 h 2358893"/>
              <a:gd name="connsiteX13" fmla="*/ 5541602 w 5778671"/>
              <a:gd name="connsiteY13" fmla="*/ 1854142 h 2358893"/>
              <a:gd name="connsiteX14" fmla="*/ 5530801 w 5778671"/>
              <a:gd name="connsiteY14" fmla="*/ 1919018 h 2358893"/>
              <a:gd name="connsiteX15" fmla="*/ 5720984 w 5778671"/>
              <a:gd name="connsiteY15" fmla="*/ 1919018 h 2358893"/>
              <a:gd name="connsiteX16" fmla="*/ 5693026 w 5778671"/>
              <a:gd name="connsiteY16" fmla="*/ 2095691 h 2358893"/>
              <a:gd name="connsiteX17" fmla="*/ 5502843 w 5778671"/>
              <a:gd name="connsiteY17" fmla="*/ 2095691 h 2358893"/>
              <a:gd name="connsiteX18" fmla="*/ 5492945 w 5778671"/>
              <a:gd name="connsiteY18" fmla="*/ 2162409 h 2358893"/>
              <a:gd name="connsiteX19" fmla="*/ 5708342 w 5778671"/>
              <a:gd name="connsiteY19" fmla="*/ 2162409 h 2358893"/>
              <a:gd name="connsiteX20" fmla="*/ 5678613 w 5778671"/>
              <a:gd name="connsiteY20" fmla="*/ 2348077 h 2358893"/>
              <a:gd name="connsiteX21" fmla="*/ 5214408 w 5778671"/>
              <a:gd name="connsiteY21" fmla="*/ 2348077 h 2358893"/>
              <a:gd name="connsiteX22" fmla="*/ 4016489 w 5778671"/>
              <a:gd name="connsiteY22" fmla="*/ 1668439 h 2358893"/>
              <a:gd name="connsiteX23" fmla="*/ 4253558 w 5778671"/>
              <a:gd name="connsiteY23" fmla="*/ 1668439 h 2358893"/>
              <a:gd name="connsiteX24" fmla="*/ 4415818 w 5778671"/>
              <a:gd name="connsiteY24" fmla="*/ 2045228 h 2358893"/>
              <a:gd name="connsiteX25" fmla="*/ 4423007 w 5778671"/>
              <a:gd name="connsiteY25" fmla="*/ 2045228 h 2358893"/>
              <a:gd name="connsiteX26" fmla="*/ 4430231 w 5778671"/>
              <a:gd name="connsiteY26" fmla="*/ 1872132 h 2358893"/>
              <a:gd name="connsiteX27" fmla="*/ 4461766 w 5778671"/>
              <a:gd name="connsiteY27" fmla="*/ 1668439 h 2358893"/>
              <a:gd name="connsiteX28" fmla="*/ 4697932 w 5778671"/>
              <a:gd name="connsiteY28" fmla="*/ 1668439 h 2358893"/>
              <a:gd name="connsiteX29" fmla="*/ 4590685 w 5778671"/>
              <a:gd name="connsiteY29" fmla="*/ 2348075 h 2358893"/>
              <a:gd name="connsiteX30" fmla="*/ 4354519 w 5778671"/>
              <a:gd name="connsiteY30" fmla="*/ 2348075 h 2358893"/>
              <a:gd name="connsiteX31" fmla="*/ 4194065 w 5778671"/>
              <a:gd name="connsiteY31" fmla="*/ 1991117 h 2358893"/>
              <a:gd name="connsiteX32" fmla="*/ 4186876 w 5778671"/>
              <a:gd name="connsiteY32" fmla="*/ 1991117 h 2358893"/>
              <a:gd name="connsiteX33" fmla="*/ 4180555 w 5778671"/>
              <a:gd name="connsiteY33" fmla="*/ 2127226 h 2358893"/>
              <a:gd name="connsiteX34" fmla="*/ 4145408 w 5778671"/>
              <a:gd name="connsiteY34" fmla="*/ 2348077 h 2358893"/>
              <a:gd name="connsiteX35" fmla="*/ 3909242 w 5778671"/>
              <a:gd name="connsiteY35" fmla="*/ 2348077 h 2358893"/>
              <a:gd name="connsiteX36" fmla="*/ 3490082 w 5778671"/>
              <a:gd name="connsiteY36" fmla="*/ 1668439 h 2358893"/>
              <a:gd name="connsiteX37" fmla="*/ 3947098 w 5778671"/>
              <a:gd name="connsiteY37" fmla="*/ 1668439 h 2358893"/>
              <a:gd name="connsiteX38" fmla="*/ 3918237 w 5778671"/>
              <a:gd name="connsiteY38" fmla="*/ 1854142 h 2358893"/>
              <a:gd name="connsiteX39" fmla="*/ 3710029 w 5778671"/>
              <a:gd name="connsiteY39" fmla="*/ 1854142 h 2358893"/>
              <a:gd name="connsiteX40" fmla="*/ 3699228 w 5778671"/>
              <a:gd name="connsiteY40" fmla="*/ 1919018 h 2358893"/>
              <a:gd name="connsiteX41" fmla="*/ 3889411 w 5778671"/>
              <a:gd name="connsiteY41" fmla="*/ 1919018 h 2358893"/>
              <a:gd name="connsiteX42" fmla="*/ 3861453 w 5778671"/>
              <a:gd name="connsiteY42" fmla="*/ 2095691 h 2358893"/>
              <a:gd name="connsiteX43" fmla="*/ 3671270 w 5778671"/>
              <a:gd name="connsiteY43" fmla="*/ 2095691 h 2358893"/>
              <a:gd name="connsiteX44" fmla="*/ 3661372 w 5778671"/>
              <a:gd name="connsiteY44" fmla="*/ 2162409 h 2358893"/>
              <a:gd name="connsiteX45" fmla="*/ 3876769 w 5778671"/>
              <a:gd name="connsiteY45" fmla="*/ 2162409 h 2358893"/>
              <a:gd name="connsiteX46" fmla="*/ 3847040 w 5778671"/>
              <a:gd name="connsiteY46" fmla="*/ 2348077 h 2358893"/>
              <a:gd name="connsiteX47" fmla="*/ 3382835 w 5778671"/>
              <a:gd name="connsiteY47" fmla="*/ 2348077 h 2358893"/>
              <a:gd name="connsiteX48" fmla="*/ 3168307 w 5778671"/>
              <a:gd name="connsiteY48" fmla="*/ 1668439 h 2358893"/>
              <a:gd name="connsiteX49" fmla="*/ 3415274 w 5778671"/>
              <a:gd name="connsiteY49" fmla="*/ 1668439 h 2358893"/>
              <a:gd name="connsiteX50" fmla="*/ 3308027 w 5778671"/>
              <a:gd name="connsiteY50" fmla="*/ 2348075 h 2358893"/>
              <a:gd name="connsiteX51" fmla="*/ 3061059 w 5778671"/>
              <a:gd name="connsiteY51" fmla="*/ 2348075 h 2358893"/>
              <a:gd name="connsiteX52" fmla="*/ 2520239 w 5778671"/>
              <a:gd name="connsiteY52" fmla="*/ 1668439 h 2358893"/>
              <a:gd name="connsiteX53" fmla="*/ 2818572 w 5778671"/>
              <a:gd name="connsiteY53" fmla="*/ 1668439 h 2358893"/>
              <a:gd name="connsiteX54" fmla="*/ 3064637 w 5778671"/>
              <a:gd name="connsiteY54" fmla="*/ 1904605 h 2358893"/>
              <a:gd name="connsiteX55" fmla="*/ 2905120 w 5778671"/>
              <a:gd name="connsiteY55" fmla="*/ 2081278 h 2358893"/>
              <a:gd name="connsiteX56" fmla="*/ 2904217 w 5778671"/>
              <a:gd name="connsiteY56" fmla="*/ 2086661 h 2358893"/>
              <a:gd name="connsiteX57" fmla="*/ 2939364 w 5778671"/>
              <a:gd name="connsiteY57" fmla="*/ 2127226 h 2358893"/>
              <a:gd name="connsiteX58" fmla="*/ 3052031 w 5778671"/>
              <a:gd name="connsiteY58" fmla="*/ 2348078 h 2358893"/>
              <a:gd name="connsiteX59" fmla="*/ 2767206 w 5778671"/>
              <a:gd name="connsiteY59" fmla="*/ 2348078 h 2358893"/>
              <a:gd name="connsiteX60" fmla="*/ 2693300 w 5778671"/>
              <a:gd name="connsiteY60" fmla="*/ 2129937 h 2358893"/>
              <a:gd name="connsiteX61" fmla="*/ 2688784 w 5778671"/>
              <a:gd name="connsiteY61" fmla="*/ 2129937 h 2358893"/>
              <a:gd name="connsiteX62" fmla="*/ 2654541 w 5778671"/>
              <a:gd name="connsiteY62" fmla="*/ 2348075 h 2358893"/>
              <a:gd name="connsiteX63" fmla="*/ 2412956 w 5778671"/>
              <a:gd name="connsiteY63" fmla="*/ 2348075 h 2358893"/>
              <a:gd name="connsiteX64" fmla="*/ 1990219 w 5778671"/>
              <a:gd name="connsiteY64" fmla="*/ 1668439 h 2358893"/>
              <a:gd name="connsiteX65" fmla="*/ 2447235 w 5778671"/>
              <a:gd name="connsiteY65" fmla="*/ 1668439 h 2358893"/>
              <a:gd name="connsiteX66" fmla="*/ 2418375 w 5778671"/>
              <a:gd name="connsiteY66" fmla="*/ 1854142 h 2358893"/>
              <a:gd name="connsiteX67" fmla="*/ 2210167 w 5778671"/>
              <a:gd name="connsiteY67" fmla="*/ 1854142 h 2358893"/>
              <a:gd name="connsiteX68" fmla="*/ 2199366 w 5778671"/>
              <a:gd name="connsiteY68" fmla="*/ 1919018 h 2358893"/>
              <a:gd name="connsiteX69" fmla="*/ 2389549 w 5778671"/>
              <a:gd name="connsiteY69" fmla="*/ 1919018 h 2358893"/>
              <a:gd name="connsiteX70" fmla="*/ 2361591 w 5778671"/>
              <a:gd name="connsiteY70" fmla="*/ 2095691 h 2358893"/>
              <a:gd name="connsiteX71" fmla="*/ 2171407 w 5778671"/>
              <a:gd name="connsiteY71" fmla="*/ 2095691 h 2358893"/>
              <a:gd name="connsiteX72" fmla="*/ 2161509 w 5778671"/>
              <a:gd name="connsiteY72" fmla="*/ 2162409 h 2358893"/>
              <a:gd name="connsiteX73" fmla="*/ 2376908 w 5778671"/>
              <a:gd name="connsiteY73" fmla="*/ 2162409 h 2358893"/>
              <a:gd name="connsiteX74" fmla="*/ 2347176 w 5778671"/>
              <a:gd name="connsiteY74" fmla="*/ 2348075 h 2358893"/>
              <a:gd name="connsiteX75" fmla="*/ 1882972 w 5778671"/>
              <a:gd name="connsiteY75" fmla="*/ 2348075 h 2358893"/>
              <a:gd name="connsiteX76" fmla="*/ 1373688 w 5778671"/>
              <a:gd name="connsiteY76" fmla="*/ 1668439 h 2358893"/>
              <a:gd name="connsiteX77" fmla="*/ 1686468 w 5778671"/>
              <a:gd name="connsiteY77" fmla="*/ 1668439 h 2358893"/>
              <a:gd name="connsiteX78" fmla="*/ 1923537 w 5778671"/>
              <a:gd name="connsiteY78" fmla="*/ 1918115 h 2358893"/>
              <a:gd name="connsiteX79" fmla="*/ 1663025 w 5778671"/>
              <a:gd name="connsiteY79" fmla="*/ 2143445 h 2358893"/>
              <a:gd name="connsiteX80" fmla="*/ 1536850 w 5778671"/>
              <a:gd name="connsiteY80" fmla="*/ 2143445 h 2358893"/>
              <a:gd name="connsiteX81" fmla="*/ 1504377 w 5778671"/>
              <a:gd name="connsiteY81" fmla="*/ 2348075 h 2358893"/>
              <a:gd name="connsiteX82" fmla="*/ 1266440 w 5778671"/>
              <a:gd name="connsiteY82" fmla="*/ 2348075 h 2358893"/>
              <a:gd name="connsiteX83" fmla="*/ 1327704 w 5778671"/>
              <a:gd name="connsiteY83" fmla="*/ 1668439 h 2358893"/>
              <a:gd name="connsiteX84" fmla="*/ 1065421 w 5778671"/>
              <a:gd name="connsiteY84" fmla="*/ 1986605 h 2358893"/>
              <a:gd name="connsiteX85" fmla="*/ 1250187 w 5778671"/>
              <a:gd name="connsiteY85" fmla="*/ 2348075 h 2358893"/>
              <a:gd name="connsiteX86" fmla="*/ 968975 w 5778671"/>
              <a:gd name="connsiteY86" fmla="*/ 2348075 h 2358893"/>
              <a:gd name="connsiteX87" fmla="*/ 913997 w 5778671"/>
              <a:gd name="connsiteY87" fmla="*/ 2203841 h 2358893"/>
              <a:gd name="connsiteX88" fmla="*/ 906773 w 5778671"/>
              <a:gd name="connsiteY88" fmla="*/ 2162410 h 2358893"/>
              <a:gd name="connsiteX89" fmla="*/ 899551 w 5778671"/>
              <a:gd name="connsiteY89" fmla="*/ 2162410 h 2358893"/>
              <a:gd name="connsiteX90" fmla="*/ 872531 w 5778671"/>
              <a:gd name="connsiteY90" fmla="*/ 2209261 h 2358893"/>
              <a:gd name="connsiteX91" fmla="*/ 775180 w 5778671"/>
              <a:gd name="connsiteY91" fmla="*/ 2348075 h 2358893"/>
              <a:gd name="connsiteX92" fmla="*/ 493934 w 5778671"/>
              <a:gd name="connsiteY92" fmla="*/ 2348075 h 2358893"/>
              <a:gd name="connsiteX93" fmla="*/ 789593 w 5778671"/>
              <a:gd name="connsiteY93" fmla="*/ 1986605 h 2358893"/>
              <a:gd name="connsiteX94" fmla="*/ 625562 w 5778671"/>
              <a:gd name="connsiteY94" fmla="*/ 1668440 h 2358893"/>
              <a:gd name="connsiteX95" fmla="*/ 904064 w 5778671"/>
              <a:gd name="connsiteY95" fmla="*/ 1668440 h 2358893"/>
              <a:gd name="connsiteX96" fmla="*/ 939211 w 5778671"/>
              <a:gd name="connsiteY96" fmla="*/ 1764886 h 2358893"/>
              <a:gd name="connsiteX97" fmla="*/ 951853 w 5778671"/>
              <a:gd name="connsiteY97" fmla="*/ 1820767 h 2358893"/>
              <a:gd name="connsiteX98" fmla="*/ 957236 w 5778671"/>
              <a:gd name="connsiteY98" fmla="*/ 1820767 h 2358893"/>
              <a:gd name="connsiteX99" fmla="*/ 987000 w 5778671"/>
              <a:gd name="connsiteY99" fmla="*/ 1764886 h 2358893"/>
              <a:gd name="connsiteX100" fmla="*/ 1049201 w 5778671"/>
              <a:gd name="connsiteY100" fmla="*/ 1668440 h 2358893"/>
              <a:gd name="connsiteX101" fmla="*/ 130689 w 5778671"/>
              <a:gd name="connsiteY101" fmla="*/ 1668439 h 2358893"/>
              <a:gd name="connsiteX102" fmla="*/ 587705 w 5778671"/>
              <a:gd name="connsiteY102" fmla="*/ 1668439 h 2358893"/>
              <a:gd name="connsiteX103" fmla="*/ 558845 w 5778671"/>
              <a:gd name="connsiteY103" fmla="*/ 1854142 h 2358893"/>
              <a:gd name="connsiteX104" fmla="*/ 350636 w 5778671"/>
              <a:gd name="connsiteY104" fmla="*/ 1854142 h 2358893"/>
              <a:gd name="connsiteX105" fmla="*/ 339835 w 5778671"/>
              <a:gd name="connsiteY105" fmla="*/ 1919018 h 2358893"/>
              <a:gd name="connsiteX106" fmla="*/ 530018 w 5778671"/>
              <a:gd name="connsiteY106" fmla="*/ 1919018 h 2358893"/>
              <a:gd name="connsiteX107" fmla="*/ 502060 w 5778671"/>
              <a:gd name="connsiteY107" fmla="*/ 2095691 h 2358893"/>
              <a:gd name="connsiteX108" fmla="*/ 311877 w 5778671"/>
              <a:gd name="connsiteY108" fmla="*/ 2095691 h 2358893"/>
              <a:gd name="connsiteX109" fmla="*/ 301979 w 5778671"/>
              <a:gd name="connsiteY109" fmla="*/ 2162409 h 2358893"/>
              <a:gd name="connsiteX110" fmla="*/ 517376 w 5778671"/>
              <a:gd name="connsiteY110" fmla="*/ 2162409 h 2358893"/>
              <a:gd name="connsiteX111" fmla="*/ 487647 w 5778671"/>
              <a:gd name="connsiteY111" fmla="*/ 2348075 h 2358893"/>
              <a:gd name="connsiteX112" fmla="*/ 23442 w 5778671"/>
              <a:gd name="connsiteY112" fmla="*/ 2348075 h 2358893"/>
              <a:gd name="connsiteX113" fmla="*/ 5102646 w 5778671"/>
              <a:gd name="connsiteY113" fmla="*/ 1657639 h 2358893"/>
              <a:gd name="connsiteX114" fmla="*/ 5264002 w 5778671"/>
              <a:gd name="connsiteY114" fmla="*/ 1685562 h 2358893"/>
              <a:gd name="connsiteX115" fmla="*/ 5230627 w 5778671"/>
              <a:gd name="connsiteY115" fmla="*/ 1944267 h 2358893"/>
              <a:gd name="connsiteX116" fmla="*/ 5096325 w 5778671"/>
              <a:gd name="connsiteY116" fmla="*/ 1875744 h 2358893"/>
              <a:gd name="connsiteX117" fmla="*/ 4941289 w 5778671"/>
              <a:gd name="connsiteY117" fmla="*/ 2008275 h 2358893"/>
              <a:gd name="connsiteX118" fmla="*/ 5031655 w 5778671"/>
              <a:gd name="connsiteY118" fmla="*/ 2139050 h 2358893"/>
              <a:gd name="connsiteX119" fmla="*/ 5057566 w 5778671"/>
              <a:gd name="connsiteY119" fmla="*/ 2140736 h 2358893"/>
              <a:gd name="connsiteX120" fmla="*/ 5209893 w 5778671"/>
              <a:gd name="connsiteY120" fmla="*/ 2077666 h 2358893"/>
              <a:gd name="connsiteX121" fmla="*/ 5162139 w 5778671"/>
              <a:gd name="connsiteY121" fmla="*/ 2331823 h 2358893"/>
              <a:gd name="connsiteX122" fmla="*/ 4981854 w 5778671"/>
              <a:gd name="connsiteY122" fmla="*/ 2358878 h 2358893"/>
              <a:gd name="connsiteX123" fmla="*/ 4691612 w 5778671"/>
              <a:gd name="connsiteY123" fmla="*/ 2014561 h 2358893"/>
              <a:gd name="connsiteX124" fmla="*/ 5102646 w 5778671"/>
              <a:gd name="connsiteY124" fmla="*/ 1657639 h 2358893"/>
              <a:gd name="connsiteX125" fmla="*/ 2968225 w 5778671"/>
              <a:gd name="connsiteY125" fmla="*/ 1065938 h 2358893"/>
              <a:gd name="connsiteX126" fmla="*/ 2889805 w 5778671"/>
              <a:gd name="connsiteY126" fmla="*/ 1273243 h 2358893"/>
              <a:gd name="connsiteX127" fmla="*/ 2988959 w 5778671"/>
              <a:gd name="connsiteY127" fmla="*/ 1273242 h 2358893"/>
              <a:gd name="connsiteX128" fmla="*/ 2979026 w 5778671"/>
              <a:gd name="connsiteY128" fmla="*/ 1153354 h 2358893"/>
              <a:gd name="connsiteX129" fmla="*/ 2977255 w 5778671"/>
              <a:gd name="connsiteY129" fmla="*/ 1065938 h 2358893"/>
              <a:gd name="connsiteX130" fmla="*/ 349734 w 5778671"/>
              <a:gd name="connsiteY130" fmla="*/ 1052427 h 2358893"/>
              <a:gd name="connsiteX131" fmla="*/ 308267 w 5778671"/>
              <a:gd name="connsiteY131" fmla="*/ 1315614 h 2358893"/>
              <a:gd name="connsiteX132" fmla="*/ 323582 w 5778671"/>
              <a:gd name="connsiteY132" fmla="*/ 1315614 h 2358893"/>
              <a:gd name="connsiteX133" fmla="*/ 488551 w 5778671"/>
              <a:gd name="connsiteY133" fmla="*/ 1188535 h 2358893"/>
              <a:gd name="connsiteX134" fmla="*/ 365051 w 5778671"/>
              <a:gd name="connsiteY134" fmla="*/ 1052427 h 2358893"/>
              <a:gd name="connsiteX135" fmla="*/ 3399992 w 5778671"/>
              <a:gd name="connsiteY135" fmla="*/ 839704 h 2358893"/>
              <a:gd name="connsiteX136" fmla="*/ 3646959 w 5778671"/>
              <a:gd name="connsiteY136" fmla="*/ 839704 h 2358893"/>
              <a:gd name="connsiteX137" fmla="*/ 3573956 w 5778671"/>
              <a:gd name="connsiteY137" fmla="*/ 1301201 h 2358893"/>
              <a:gd name="connsiteX138" fmla="*/ 3781261 w 5778671"/>
              <a:gd name="connsiteY138" fmla="*/ 1301201 h 2358893"/>
              <a:gd name="connsiteX139" fmla="*/ 3747017 w 5778671"/>
              <a:gd name="connsiteY139" fmla="*/ 1519342 h 2358893"/>
              <a:gd name="connsiteX140" fmla="*/ 3292710 w 5778671"/>
              <a:gd name="connsiteY140" fmla="*/ 1519342 h 2358893"/>
              <a:gd name="connsiteX141" fmla="*/ 2869070 w 5778671"/>
              <a:gd name="connsiteY141" fmla="*/ 839704 h 2358893"/>
              <a:gd name="connsiteX142" fmla="*/ 3142190 w 5778671"/>
              <a:gd name="connsiteY142" fmla="*/ 839704 h 2358893"/>
              <a:gd name="connsiteX143" fmla="*/ 3277395 w 5778671"/>
              <a:gd name="connsiteY143" fmla="*/ 1519342 h 2358893"/>
              <a:gd name="connsiteX144" fmla="*/ 3016014 w 5778671"/>
              <a:gd name="connsiteY144" fmla="*/ 1519342 h 2358893"/>
              <a:gd name="connsiteX145" fmla="*/ 3006984 w 5778671"/>
              <a:gd name="connsiteY145" fmla="*/ 1434599 h 2358893"/>
              <a:gd name="connsiteX146" fmla="*/ 2820413 w 5778671"/>
              <a:gd name="connsiteY146" fmla="*/ 1434599 h 2358893"/>
              <a:gd name="connsiteX147" fmla="*/ 2787037 w 5778671"/>
              <a:gd name="connsiteY147" fmla="*/ 1519342 h 2358893"/>
              <a:gd name="connsiteX148" fmla="*/ 2525657 w 5778671"/>
              <a:gd name="connsiteY148" fmla="*/ 1519342 h 2358893"/>
              <a:gd name="connsiteX149" fmla="*/ 2218294 w 5778671"/>
              <a:gd name="connsiteY149" fmla="*/ 839704 h 2358893"/>
              <a:gd name="connsiteX150" fmla="*/ 2737477 w 5778671"/>
              <a:gd name="connsiteY150" fmla="*/ 839704 h 2358893"/>
              <a:gd name="connsiteX151" fmla="*/ 2703199 w 5778671"/>
              <a:gd name="connsiteY151" fmla="*/ 1060520 h 2358893"/>
              <a:gd name="connsiteX152" fmla="*/ 2568029 w 5778671"/>
              <a:gd name="connsiteY152" fmla="*/ 1054233 h 2358893"/>
              <a:gd name="connsiteX153" fmla="*/ 2494088 w 5778671"/>
              <a:gd name="connsiteY153" fmla="*/ 1519342 h 2358893"/>
              <a:gd name="connsiteX154" fmla="*/ 2247120 w 5778671"/>
              <a:gd name="connsiteY154" fmla="*/ 1519342 h 2358893"/>
              <a:gd name="connsiteX155" fmla="*/ 2321026 w 5778671"/>
              <a:gd name="connsiteY155" fmla="*/ 1054233 h 2358893"/>
              <a:gd name="connsiteX156" fmla="*/ 2184015 w 5778671"/>
              <a:gd name="connsiteY156" fmla="*/ 1060519 h 2358893"/>
              <a:gd name="connsiteX157" fmla="*/ 1939757 w 5778671"/>
              <a:gd name="connsiteY157" fmla="*/ 839704 h 2358893"/>
              <a:gd name="connsiteX158" fmla="*/ 2186723 w 5778671"/>
              <a:gd name="connsiteY158" fmla="*/ 839704 h 2358893"/>
              <a:gd name="connsiteX159" fmla="*/ 2079476 w 5778671"/>
              <a:gd name="connsiteY159" fmla="*/ 1519342 h 2358893"/>
              <a:gd name="connsiteX160" fmla="*/ 1832509 w 5778671"/>
              <a:gd name="connsiteY160" fmla="*/ 1519342 h 2358893"/>
              <a:gd name="connsiteX161" fmla="*/ 845509 w 5778671"/>
              <a:gd name="connsiteY161" fmla="*/ 839704 h 2358893"/>
              <a:gd name="connsiteX162" fmla="*/ 1092476 w 5778671"/>
              <a:gd name="connsiteY162" fmla="*/ 839704 h 2358893"/>
              <a:gd name="connsiteX163" fmla="*/ 985194 w 5778671"/>
              <a:gd name="connsiteY163" fmla="*/ 1519342 h 2358893"/>
              <a:gd name="connsiteX164" fmla="*/ 738227 w 5778671"/>
              <a:gd name="connsiteY164" fmla="*/ 1519342 h 2358893"/>
              <a:gd name="connsiteX165" fmla="*/ 136107 w 5778671"/>
              <a:gd name="connsiteY165" fmla="*/ 839704 h 2358893"/>
              <a:gd name="connsiteX166" fmla="*/ 387590 w 5778671"/>
              <a:gd name="connsiteY166" fmla="*/ 839704 h 2358893"/>
              <a:gd name="connsiteX167" fmla="*/ 735518 w 5778671"/>
              <a:gd name="connsiteY167" fmla="*/ 1189439 h 2358893"/>
              <a:gd name="connsiteX168" fmla="*/ 341607 w 5778671"/>
              <a:gd name="connsiteY168" fmla="*/ 1519342 h 2358893"/>
              <a:gd name="connsiteX169" fmla="*/ 28860 w 5778671"/>
              <a:gd name="connsiteY169" fmla="*/ 1519342 h 2358893"/>
              <a:gd name="connsiteX170" fmla="*/ 1522401 w 5778671"/>
              <a:gd name="connsiteY170" fmla="*/ 828886 h 2358893"/>
              <a:gd name="connsiteX171" fmla="*/ 1828896 w 5778671"/>
              <a:gd name="connsiteY171" fmla="*/ 1003736 h 2358893"/>
              <a:gd name="connsiteX172" fmla="*/ 1584603 w 5778671"/>
              <a:gd name="connsiteY172" fmla="*/ 1088478 h 2358893"/>
              <a:gd name="connsiteX173" fmla="*/ 1498993 w 5778671"/>
              <a:gd name="connsiteY173" fmla="*/ 1036192 h 2358893"/>
              <a:gd name="connsiteX174" fmla="*/ 1336733 w 5778671"/>
              <a:gd name="connsiteY174" fmla="*/ 1193919 h 2358893"/>
              <a:gd name="connsiteX175" fmla="*/ 1441306 w 5778671"/>
              <a:gd name="connsiteY175" fmla="*/ 1339057 h 2358893"/>
              <a:gd name="connsiteX176" fmla="*/ 1550359 w 5778671"/>
              <a:gd name="connsiteY176" fmla="*/ 1279564 h 2358893"/>
              <a:gd name="connsiteX177" fmla="*/ 1438599 w 5778671"/>
              <a:gd name="connsiteY177" fmla="*/ 1279564 h 2358893"/>
              <a:gd name="connsiteX178" fmla="*/ 1463849 w 5778671"/>
              <a:gd name="connsiteY178" fmla="*/ 1119110 h 2358893"/>
              <a:gd name="connsiteX179" fmla="*/ 1845117 w 5778671"/>
              <a:gd name="connsiteY179" fmla="*/ 1119110 h 2358893"/>
              <a:gd name="connsiteX180" fmla="*/ 1717101 w 5778671"/>
              <a:gd name="connsiteY180" fmla="*/ 1409351 h 2358893"/>
              <a:gd name="connsiteX181" fmla="*/ 1409738 w 5778671"/>
              <a:gd name="connsiteY181" fmla="*/ 1530143 h 2358893"/>
              <a:gd name="connsiteX182" fmla="*/ 1089767 w 5778671"/>
              <a:gd name="connsiteY182" fmla="*/ 1184021 h 2358893"/>
              <a:gd name="connsiteX183" fmla="*/ 1522401 w 5778671"/>
              <a:gd name="connsiteY183" fmla="*/ 828886 h 2358893"/>
              <a:gd name="connsiteX184" fmla="*/ 1023953 w 5778671"/>
              <a:gd name="connsiteY184" fmla="*/ 218275 h 2358893"/>
              <a:gd name="connsiteX185" fmla="*/ 877044 w 5778671"/>
              <a:gd name="connsiteY185" fmla="*/ 348062 h 2358893"/>
              <a:gd name="connsiteX186" fmla="*/ 976199 w 5778671"/>
              <a:gd name="connsiteY186" fmla="*/ 483267 h 2358893"/>
              <a:gd name="connsiteX187" fmla="*/ 1005025 w 5778671"/>
              <a:gd name="connsiteY187" fmla="*/ 480576 h 2358893"/>
              <a:gd name="connsiteX188" fmla="*/ 958173 w 5778671"/>
              <a:gd name="connsiteY188" fmla="*/ 417488 h 2358893"/>
              <a:gd name="connsiteX189" fmla="*/ 1115884 w 5778671"/>
              <a:gd name="connsiteY189" fmla="*/ 388627 h 2358893"/>
              <a:gd name="connsiteX190" fmla="*/ 1129429 w 5778671"/>
              <a:gd name="connsiteY190" fmla="*/ 350771 h 2358893"/>
              <a:gd name="connsiteX191" fmla="*/ 1023953 w 5778671"/>
              <a:gd name="connsiteY191" fmla="*/ 218275 h 2358893"/>
              <a:gd name="connsiteX192" fmla="*/ 1980322 w 5778671"/>
              <a:gd name="connsiteY192" fmla="*/ 10970 h 2358893"/>
              <a:gd name="connsiteX193" fmla="*/ 2227289 w 5778671"/>
              <a:gd name="connsiteY193" fmla="*/ 10970 h 2358893"/>
              <a:gd name="connsiteX194" fmla="*/ 2120007 w 5778671"/>
              <a:gd name="connsiteY194" fmla="*/ 690590 h 2358893"/>
              <a:gd name="connsiteX195" fmla="*/ 1873040 w 5778671"/>
              <a:gd name="connsiteY195" fmla="*/ 690590 h 2358893"/>
              <a:gd name="connsiteX196" fmla="*/ 1492673 w 5778671"/>
              <a:gd name="connsiteY196" fmla="*/ 10970 h 2358893"/>
              <a:gd name="connsiteX197" fmla="*/ 1739640 w 5778671"/>
              <a:gd name="connsiteY197" fmla="*/ 10970 h 2358893"/>
              <a:gd name="connsiteX198" fmla="*/ 1666637 w 5778671"/>
              <a:gd name="connsiteY198" fmla="*/ 472466 h 2358893"/>
              <a:gd name="connsiteX199" fmla="*/ 1873942 w 5778671"/>
              <a:gd name="connsiteY199" fmla="*/ 472466 h 2358893"/>
              <a:gd name="connsiteX200" fmla="*/ 1839698 w 5778671"/>
              <a:gd name="connsiteY200" fmla="*/ 690590 h 2358893"/>
              <a:gd name="connsiteX201" fmla="*/ 1385426 w 5778671"/>
              <a:gd name="connsiteY201" fmla="*/ 690590 h 2358893"/>
              <a:gd name="connsiteX202" fmla="*/ 1058197 w 5778671"/>
              <a:gd name="connsiteY202" fmla="*/ 151 h 2358893"/>
              <a:gd name="connsiteX203" fmla="*/ 1377299 w 5778671"/>
              <a:gd name="connsiteY203" fmla="*/ 352577 h 2358893"/>
              <a:gd name="connsiteX204" fmla="*/ 1282659 w 5778671"/>
              <a:gd name="connsiteY204" fmla="*/ 558094 h 2358893"/>
              <a:gd name="connsiteX205" fmla="*/ 1365560 w 5778671"/>
              <a:gd name="connsiteY205" fmla="*/ 668953 h 2358893"/>
              <a:gd name="connsiteX206" fmla="*/ 1159158 w 5778671"/>
              <a:gd name="connsiteY206" fmla="*/ 750083 h 2358893"/>
              <a:gd name="connsiteX207" fmla="*/ 1124011 w 5778671"/>
              <a:gd name="connsiteY207" fmla="*/ 667164 h 2358893"/>
              <a:gd name="connsiteX208" fmla="*/ 933828 w 5778671"/>
              <a:gd name="connsiteY208" fmla="*/ 701408 h 2358893"/>
              <a:gd name="connsiteX209" fmla="*/ 627367 w 5778671"/>
              <a:gd name="connsiteY209" fmla="*/ 352577 h 2358893"/>
              <a:gd name="connsiteX210" fmla="*/ 1058197 w 5778671"/>
              <a:gd name="connsiteY210" fmla="*/ 151 h 2358893"/>
              <a:gd name="connsiteX211" fmla="*/ 419125 w 5778671"/>
              <a:gd name="connsiteY211" fmla="*/ 151 h 2358893"/>
              <a:gd name="connsiteX212" fmla="*/ 625562 w 5778671"/>
              <a:gd name="connsiteY212" fmla="*/ 59627 h 2358893"/>
              <a:gd name="connsiteX213" fmla="*/ 530922 w 5778671"/>
              <a:gd name="connsiteY213" fmla="*/ 233592 h 2358893"/>
              <a:gd name="connsiteX214" fmla="*/ 395719 w 5778671"/>
              <a:gd name="connsiteY214" fmla="*/ 182225 h 2358893"/>
              <a:gd name="connsiteX215" fmla="*/ 337129 w 5778671"/>
              <a:gd name="connsiteY215" fmla="*/ 218275 h 2358893"/>
              <a:gd name="connsiteX216" fmla="*/ 381271 w 5778671"/>
              <a:gd name="connsiteY216" fmla="*/ 251616 h 2358893"/>
              <a:gd name="connsiteX217" fmla="*/ 435381 w 5778671"/>
              <a:gd name="connsiteY217" fmla="*/ 264258 h 2358893"/>
              <a:gd name="connsiteX218" fmla="*/ 584998 w 5778671"/>
              <a:gd name="connsiteY218" fmla="*/ 458939 h 2358893"/>
              <a:gd name="connsiteX219" fmla="*/ 251483 w 5778671"/>
              <a:gd name="connsiteY219" fmla="*/ 701408 h 2358893"/>
              <a:gd name="connsiteX220" fmla="*/ 0 w 5778671"/>
              <a:gd name="connsiteY220" fmla="*/ 639206 h 2358893"/>
              <a:gd name="connsiteX221" fmla="*/ 106379 w 5778671"/>
              <a:gd name="connsiteY221" fmla="*/ 447217 h 2358893"/>
              <a:gd name="connsiteX222" fmla="*/ 117180 w 5778671"/>
              <a:gd name="connsiteY222" fmla="*/ 457150 h 2358893"/>
              <a:gd name="connsiteX223" fmla="*/ 261415 w 5778671"/>
              <a:gd name="connsiteY223" fmla="*/ 519335 h 2358893"/>
              <a:gd name="connsiteX224" fmla="*/ 330806 w 5778671"/>
              <a:gd name="connsiteY224" fmla="*/ 478770 h 2358893"/>
              <a:gd name="connsiteX225" fmla="*/ 282149 w 5778671"/>
              <a:gd name="connsiteY225" fmla="*/ 440913 h 2358893"/>
              <a:gd name="connsiteX226" fmla="*/ 233457 w 5778671"/>
              <a:gd name="connsiteY226" fmla="*/ 431901 h 2358893"/>
              <a:gd name="connsiteX227" fmla="*/ 84742 w 5778671"/>
              <a:gd name="connsiteY227" fmla="*/ 251616 h 2358893"/>
              <a:gd name="connsiteX228" fmla="*/ 419125 w 5778671"/>
              <a:gd name="connsiteY228" fmla="*/ 151 h 2358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</a:cxnLst>
            <a:rect l="l" t="t" r="r" b="b"/>
            <a:pathLst>
              <a:path w="5778671" h="2358893">
                <a:moveTo>
                  <a:pt x="2732962" y="1854142"/>
                </a:moveTo>
                <a:lnTo>
                  <a:pt x="2714937" y="1969516"/>
                </a:lnTo>
                <a:lnTo>
                  <a:pt x="2732059" y="1969516"/>
                </a:lnTo>
                <a:cubicBezTo>
                  <a:pt x="2772624" y="1969516"/>
                  <a:pt x="2814057" y="1963195"/>
                  <a:pt x="2822184" y="1912697"/>
                </a:cubicBezTo>
                <a:cubicBezTo>
                  <a:pt x="2830311" y="1860428"/>
                  <a:pt x="2794261" y="1854142"/>
                  <a:pt x="2751890" y="1854142"/>
                </a:cubicBezTo>
                <a:close/>
                <a:moveTo>
                  <a:pt x="1582799" y="1854142"/>
                </a:moveTo>
                <a:lnTo>
                  <a:pt x="1563871" y="1972190"/>
                </a:lnTo>
                <a:lnTo>
                  <a:pt x="1588217" y="1972190"/>
                </a:lnTo>
                <a:cubicBezTo>
                  <a:pt x="1631491" y="1972190"/>
                  <a:pt x="1679245" y="1965001"/>
                  <a:pt x="1688275" y="1909989"/>
                </a:cubicBezTo>
                <a:cubicBezTo>
                  <a:pt x="1696367" y="1856816"/>
                  <a:pt x="1646808" y="1854142"/>
                  <a:pt x="1606242" y="1854142"/>
                </a:cubicBezTo>
                <a:close/>
                <a:moveTo>
                  <a:pt x="5321655" y="1668439"/>
                </a:moveTo>
                <a:lnTo>
                  <a:pt x="5778671" y="1668439"/>
                </a:lnTo>
                <a:lnTo>
                  <a:pt x="5749810" y="1854142"/>
                </a:lnTo>
                <a:lnTo>
                  <a:pt x="5541602" y="1854142"/>
                </a:lnTo>
                <a:lnTo>
                  <a:pt x="5530801" y="1919018"/>
                </a:lnTo>
                <a:lnTo>
                  <a:pt x="5720984" y="1919018"/>
                </a:lnTo>
                <a:lnTo>
                  <a:pt x="5693026" y="2095691"/>
                </a:lnTo>
                <a:lnTo>
                  <a:pt x="5502843" y="2095691"/>
                </a:lnTo>
                <a:lnTo>
                  <a:pt x="5492945" y="2162409"/>
                </a:lnTo>
                <a:lnTo>
                  <a:pt x="5708342" y="2162409"/>
                </a:lnTo>
                <a:lnTo>
                  <a:pt x="5678613" y="2348077"/>
                </a:lnTo>
                <a:lnTo>
                  <a:pt x="5214408" y="2348077"/>
                </a:lnTo>
                <a:close/>
                <a:moveTo>
                  <a:pt x="4016489" y="1668439"/>
                </a:moveTo>
                <a:lnTo>
                  <a:pt x="4253558" y="1668439"/>
                </a:lnTo>
                <a:lnTo>
                  <a:pt x="4415818" y="2045228"/>
                </a:lnTo>
                <a:lnTo>
                  <a:pt x="4423007" y="2045228"/>
                </a:lnTo>
                <a:cubicBezTo>
                  <a:pt x="4420020" y="1987430"/>
                  <a:pt x="4422438" y="1929480"/>
                  <a:pt x="4430231" y="1872132"/>
                </a:cubicBezTo>
                <a:lnTo>
                  <a:pt x="4461766" y="1668439"/>
                </a:lnTo>
                <a:lnTo>
                  <a:pt x="4697932" y="1668439"/>
                </a:lnTo>
                <a:lnTo>
                  <a:pt x="4590685" y="2348075"/>
                </a:lnTo>
                <a:lnTo>
                  <a:pt x="4354519" y="2348075"/>
                </a:lnTo>
                <a:lnTo>
                  <a:pt x="4194065" y="1991117"/>
                </a:lnTo>
                <a:lnTo>
                  <a:pt x="4186876" y="1991117"/>
                </a:lnTo>
                <a:cubicBezTo>
                  <a:pt x="4188420" y="2036583"/>
                  <a:pt x="4186306" y="2082099"/>
                  <a:pt x="4180555" y="2127226"/>
                </a:cubicBezTo>
                <a:lnTo>
                  <a:pt x="4145408" y="2348077"/>
                </a:lnTo>
                <a:lnTo>
                  <a:pt x="3909242" y="2348077"/>
                </a:lnTo>
                <a:close/>
                <a:moveTo>
                  <a:pt x="3490082" y="1668439"/>
                </a:moveTo>
                <a:lnTo>
                  <a:pt x="3947098" y="1668439"/>
                </a:lnTo>
                <a:lnTo>
                  <a:pt x="3918237" y="1854142"/>
                </a:lnTo>
                <a:lnTo>
                  <a:pt x="3710029" y="1854142"/>
                </a:lnTo>
                <a:lnTo>
                  <a:pt x="3699228" y="1919018"/>
                </a:lnTo>
                <a:lnTo>
                  <a:pt x="3889411" y="1919018"/>
                </a:lnTo>
                <a:lnTo>
                  <a:pt x="3861453" y="2095691"/>
                </a:lnTo>
                <a:lnTo>
                  <a:pt x="3671270" y="2095691"/>
                </a:lnTo>
                <a:lnTo>
                  <a:pt x="3661372" y="2162409"/>
                </a:lnTo>
                <a:lnTo>
                  <a:pt x="3876769" y="2162409"/>
                </a:lnTo>
                <a:lnTo>
                  <a:pt x="3847040" y="2348077"/>
                </a:lnTo>
                <a:lnTo>
                  <a:pt x="3382835" y="2348077"/>
                </a:lnTo>
                <a:close/>
                <a:moveTo>
                  <a:pt x="3168307" y="1668439"/>
                </a:moveTo>
                <a:lnTo>
                  <a:pt x="3415274" y="1668439"/>
                </a:lnTo>
                <a:lnTo>
                  <a:pt x="3308027" y="2348075"/>
                </a:lnTo>
                <a:lnTo>
                  <a:pt x="3061059" y="2348075"/>
                </a:lnTo>
                <a:close/>
                <a:moveTo>
                  <a:pt x="2520239" y="1668439"/>
                </a:moveTo>
                <a:lnTo>
                  <a:pt x="2818572" y="1668439"/>
                </a:lnTo>
                <a:cubicBezTo>
                  <a:pt x="2971802" y="1668439"/>
                  <a:pt x="3091691" y="1733350"/>
                  <a:pt x="3064637" y="1904605"/>
                </a:cubicBezTo>
                <a:cubicBezTo>
                  <a:pt x="3048419" y="2007372"/>
                  <a:pt x="3001566" y="2050611"/>
                  <a:pt x="2905120" y="2081278"/>
                </a:cubicBezTo>
                <a:lnTo>
                  <a:pt x="2904217" y="2086661"/>
                </a:lnTo>
                <a:cubicBezTo>
                  <a:pt x="2918311" y="2097924"/>
                  <a:pt x="2930223" y="2111672"/>
                  <a:pt x="2939364" y="2127226"/>
                </a:cubicBezTo>
                <a:lnTo>
                  <a:pt x="3052031" y="2348078"/>
                </a:lnTo>
                <a:lnTo>
                  <a:pt x="2767206" y="2348078"/>
                </a:lnTo>
                <a:lnTo>
                  <a:pt x="2693300" y="2129937"/>
                </a:lnTo>
                <a:lnTo>
                  <a:pt x="2688784" y="2129937"/>
                </a:lnTo>
                <a:lnTo>
                  <a:pt x="2654541" y="2348075"/>
                </a:lnTo>
                <a:lnTo>
                  <a:pt x="2412956" y="2348075"/>
                </a:lnTo>
                <a:close/>
                <a:moveTo>
                  <a:pt x="1990219" y="1668439"/>
                </a:moveTo>
                <a:lnTo>
                  <a:pt x="2447235" y="1668439"/>
                </a:lnTo>
                <a:lnTo>
                  <a:pt x="2418375" y="1854142"/>
                </a:lnTo>
                <a:lnTo>
                  <a:pt x="2210167" y="1854142"/>
                </a:lnTo>
                <a:lnTo>
                  <a:pt x="2199366" y="1919018"/>
                </a:lnTo>
                <a:lnTo>
                  <a:pt x="2389549" y="1919018"/>
                </a:lnTo>
                <a:lnTo>
                  <a:pt x="2361591" y="2095691"/>
                </a:lnTo>
                <a:lnTo>
                  <a:pt x="2171407" y="2095691"/>
                </a:lnTo>
                <a:lnTo>
                  <a:pt x="2161509" y="2162409"/>
                </a:lnTo>
                <a:lnTo>
                  <a:pt x="2376908" y="2162409"/>
                </a:lnTo>
                <a:lnTo>
                  <a:pt x="2347176" y="2348075"/>
                </a:lnTo>
                <a:lnTo>
                  <a:pt x="1882972" y="2348075"/>
                </a:lnTo>
                <a:close/>
                <a:moveTo>
                  <a:pt x="1373688" y="1668439"/>
                </a:moveTo>
                <a:lnTo>
                  <a:pt x="1686468" y="1668439"/>
                </a:lnTo>
                <a:cubicBezTo>
                  <a:pt x="1845117" y="1668439"/>
                  <a:pt x="1949655" y="1749569"/>
                  <a:pt x="1923537" y="1918115"/>
                </a:cubicBezTo>
                <a:cubicBezTo>
                  <a:pt x="1909143" y="2049876"/>
                  <a:pt x="1795485" y="2148185"/>
                  <a:pt x="1663025" y="2143445"/>
                </a:cubicBezTo>
                <a:lnTo>
                  <a:pt x="1536850" y="2143445"/>
                </a:lnTo>
                <a:lnTo>
                  <a:pt x="1504377" y="2348075"/>
                </a:lnTo>
                <a:lnTo>
                  <a:pt x="1266440" y="2348075"/>
                </a:lnTo>
                <a:close/>
                <a:moveTo>
                  <a:pt x="1327704" y="1668439"/>
                </a:moveTo>
                <a:lnTo>
                  <a:pt x="1065421" y="1986605"/>
                </a:lnTo>
                <a:lnTo>
                  <a:pt x="1250187" y="2348075"/>
                </a:lnTo>
                <a:lnTo>
                  <a:pt x="968975" y="2348075"/>
                </a:lnTo>
                <a:lnTo>
                  <a:pt x="913997" y="2203841"/>
                </a:lnTo>
                <a:cubicBezTo>
                  <a:pt x="909338" y="2190519"/>
                  <a:pt x="906898" y="2176522"/>
                  <a:pt x="906773" y="2162410"/>
                </a:cubicBezTo>
                <a:lnTo>
                  <a:pt x="899551" y="2162410"/>
                </a:lnTo>
                <a:cubicBezTo>
                  <a:pt x="892110" y="2178878"/>
                  <a:pt x="883059" y="2194572"/>
                  <a:pt x="872531" y="2209261"/>
                </a:cubicBezTo>
                <a:lnTo>
                  <a:pt x="775180" y="2348075"/>
                </a:lnTo>
                <a:lnTo>
                  <a:pt x="493934" y="2348075"/>
                </a:lnTo>
                <a:lnTo>
                  <a:pt x="789593" y="1986605"/>
                </a:lnTo>
                <a:lnTo>
                  <a:pt x="625562" y="1668440"/>
                </a:lnTo>
                <a:lnTo>
                  <a:pt x="904064" y="1668440"/>
                </a:lnTo>
                <a:lnTo>
                  <a:pt x="939211" y="1764886"/>
                </a:lnTo>
                <a:cubicBezTo>
                  <a:pt x="945655" y="1782938"/>
                  <a:pt x="949899" y="1801700"/>
                  <a:pt x="951853" y="1820767"/>
                </a:cubicBezTo>
                <a:lnTo>
                  <a:pt x="957236" y="1820767"/>
                </a:lnTo>
                <a:cubicBezTo>
                  <a:pt x="964991" y="1801065"/>
                  <a:pt x="974977" y="1782316"/>
                  <a:pt x="987000" y="1764886"/>
                </a:cubicBezTo>
                <a:lnTo>
                  <a:pt x="1049201" y="1668440"/>
                </a:lnTo>
                <a:close/>
                <a:moveTo>
                  <a:pt x="130689" y="1668439"/>
                </a:moveTo>
                <a:lnTo>
                  <a:pt x="587705" y="1668439"/>
                </a:lnTo>
                <a:lnTo>
                  <a:pt x="558845" y="1854142"/>
                </a:lnTo>
                <a:lnTo>
                  <a:pt x="350636" y="1854142"/>
                </a:lnTo>
                <a:lnTo>
                  <a:pt x="339835" y="1919018"/>
                </a:lnTo>
                <a:lnTo>
                  <a:pt x="530018" y="1919018"/>
                </a:lnTo>
                <a:lnTo>
                  <a:pt x="502060" y="2095691"/>
                </a:lnTo>
                <a:lnTo>
                  <a:pt x="311877" y="2095691"/>
                </a:lnTo>
                <a:lnTo>
                  <a:pt x="301979" y="2162409"/>
                </a:lnTo>
                <a:lnTo>
                  <a:pt x="517376" y="2162409"/>
                </a:lnTo>
                <a:lnTo>
                  <a:pt x="487647" y="2348075"/>
                </a:lnTo>
                <a:lnTo>
                  <a:pt x="23442" y="2348075"/>
                </a:lnTo>
                <a:close/>
                <a:moveTo>
                  <a:pt x="5102646" y="1657639"/>
                </a:moveTo>
                <a:cubicBezTo>
                  <a:pt x="5157643" y="1657519"/>
                  <a:pt x="5212243" y="1666967"/>
                  <a:pt x="5264002" y="1685562"/>
                </a:cubicBezTo>
                <a:lnTo>
                  <a:pt x="5230627" y="1944267"/>
                </a:lnTo>
                <a:cubicBezTo>
                  <a:pt x="5197600" y="1903416"/>
                  <a:pt x="5148783" y="1878509"/>
                  <a:pt x="5096325" y="1875744"/>
                </a:cubicBezTo>
                <a:cubicBezTo>
                  <a:pt x="5019782" y="1877633"/>
                  <a:pt x="4955062" y="1932958"/>
                  <a:pt x="4941289" y="2008275"/>
                </a:cubicBezTo>
                <a:cubicBezTo>
                  <a:pt x="4930130" y="2069341"/>
                  <a:pt x="4970588" y="2127891"/>
                  <a:pt x="5031655" y="2139050"/>
                </a:cubicBezTo>
                <a:cubicBezTo>
                  <a:pt x="5040198" y="2140611"/>
                  <a:pt x="5048892" y="2141177"/>
                  <a:pt x="5057566" y="2140736"/>
                </a:cubicBezTo>
                <a:cubicBezTo>
                  <a:pt x="5114308" y="2138875"/>
                  <a:pt x="5168442" y="2116461"/>
                  <a:pt x="5209893" y="2077666"/>
                </a:cubicBezTo>
                <a:lnTo>
                  <a:pt x="5162139" y="2331823"/>
                </a:lnTo>
                <a:cubicBezTo>
                  <a:pt x="5103823" y="2350191"/>
                  <a:pt x="5042992" y="2359320"/>
                  <a:pt x="4981854" y="2358878"/>
                </a:cubicBezTo>
                <a:cubicBezTo>
                  <a:pt x="4788058" y="2358877"/>
                  <a:pt x="4660980" y="2208356"/>
                  <a:pt x="4691612" y="2014561"/>
                </a:cubicBezTo>
                <a:cubicBezTo>
                  <a:pt x="4725705" y="1812638"/>
                  <a:pt x="4897937" y="1663080"/>
                  <a:pt x="5102646" y="1657639"/>
                </a:cubicBezTo>
                <a:close/>
                <a:moveTo>
                  <a:pt x="2968225" y="1065938"/>
                </a:moveTo>
                <a:lnTo>
                  <a:pt x="2889805" y="1273243"/>
                </a:lnTo>
                <a:lnTo>
                  <a:pt x="2988959" y="1273242"/>
                </a:lnTo>
                <a:lnTo>
                  <a:pt x="2979026" y="1153354"/>
                </a:lnTo>
                <a:cubicBezTo>
                  <a:pt x="2976352" y="1124527"/>
                  <a:pt x="2977255" y="1094798"/>
                  <a:pt x="2977255" y="1065938"/>
                </a:cubicBezTo>
                <a:close/>
                <a:moveTo>
                  <a:pt x="349734" y="1052427"/>
                </a:moveTo>
                <a:lnTo>
                  <a:pt x="308267" y="1315614"/>
                </a:lnTo>
                <a:lnTo>
                  <a:pt x="323582" y="1315614"/>
                </a:lnTo>
                <a:cubicBezTo>
                  <a:pt x="405615" y="1315614"/>
                  <a:pt x="474138" y="1277758"/>
                  <a:pt x="488551" y="1188535"/>
                </a:cubicBezTo>
                <a:cubicBezTo>
                  <a:pt x="503868" y="1092992"/>
                  <a:pt x="455210" y="1052427"/>
                  <a:pt x="365051" y="1052427"/>
                </a:cubicBezTo>
                <a:close/>
                <a:moveTo>
                  <a:pt x="3399992" y="839704"/>
                </a:moveTo>
                <a:lnTo>
                  <a:pt x="3646959" y="839704"/>
                </a:lnTo>
                <a:lnTo>
                  <a:pt x="3573956" y="1301201"/>
                </a:lnTo>
                <a:lnTo>
                  <a:pt x="3781261" y="1301201"/>
                </a:lnTo>
                <a:lnTo>
                  <a:pt x="3747017" y="1519342"/>
                </a:lnTo>
                <a:lnTo>
                  <a:pt x="3292710" y="1519342"/>
                </a:lnTo>
                <a:close/>
                <a:moveTo>
                  <a:pt x="2869070" y="839704"/>
                </a:moveTo>
                <a:lnTo>
                  <a:pt x="3142190" y="839704"/>
                </a:lnTo>
                <a:lnTo>
                  <a:pt x="3277395" y="1519342"/>
                </a:lnTo>
                <a:lnTo>
                  <a:pt x="3016014" y="1519342"/>
                </a:lnTo>
                <a:lnTo>
                  <a:pt x="3006984" y="1434599"/>
                </a:lnTo>
                <a:lnTo>
                  <a:pt x="2820413" y="1434599"/>
                </a:lnTo>
                <a:lnTo>
                  <a:pt x="2787037" y="1519342"/>
                </a:lnTo>
                <a:lnTo>
                  <a:pt x="2525657" y="1519342"/>
                </a:lnTo>
                <a:close/>
                <a:moveTo>
                  <a:pt x="2218294" y="839704"/>
                </a:moveTo>
                <a:lnTo>
                  <a:pt x="2737477" y="839704"/>
                </a:lnTo>
                <a:lnTo>
                  <a:pt x="2703199" y="1060520"/>
                </a:lnTo>
                <a:lnTo>
                  <a:pt x="2568029" y="1054233"/>
                </a:lnTo>
                <a:lnTo>
                  <a:pt x="2494088" y="1519342"/>
                </a:lnTo>
                <a:lnTo>
                  <a:pt x="2247120" y="1519342"/>
                </a:lnTo>
                <a:lnTo>
                  <a:pt x="2321026" y="1054233"/>
                </a:lnTo>
                <a:lnTo>
                  <a:pt x="2184015" y="1060519"/>
                </a:lnTo>
                <a:close/>
                <a:moveTo>
                  <a:pt x="1939757" y="839704"/>
                </a:moveTo>
                <a:lnTo>
                  <a:pt x="2186723" y="839704"/>
                </a:lnTo>
                <a:lnTo>
                  <a:pt x="2079476" y="1519342"/>
                </a:lnTo>
                <a:lnTo>
                  <a:pt x="1832509" y="1519342"/>
                </a:lnTo>
                <a:close/>
                <a:moveTo>
                  <a:pt x="845509" y="839704"/>
                </a:moveTo>
                <a:lnTo>
                  <a:pt x="1092476" y="839704"/>
                </a:lnTo>
                <a:lnTo>
                  <a:pt x="985194" y="1519342"/>
                </a:lnTo>
                <a:lnTo>
                  <a:pt x="738227" y="1519342"/>
                </a:lnTo>
                <a:close/>
                <a:moveTo>
                  <a:pt x="136107" y="839704"/>
                </a:moveTo>
                <a:lnTo>
                  <a:pt x="387590" y="839704"/>
                </a:lnTo>
                <a:cubicBezTo>
                  <a:pt x="615629" y="839704"/>
                  <a:pt x="775180" y="939762"/>
                  <a:pt x="735518" y="1189439"/>
                </a:cubicBezTo>
                <a:cubicBezTo>
                  <a:pt x="707463" y="1383717"/>
                  <a:pt x="537793" y="1525817"/>
                  <a:pt x="341607" y="1519342"/>
                </a:cubicBezTo>
                <a:lnTo>
                  <a:pt x="28860" y="1519342"/>
                </a:lnTo>
                <a:close/>
                <a:moveTo>
                  <a:pt x="1522401" y="828886"/>
                </a:moveTo>
                <a:cubicBezTo>
                  <a:pt x="1640484" y="828886"/>
                  <a:pt x="1793714" y="887460"/>
                  <a:pt x="1828896" y="1003736"/>
                </a:cubicBezTo>
                <a:lnTo>
                  <a:pt x="1584603" y="1088478"/>
                </a:lnTo>
                <a:cubicBezTo>
                  <a:pt x="1570182" y="1054536"/>
                  <a:pt x="1535774" y="1033522"/>
                  <a:pt x="1498993" y="1036192"/>
                </a:cubicBezTo>
                <a:cubicBezTo>
                  <a:pt x="1410639" y="1036191"/>
                  <a:pt x="1350243" y="1111921"/>
                  <a:pt x="1336733" y="1193919"/>
                </a:cubicBezTo>
                <a:cubicBezTo>
                  <a:pt x="1325029" y="1268728"/>
                  <a:pt x="1361079" y="1339057"/>
                  <a:pt x="1441306" y="1339057"/>
                </a:cubicBezTo>
                <a:cubicBezTo>
                  <a:pt x="1485908" y="1341117"/>
                  <a:pt x="1527949" y="1318182"/>
                  <a:pt x="1550359" y="1279564"/>
                </a:cubicBezTo>
                <a:lnTo>
                  <a:pt x="1438599" y="1279564"/>
                </a:lnTo>
                <a:lnTo>
                  <a:pt x="1463849" y="1119110"/>
                </a:lnTo>
                <a:lnTo>
                  <a:pt x="1845117" y="1119110"/>
                </a:lnTo>
                <a:cubicBezTo>
                  <a:pt x="1826189" y="1229969"/>
                  <a:pt x="1811741" y="1322838"/>
                  <a:pt x="1717101" y="1409351"/>
                </a:cubicBezTo>
                <a:cubicBezTo>
                  <a:pt x="1632912" y="1485922"/>
                  <a:pt x="1523533" y="1528907"/>
                  <a:pt x="1409738" y="1530143"/>
                </a:cubicBezTo>
                <a:cubicBezTo>
                  <a:pt x="1202433" y="1530143"/>
                  <a:pt x="1055522" y="1402162"/>
                  <a:pt x="1089767" y="1184021"/>
                </a:cubicBezTo>
                <a:cubicBezTo>
                  <a:pt x="1124914" y="962285"/>
                  <a:pt x="1308812" y="828886"/>
                  <a:pt x="1522401" y="828886"/>
                </a:cubicBezTo>
                <a:close/>
                <a:moveTo>
                  <a:pt x="1023953" y="218275"/>
                </a:moveTo>
                <a:cubicBezTo>
                  <a:pt x="948905" y="217350"/>
                  <a:pt x="885379" y="273472"/>
                  <a:pt x="877044" y="348062"/>
                </a:cubicBezTo>
                <a:cubicBezTo>
                  <a:pt x="866208" y="419277"/>
                  <a:pt x="903161" y="483267"/>
                  <a:pt x="976199" y="483267"/>
                </a:cubicBezTo>
                <a:cubicBezTo>
                  <a:pt x="985886" y="483708"/>
                  <a:pt x="995587" y="482803"/>
                  <a:pt x="1005025" y="480576"/>
                </a:cubicBezTo>
                <a:lnTo>
                  <a:pt x="958173" y="417488"/>
                </a:lnTo>
                <a:lnTo>
                  <a:pt x="1115884" y="388627"/>
                </a:lnTo>
                <a:cubicBezTo>
                  <a:pt x="1122359" y="376798"/>
                  <a:pt x="1126929" y="364023"/>
                  <a:pt x="1129429" y="350771"/>
                </a:cubicBezTo>
                <a:cubicBezTo>
                  <a:pt x="1141133" y="275060"/>
                  <a:pt x="1096956" y="218275"/>
                  <a:pt x="1023953" y="218275"/>
                </a:cubicBezTo>
                <a:close/>
                <a:moveTo>
                  <a:pt x="1980322" y="10970"/>
                </a:moveTo>
                <a:lnTo>
                  <a:pt x="2227289" y="10970"/>
                </a:lnTo>
                <a:lnTo>
                  <a:pt x="2120007" y="690590"/>
                </a:lnTo>
                <a:lnTo>
                  <a:pt x="1873040" y="690590"/>
                </a:lnTo>
                <a:close/>
                <a:moveTo>
                  <a:pt x="1492673" y="10970"/>
                </a:moveTo>
                <a:lnTo>
                  <a:pt x="1739640" y="10970"/>
                </a:lnTo>
                <a:lnTo>
                  <a:pt x="1666637" y="472466"/>
                </a:lnTo>
                <a:lnTo>
                  <a:pt x="1873942" y="472466"/>
                </a:lnTo>
                <a:lnTo>
                  <a:pt x="1839698" y="690590"/>
                </a:lnTo>
                <a:lnTo>
                  <a:pt x="1385426" y="690590"/>
                </a:lnTo>
                <a:close/>
                <a:moveTo>
                  <a:pt x="1058197" y="151"/>
                </a:moveTo>
                <a:cubicBezTo>
                  <a:pt x="1273629" y="151"/>
                  <a:pt x="1412446" y="130841"/>
                  <a:pt x="1377299" y="352577"/>
                </a:cubicBezTo>
                <a:cubicBezTo>
                  <a:pt x="1366283" y="428791"/>
                  <a:pt x="1333410" y="500178"/>
                  <a:pt x="1282659" y="558094"/>
                </a:cubicBezTo>
                <a:lnTo>
                  <a:pt x="1365560" y="668953"/>
                </a:lnTo>
                <a:lnTo>
                  <a:pt x="1159158" y="750083"/>
                </a:lnTo>
                <a:lnTo>
                  <a:pt x="1124011" y="667164"/>
                </a:lnTo>
                <a:cubicBezTo>
                  <a:pt x="1063428" y="690772"/>
                  <a:pt x="998840" y="702402"/>
                  <a:pt x="933828" y="701408"/>
                </a:cubicBezTo>
                <a:cubicBezTo>
                  <a:pt x="728328" y="701408"/>
                  <a:pt x="594929" y="560785"/>
                  <a:pt x="627367" y="352577"/>
                </a:cubicBezTo>
                <a:cubicBezTo>
                  <a:pt x="663735" y="144532"/>
                  <a:pt x="847071" y="-5439"/>
                  <a:pt x="1058197" y="151"/>
                </a:cubicBezTo>
                <a:close/>
                <a:moveTo>
                  <a:pt x="419125" y="151"/>
                </a:moveTo>
                <a:cubicBezTo>
                  <a:pt x="492386" y="-1489"/>
                  <a:pt x="564404" y="19259"/>
                  <a:pt x="625562" y="59627"/>
                </a:cubicBezTo>
                <a:lnTo>
                  <a:pt x="530922" y="233592"/>
                </a:lnTo>
                <a:cubicBezTo>
                  <a:pt x="492880" y="201809"/>
                  <a:pt x="445268" y="183720"/>
                  <a:pt x="395719" y="182225"/>
                </a:cubicBezTo>
                <a:cubicBezTo>
                  <a:pt x="374082" y="182225"/>
                  <a:pt x="341609" y="190334"/>
                  <a:pt x="337129" y="218275"/>
                </a:cubicBezTo>
                <a:cubicBezTo>
                  <a:pt x="333517" y="243525"/>
                  <a:pt x="363246" y="247117"/>
                  <a:pt x="381271" y="251616"/>
                </a:cubicBezTo>
                <a:lnTo>
                  <a:pt x="435381" y="264258"/>
                </a:lnTo>
                <a:cubicBezTo>
                  <a:pt x="536307" y="287683"/>
                  <a:pt x="603024" y="343565"/>
                  <a:pt x="584998" y="458939"/>
                </a:cubicBezTo>
                <a:cubicBezTo>
                  <a:pt x="558846" y="621181"/>
                  <a:pt x="398427" y="701408"/>
                  <a:pt x="251483" y="701408"/>
                </a:cubicBezTo>
                <a:cubicBezTo>
                  <a:pt x="163895" y="701019"/>
                  <a:pt x="77670" y="679692"/>
                  <a:pt x="0" y="639206"/>
                </a:cubicBezTo>
                <a:lnTo>
                  <a:pt x="106379" y="447217"/>
                </a:lnTo>
                <a:lnTo>
                  <a:pt x="117180" y="457150"/>
                </a:lnTo>
                <a:cubicBezTo>
                  <a:pt x="155987" y="494893"/>
                  <a:pt x="207330" y="517029"/>
                  <a:pt x="261415" y="519335"/>
                </a:cubicBezTo>
                <a:cubicBezTo>
                  <a:pt x="285726" y="519335"/>
                  <a:pt x="326291" y="509419"/>
                  <a:pt x="330806" y="478770"/>
                </a:cubicBezTo>
                <a:cubicBezTo>
                  <a:pt x="336224" y="448120"/>
                  <a:pt x="303751" y="445411"/>
                  <a:pt x="282149" y="440913"/>
                </a:cubicBezTo>
                <a:lnTo>
                  <a:pt x="233457" y="431901"/>
                </a:lnTo>
                <a:cubicBezTo>
                  <a:pt x="139720" y="414779"/>
                  <a:pt x="67620" y="357995"/>
                  <a:pt x="84742" y="251616"/>
                </a:cubicBezTo>
                <a:cubicBezTo>
                  <a:pt x="109991" y="90294"/>
                  <a:pt x="271313" y="151"/>
                  <a:pt x="419125" y="151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3551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>
              <a:latin typeface="Inter-Bold" panose="02000803000000020004" pitchFamily="50" charset="0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B8011289-0803-4929-9983-0189C863AA3A}"/>
              </a:ext>
            </a:extLst>
          </p:cNvPr>
          <p:cNvSpPr txBox="1"/>
          <p:nvPr userDrawn="1"/>
        </p:nvSpPr>
        <p:spPr>
          <a:xfrm rot="16200000">
            <a:off x="11434516" y="3374386"/>
            <a:ext cx="1274618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8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333559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E64FF76F-DE15-4792-9EE7-B2E8C29A2D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91" y="113090"/>
            <a:ext cx="11965818" cy="6631820"/>
          </a:xfrm>
          <a:prstGeom prst="rect">
            <a:avLst/>
          </a:prstGeom>
        </p:spPr>
      </p:pic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7B5E13F2-5D36-42D9-8D56-036BE4CA7A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7659" y="2457110"/>
            <a:ext cx="7543074" cy="938222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800" i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05E20A02-C6DE-463E-88F9-2DAF71F3BF35}"/>
              </a:ext>
            </a:extLst>
          </p:cNvPr>
          <p:cNvSpPr/>
          <p:nvPr userDrawn="1"/>
        </p:nvSpPr>
        <p:spPr>
          <a:xfrm>
            <a:off x="1287659" y="1097779"/>
            <a:ext cx="2191482" cy="894578"/>
          </a:xfrm>
          <a:custGeom>
            <a:avLst/>
            <a:gdLst>
              <a:gd name="connsiteX0" fmla="*/ 2732962 w 5778671"/>
              <a:gd name="connsiteY0" fmla="*/ 1854142 h 2358893"/>
              <a:gd name="connsiteX1" fmla="*/ 2714937 w 5778671"/>
              <a:gd name="connsiteY1" fmla="*/ 1969516 h 2358893"/>
              <a:gd name="connsiteX2" fmla="*/ 2732059 w 5778671"/>
              <a:gd name="connsiteY2" fmla="*/ 1969516 h 2358893"/>
              <a:gd name="connsiteX3" fmla="*/ 2822184 w 5778671"/>
              <a:gd name="connsiteY3" fmla="*/ 1912697 h 2358893"/>
              <a:gd name="connsiteX4" fmla="*/ 2751890 w 5778671"/>
              <a:gd name="connsiteY4" fmla="*/ 1854142 h 2358893"/>
              <a:gd name="connsiteX5" fmla="*/ 1582799 w 5778671"/>
              <a:gd name="connsiteY5" fmla="*/ 1854142 h 2358893"/>
              <a:gd name="connsiteX6" fmla="*/ 1563871 w 5778671"/>
              <a:gd name="connsiteY6" fmla="*/ 1972190 h 2358893"/>
              <a:gd name="connsiteX7" fmla="*/ 1588217 w 5778671"/>
              <a:gd name="connsiteY7" fmla="*/ 1972190 h 2358893"/>
              <a:gd name="connsiteX8" fmla="*/ 1688275 w 5778671"/>
              <a:gd name="connsiteY8" fmla="*/ 1909989 h 2358893"/>
              <a:gd name="connsiteX9" fmla="*/ 1606242 w 5778671"/>
              <a:gd name="connsiteY9" fmla="*/ 1854142 h 2358893"/>
              <a:gd name="connsiteX10" fmla="*/ 5321655 w 5778671"/>
              <a:gd name="connsiteY10" fmla="*/ 1668439 h 2358893"/>
              <a:gd name="connsiteX11" fmla="*/ 5778671 w 5778671"/>
              <a:gd name="connsiteY11" fmla="*/ 1668439 h 2358893"/>
              <a:gd name="connsiteX12" fmla="*/ 5749810 w 5778671"/>
              <a:gd name="connsiteY12" fmla="*/ 1854142 h 2358893"/>
              <a:gd name="connsiteX13" fmla="*/ 5541602 w 5778671"/>
              <a:gd name="connsiteY13" fmla="*/ 1854142 h 2358893"/>
              <a:gd name="connsiteX14" fmla="*/ 5530801 w 5778671"/>
              <a:gd name="connsiteY14" fmla="*/ 1919018 h 2358893"/>
              <a:gd name="connsiteX15" fmla="*/ 5720984 w 5778671"/>
              <a:gd name="connsiteY15" fmla="*/ 1919018 h 2358893"/>
              <a:gd name="connsiteX16" fmla="*/ 5693026 w 5778671"/>
              <a:gd name="connsiteY16" fmla="*/ 2095691 h 2358893"/>
              <a:gd name="connsiteX17" fmla="*/ 5502843 w 5778671"/>
              <a:gd name="connsiteY17" fmla="*/ 2095691 h 2358893"/>
              <a:gd name="connsiteX18" fmla="*/ 5492945 w 5778671"/>
              <a:gd name="connsiteY18" fmla="*/ 2162409 h 2358893"/>
              <a:gd name="connsiteX19" fmla="*/ 5708342 w 5778671"/>
              <a:gd name="connsiteY19" fmla="*/ 2162409 h 2358893"/>
              <a:gd name="connsiteX20" fmla="*/ 5678613 w 5778671"/>
              <a:gd name="connsiteY20" fmla="*/ 2348077 h 2358893"/>
              <a:gd name="connsiteX21" fmla="*/ 5214408 w 5778671"/>
              <a:gd name="connsiteY21" fmla="*/ 2348077 h 2358893"/>
              <a:gd name="connsiteX22" fmla="*/ 4016489 w 5778671"/>
              <a:gd name="connsiteY22" fmla="*/ 1668439 h 2358893"/>
              <a:gd name="connsiteX23" fmla="*/ 4253558 w 5778671"/>
              <a:gd name="connsiteY23" fmla="*/ 1668439 h 2358893"/>
              <a:gd name="connsiteX24" fmla="*/ 4415818 w 5778671"/>
              <a:gd name="connsiteY24" fmla="*/ 2045228 h 2358893"/>
              <a:gd name="connsiteX25" fmla="*/ 4423007 w 5778671"/>
              <a:gd name="connsiteY25" fmla="*/ 2045228 h 2358893"/>
              <a:gd name="connsiteX26" fmla="*/ 4430231 w 5778671"/>
              <a:gd name="connsiteY26" fmla="*/ 1872132 h 2358893"/>
              <a:gd name="connsiteX27" fmla="*/ 4461766 w 5778671"/>
              <a:gd name="connsiteY27" fmla="*/ 1668439 h 2358893"/>
              <a:gd name="connsiteX28" fmla="*/ 4697932 w 5778671"/>
              <a:gd name="connsiteY28" fmla="*/ 1668439 h 2358893"/>
              <a:gd name="connsiteX29" fmla="*/ 4590685 w 5778671"/>
              <a:gd name="connsiteY29" fmla="*/ 2348075 h 2358893"/>
              <a:gd name="connsiteX30" fmla="*/ 4354519 w 5778671"/>
              <a:gd name="connsiteY30" fmla="*/ 2348075 h 2358893"/>
              <a:gd name="connsiteX31" fmla="*/ 4194065 w 5778671"/>
              <a:gd name="connsiteY31" fmla="*/ 1991117 h 2358893"/>
              <a:gd name="connsiteX32" fmla="*/ 4186876 w 5778671"/>
              <a:gd name="connsiteY32" fmla="*/ 1991117 h 2358893"/>
              <a:gd name="connsiteX33" fmla="*/ 4180555 w 5778671"/>
              <a:gd name="connsiteY33" fmla="*/ 2127226 h 2358893"/>
              <a:gd name="connsiteX34" fmla="*/ 4145408 w 5778671"/>
              <a:gd name="connsiteY34" fmla="*/ 2348077 h 2358893"/>
              <a:gd name="connsiteX35" fmla="*/ 3909242 w 5778671"/>
              <a:gd name="connsiteY35" fmla="*/ 2348077 h 2358893"/>
              <a:gd name="connsiteX36" fmla="*/ 3490082 w 5778671"/>
              <a:gd name="connsiteY36" fmla="*/ 1668439 h 2358893"/>
              <a:gd name="connsiteX37" fmla="*/ 3947098 w 5778671"/>
              <a:gd name="connsiteY37" fmla="*/ 1668439 h 2358893"/>
              <a:gd name="connsiteX38" fmla="*/ 3918237 w 5778671"/>
              <a:gd name="connsiteY38" fmla="*/ 1854142 h 2358893"/>
              <a:gd name="connsiteX39" fmla="*/ 3710029 w 5778671"/>
              <a:gd name="connsiteY39" fmla="*/ 1854142 h 2358893"/>
              <a:gd name="connsiteX40" fmla="*/ 3699228 w 5778671"/>
              <a:gd name="connsiteY40" fmla="*/ 1919018 h 2358893"/>
              <a:gd name="connsiteX41" fmla="*/ 3889411 w 5778671"/>
              <a:gd name="connsiteY41" fmla="*/ 1919018 h 2358893"/>
              <a:gd name="connsiteX42" fmla="*/ 3861453 w 5778671"/>
              <a:gd name="connsiteY42" fmla="*/ 2095691 h 2358893"/>
              <a:gd name="connsiteX43" fmla="*/ 3671270 w 5778671"/>
              <a:gd name="connsiteY43" fmla="*/ 2095691 h 2358893"/>
              <a:gd name="connsiteX44" fmla="*/ 3661372 w 5778671"/>
              <a:gd name="connsiteY44" fmla="*/ 2162409 h 2358893"/>
              <a:gd name="connsiteX45" fmla="*/ 3876769 w 5778671"/>
              <a:gd name="connsiteY45" fmla="*/ 2162409 h 2358893"/>
              <a:gd name="connsiteX46" fmla="*/ 3847040 w 5778671"/>
              <a:gd name="connsiteY46" fmla="*/ 2348077 h 2358893"/>
              <a:gd name="connsiteX47" fmla="*/ 3382835 w 5778671"/>
              <a:gd name="connsiteY47" fmla="*/ 2348077 h 2358893"/>
              <a:gd name="connsiteX48" fmla="*/ 3168307 w 5778671"/>
              <a:gd name="connsiteY48" fmla="*/ 1668439 h 2358893"/>
              <a:gd name="connsiteX49" fmla="*/ 3415274 w 5778671"/>
              <a:gd name="connsiteY49" fmla="*/ 1668439 h 2358893"/>
              <a:gd name="connsiteX50" fmla="*/ 3308027 w 5778671"/>
              <a:gd name="connsiteY50" fmla="*/ 2348075 h 2358893"/>
              <a:gd name="connsiteX51" fmla="*/ 3061059 w 5778671"/>
              <a:gd name="connsiteY51" fmla="*/ 2348075 h 2358893"/>
              <a:gd name="connsiteX52" fmla="*/ 2520239 w 5778671"/>
              <a:gd name="connsiteY52" fmla="*/ 1668439 h 2358893"/>
              <a:gd name="connsiteX53" fmla="*/ 2818572 w 5778671"/>
              <a:gd name="connsiteY53" fmla="*/ 1668439 h 2358893"/>
              <a:gd name="connsiteX54" fmla="*/ 3064637 w 5778671"/>
              <a:gd name="connsiteY54" fmla="*/ 1904605 h 2358893"/>
              <a:gd name="connsiteX55" fmla="*/ 2905120 w 5778671"/>
              <a:gd name="connsiteY55" fmla="*/ 2081278 h 2358893"/>
              <a:gd name="connsiteX56" fmla="*/ 2904217 w 5778671"/>
              <a:gd name="connsiteY56" fmla="*/ 2086661 h 2358893"/>
              <a:gd name="connsiteX57" fmla="*/ 2939364 w 5778671"/>
              <a:gd name="connsiteY57" fmla="*/ 2127226 h 2358893"/>
              <a:gd name="connsiteX58" fmla="*/ 3052031 w 5778671"/>
              <a:gd name="connsiteY58" fmla="*/ 2348078 h 2358893"/>
              <a:gd name="connsiteX59" fmla="*/ 2767206 w 5778671"/>
              <a:gd name="connsiteY59" fmla="*/ 2348078 h 2358893"/>
              <a:gd name="connsiteX60" fmla="*/ 2693300 w 5778671"/>
              <a:gd name="connsiteY60" fmla="*/ 2129937 h 2358893"/>
              <a:gd name="connsiteX61" fmla="*/ 2688784 w 5778671"/>
              <a:gd name="connsiteY61" fmla="*/ 2129937 h 2358893"/>
              <a:gd name="connsiteX62" fmla="*/ 2654541 w 5778671"/>
              <a:gd name="connsiteY62" fmla="*/ 2348075 h 2358893"/>
              <a:gd name="connsiteX63" fmla="*/ 2412956 w 5778671"/>
              <a:gd name="connsiteY63" fmla="*/ 2348075 h 2358893"/>
              <a:gd name="connsiteX64" fmla="*/ 1990219 w 5778671"/>
              <a:gd name="connsiteY64" fmla="*/ 1668439 h 2358893"/>
              <a:gd name="connsiteX65" fmla="*/ 2447235 w 5778671"/>
              <a:gd name="connsiteY65" fmla="*/ 1668439 h 2358893"/>
              <a:gd name="connsiteX66" fmla="*/ 2418375 w 5778671"/>
              <a:gd name="connsiteY66" fmla="*/ 1854142 h 2358893"/>
              <a:gd name="connsiteX67" fmla="*/ 2210167 w 5778671"/>
              <a:gd name="connsiteY67" fmla="*/ 1854142 h 2358893"/>
              <a:gd name="connsiteX68" fmla="*/ 2199366 w 5778671"/>
              <a:gd name="connsiteY68" fmla="*/ 1919018 h 2358893"/>
              <a:gd name="connsiteX69" fmla="*/ 2389549 w 5778671"/>
              <a:gd name="connsiteY69" fmla="*/ 1919018 h 2358893"/>
              <a:gd name="connsiteX70" fmla="*/ 2361591 w 5778671"/>
              <a:gd name="connsiteY70" fmla="*/ 2095691 h 2358893"/>
              <a:gd name="connsiteX71" fmla="*/ 2171407 w 5778671"/>
              <a:gd name="connsiteY71" fmla="*/ 2095691 h 2358893"/>
              <a:gd name="connsiteX72" fmla="*/ 2161509 w 5778671"/>
              <a:gd name="connsiteY72" fmla="*/ 2162409 h 2358893"/>
              <a:gd name="connsiteX73" fmla="*/ 2376908 w 5778671"/>
              <a:gd name="connsiteY73" fmla="*/ 2162409 h 2358893"/>
              <a:gd name="connsiteX74" fmla="*/ 2347176 w 5778671"/>
              <a:gd name="connsiteY74" fmla="*/ 2348075 h 2358893"/>
              <a:gd name="connsiteX75" fmla="*/ 1882972 w 5778671"/>
              <a:gd name="connsiteY75" fmla="*/ 2348075 h 2358893"/>
              <a:gd name="connsiteX76" fmla="*/ 1373688 w 5778671"/>
              <a:gd name="connsiteY76" fmla="*/ 1668439 h 2358893"/>
              <a:gd name="connsiteX77" fmla="*/ 1686468 w 5778671"/>
              <a:gd name="connsiteY77" fmla="*/ 1668439 h 2358893"/>
              <a:gd name="connsiteX78" fmla="*/ 1923537 w 5778671"/>
              <a:gd name="connsiteY78" fmla="*/ 1918115 h 2358893"/>
              <a:gd name="connsiteX79" fmla="*/ 1663025 w 5778671"/>
              <a:gd name="connsiteY79" fmla="*/ 2143445 h 2358893"/>
              <a:gd name="connsiteX80" fmla="*/ 1536850 w 5778671"/>
              <a:gd name="connsiteY80" fmla="*/ 2143445 h 2358893"/>
              <a:gd name="connsiteX81" fmla="*/ 1504377 w 5778671"/>
              <a:gd name="connsiteY81" fmla="*/ 2348075 h 2358893"/>
              <a:gd name="connsiteX82" fmla="*/ 1266440 w 5778671"/>
              <a:gd name="connsiteY82" fmla="*/ 2348075 h 2358893"/>
              <a:gd name="connsiteX83" fmla="*/ 1327704 w 5778671"/>
              <a:gd name="connsiteY83" fmla="*/ 1668439 h 2358893"/>
              <a:gd name="connsiteX84" fmla="*/ 1065421 w 5778671"/>
              <a:gd name="connsiteY84" fmla="*/ 1986605 h 2358893"/>
              <a:gd name="connsiteX85" fmla="*/ 1250187 w 5778671"/>
              <a:gd name="connsiteY85" fmla="*/ 2348075 h 2358893"/>
              <a:gd name="connsiteX86" fmla="*/ 968975 w 5778671"/>
              <a:gd name="connsiteY86" fmla="*/ 2348075 h 2358893"/>
              <a:gd name="connsiteX87" fmla="*/ 913997 w 5778671"/>
              <a:gd name="connsiteY87" fmla="*/ 2203841 h 2358893"/>
              <a:gd name="connsiteX88" fmla="*/ 906773 w 5778671"/>
              <a:gd name="connsiteY88" fmla="*/ 2162410 h 2358893"/>
              <a:gd name="connsiteX89" fmla="*/ 899551 w 5778671"/>
              <a:gd name="connsiteY89" fmla="*/ 2162410 h 2358893"/>
              <a:gd name="connsiteX90" fmla="*/ 872531 w 5778671"/>
              <a:gd name="connsiteY90" fmla="*/ 2209261 h 2358893"/>
              <a:gd name="connsiteX91" fmla="*/ 775180 w 5778671"/>
              <a:gd name="connsiteY91" fmla="*/ 2348075 h 2358893"/>
              <a:gd name="connsiteX92" fmla="*/ 493934 w 5778671"/>
              <a:gd name="connsiteY92" fmla="*/ 2348075 h 2358893"/>
              <a:gd name="connsiteX93" fmla="*/ 789593 w 5778671"/>
              <a:gd name="connsiteY93" fmla="*/ 1986605 h 2358893"/>
              <a:gd name="connsiteX94" fmla="*/ 625562 w 5778671"/>
              <a:gd name="connsiteY94" fmla="*/ 1668440 h 2358893"/>
              <a:gd name="connsiteX95" fmla="*/ 904064 w 5778671"/>
              <a:gd name="connsiteY95" fmla="*/ 1668440 h 2358893"/>
              <a:gd name="connsiteX96" fmla="*/ 939211 w 5778671"/>
              <a:gd name="connsiteY96" fmla="*/ 1764886 h 2358893"/>
              <a:gd name="connsiteX97" fmla="*/ 951853 w 5778671"/>
              <a:gd name="connsiteY97" fmla="*/ 1820767 h 2358893"/>
              <a:gd name="connsiteX98" fmla="*/ 957236 w 5778671"/>
              <a:gd name="connsiteY98" fmla="*/ 1820767 h 2358893"/>
              <a:gd name="connsiteX99" fmla="*/ 987000 w 5778671"/>
              <a:gd name="connsiteY99" fmla="*/ 1764886 h 2358893"/>
              <a:gd name="connsiteX100" fmla="*/ 1049201 w 5778671"/>
              <a:gd name="connsiteY100" fmla="*/ 1668440 h 2358893"/>
              <a:gd name="connsiteX101" fmla="*/ 130689 w 5778671"/>
              <a:gd name="connsiteY101" fmla="*/ 1668439 h 2358893"/>
              <a:gd name="connsiteX102" fmla="*/ 587705 w 5778671"/>
              <a:gd name="connsiteY102" fmla="*/ 1668439 h 2358893"/>
              <a:gd name="connsiteX103" fmla="*/ 558845 w 5778671"/>
              <a:gd name="connsiteY103" fmla="*/ 1854142 h 2358893"/>
              <a:gd name="connsiteX104" fmla="*/ 350636 w 5778671"/>
              <a:gd name="connsiteY104" fmla="*/ 1854142 h 2358893"/>
              <a:gd name="connsiteX105" fmla="*/ 339835 w 5778671"/>
              <a:gd name="connsiteY105" fmla="*/ 1919018 h 2358893"/>
              <a:gd name="connsiteX106" fmla="*/ 530018 w 5778671"/>
              <a:gd name="connsiteY106" fmla="*/ 1919018 h 2358893"/>
              <a:gd name="connsiteX107" fmla="*/ 502060 w 5778671"/>
              <a:gd name="connsiteY107" fmla="*/ 2095691 h 2358893"/>
              <a:gd name="connsiteX108" fmla="*/ 311877 w 5778671"/>
              <a:gd name="connsiteY108" fmla="*/ 2095691 h 2358893"/>
              <a:gd name="connsiteX109" fmla="*/ 301979 w 5778671"/>
              <a:gd name="connsiteY109" fmla="*/ 2162409 h 2358893"/>
              <a:gd name="connsiteX110" fmla="*/ 517376 w 5778671"/>
              <a:gd name="connsiteY110" fmla="*/ 2162409 h 2358893"/>
              <a:gd name="connsiteX111" fmla="*/ 487647 w 5778671"/>
              <a:gd name="connsiteY111" fmla="*/ 2348075 h 2358893"/>
              <a:gd name="connsiteX112" fmla="*/ 23442 w 5778671"/>
              <a:gd name="connsiteY112" fmla="*/ 2348075 h 2358893"/>
              <a:gd name="connsiteX113" fmla="*/ 5102646 w 5778671"/>
              <a:gd name="connsiteY113" fmla="*/ 1657639 h 2358893"/>
              <a:gd name="connsiteX114" fmla="*/ 5264002 w 5778671"/>
              <a:gd name="connsiteY114" fmla="*/ 1685562 h 2358893"/>
              <a:gd name="connsiteX115" fmla="*/ 5230627 w 5778671"/>
              <a:gd name="connsiteY115" fmla="*/ 1944267 h 2358893"/>
              <a:gd name="connsiteX116" fmla="*/ 5096325 w 5778671"/>
              <a:gd name="connsiteY116" fmla="*/ 1875744 h 2358893"/>
              <a:gd name="connsiteX117" fmla="*/ 4941289 w 5778671"/>
              <a:gd name="connsiteY117" fmla="*/ 2008275 h 2358893"/>
              <a:gd name="connsiteX118" fmla="*/ 5031655 w 5778671"/>
              <a:gd name="connsiteY118" fmla="*/ 2139050 h 2358893"/>
              <a:gd name="connsiteX119" fmla="*/ 5057566 w 5778671"/>
              <a:gd name="connsiteY119" fmla="*/ 2140736 h 2358893"/>
              <a:gd name="connsiteX120" fmla="*/ 5209893 w 5778671"/>
              <a:gd name="connsiteY120" fmla="*/ 2077666 h 2358893"/>
              <a:gd name="connsiteX121" fmla="*/ 5162139 w 5778671"/>
              <a:gd name="connsiteY121" fmla="*/ 2331823 h 2358893"/>
              <a:gd name="connsiteX122" fmla="*/ 4981854 w 5778671"/>
              <a:gd name="connsiteY122" fmla="*/ 2358878 h 2358893"/>
              <a:gd name="connsiteX123" fmla="*/ 4691612 w 5778671"/>
              <a:gd name="connsiteY123" fmla="*/ 2014561 h 2358893"/>
              <a:gd name="connsiteX124" fmla="*/ 5102646 w 5778671"/>
              <a:gd name="connsiteY124" fmla="*/ 1657639 h 2358893"/>
              <a:gd name="connsiteX125" fmla="*/ 2968225 w 5778671"/>
              <a:gd name="connsiteY125" fmla="*/ 1065938 h 2358893"/>
              <a:gd name="connsiteX126" fmla="*/ 2889805 w 5778671"/>
              <a:gd name="connsiteY126" fmla="*/ 1273243 h 2358893"/>
              <a:gd name="connsiteX127" fmla="*/ 2988959 w 5778671"/>
              <a:gd name="connsiteY127" fmla="*/ 1273242 h 2358893"/>
              <a:gd name="connsiteX128" fmla="*/ 2979026 w 5778671"/>
              <a:gd name="connsiteY128" fmla="*/ 1153354 h 2358893"/>
              <a:gd name="connsiteX129" fmla="*/ 2977255 w 5778671"/>
              <a:gd name="connsiteY129" fmla="*/ 1065938 h 2358893"/>
              <a:gd name="connsiteX130" fmla="*/ 349734 w 5778671"/>
              <a:gd name="connsiteY130" fmla="*/ 1052427 h 2358893"/>
              <a:gd name="connsiteX131" fmla="*/ 308267 w 5778671"/>
              <a:gd name="connsiteY131" fmla="*/ 1315614 h 2358893"/>
              <a:gd name="connsiteX132" fmla="*/ 323582 w 5778671"/>
              <a:gd name="connsiteY132" fmla="*/ 1315614 h 2358893"/>
              <a:gd name="connsiteX133" fmla="*/ 488551 w 5778671"/>
              <a:gd name="connsiteY133" fmla="*/ 1188535 h 2358893"/>
              <a:gd name="connsiteX134" fmla="*/ 365051 w 5778671"/>
              <a:gd name="connsiteY134" fmla="*/ 1052427 h 2358893"/>
              <a:gd name="connsiteX135" fmla="*/ 3399992 w 5778671"/>
              <a:gd name="connsiteY135" fmla="*/ 839704 h 2358893"/>
              <a:gd name="connsiteX136" fmla="*/ 3646959 w 5778671"/>
              <a:gd name="connsiteY136" fmla="*/ 839704 h 2358893"/>
              <a:gd name="connsiteX137" fmla="*/ 3573956 w 5778671"/>
              <a:gd name="connsiteY137" fmla="*/ 1301201 h 2358893"/>
              <a:gd name="connsiteX138" fmla="*/ 3781261 w 5778671"/>
              <a:gd name="connsiteY138" fmla="*/ 1301201 h 2358893"/>
              <a:gd name="connsiteX139" fmla="*/ 3747017 w 5778671"/>
              <a:gd name="connsiteY139" fmla="*/ 1519342 h 2358893"/>
              <a:gd name="connsiteX140" fmla="*/ 3292710 w 5778671"/>
              <a:gd name="connsiteY140" fmla="*/ 1519342 h 2358893"/>
              <a:gd name="connsiteX141" fmla="*/ 2869070 w 5778671"/>
              <a:gd name="connsiteY141" fmla="*/ 839704 h 2358893"/>
              <a:gd name="connsiteX142" fmla="*/ 3142190 w 5778671"/>
              <a:gd name="connsiteY142" fmla="*/ 839704 h 2358893"/>
              <a:gd name="connsiteX143" fmla="*/ 3277395 w 5778671"/>
              <a:gd name="connsiteY143" fmla="*/ 1519342 h 2358893"/>
              <a:gd name="connsiteX144" fmla="*/ 3016014 w 5778671"/>
              <a:gd name="connsiteY144" fmla="*/ 1519342 h 2358893"/>
              <a:gd name="connsiteX145" fmla="*/ 3006984 w 5778671"/>
              <a:gd name="connsiteY145" fmla="*/ 1434599 h 2358893"/>
              <a:gd name="connsiteX146" fmla="*/ 2820413 w 5778671"/>
              <a:gd name="connsiteY146" fmla="*/ 1434599 h 2358893"/>
              <a:gd name="connsiteX147" fmla="*/ 2787037 w 5778671"/>
              <a:gd name="connsiteY147" fmla="*/ 1519342 h 2358893"/>
              <a:gd name="connsiteX148" fmla="*/ 2525657 w 5778671"/>
              <a:gd name="connsiteY148" fmla="*/ 1519342 h 2358893"/>
              <a:gd name="connsiteX149" fmla="*/ 2218294 w 5778671"/>
              <a:gd name="connsiteY149" fmla="*/ 839704 h 2358893"/>
              <a:gd name="connsiteX150" fmla="*/ 2737477 w 5778671"/>
              <a:gd name="connsiteY150" fmla="*/ 839704 h 2358893"/>
              <a:gd name="connsiteX151" fmla="*/ 2703199 w 5778671"/>
              <a:gd name="connsiteY151" fmla="*/ 1060520 h 2358893"/>
              <a:gd name="connsiteX152" fmla="*/ 2568029 w 5778671"/>
              <a:gd name="connsiteY152" fmla="*/ 1054233 h 2358893"/>
              <a:gd name="connsiteX153" fmla="*/ 2494088 w 5778671"/>
              <a:gd name="connsiteY153" fmla="*/ 1519342 h 2358893"/>
              <a:gd name="connsiteX154" fmla="*/ 2247120 w 5778671"/>
              <a:gd name="connsiteY154" fmla="*/ 1519342 h 2358893"/>
              <a:gd name="connsiteX155" fmla="*/ 2321026 w 5778671"/>
              <a:gd name="connsiteY155" fmla="*/ 1054233 h 2358893"/>
              <a:gd name="connsiteX156" fmla="*/ 2184015 w 5778671"/>
              <a:gd name="connsiteY156" fmla="*/ 1060519 h 2358893"/>
              <a:gd name="connsiteX157" fmla="*/ 1939757 w 5778671"/>
              <a:gd name="connsiteY157" fmla="*/ 839704 h 2358893"/>
              <a:gd name="connsiteX158" fmla="*/ 2186723 w 5778671"/>
              <a:gd name="connsiteY158" fmla="*/ 839704 h 2358893"/>
              <a:gd name="connsiteX159" fmla="*/ 2079476 w 5778671"/>
              <a:gd name="connsiteY159" fmla="*/ 1519342 h 2358893"/>
              <a:gd name="connsiteX160" fmla="*/ 1832509 w 5778671"/>
              <a:gd name="connsiteY160" fmla="*/ 1519342 h 2358893"/>
              <a:gd name="connsiteX161" fmla="*/ 845509 w 5778671"/>
              <a:gd name="connsiteY161" fmla="*/ 839704 h 2358893"/>
              <a:gd name="connsiteX162" fmla="*/ 1092476 w 5778671"/>
              <a:gd name="connsiteY162" fmla="*/ 839704 h 2358893"/>
              <a:gd name="connsiteX163" fmla="*/ 985194 w 5778671"/>
              <a:gd name="connsiteY163" fmla="*/ 1519342 h 2358893"/>
              <a:gd name="connsiteX164" fmla="*/ 738227 w 5778671"/>
              <a:gd name="connsiteY164" fmla="*/ 1519342 h 2358893"/>
              <a:gd name="connsiteX165" fmla="*/ 136107 w 5778671"/>
              <a:gd name="connsiteY165" fmla="*/ 839704 h 2358893"/>
              <a:gd name="connsiteX166" fmla="*/ 387590 w 5778671"/>
              <a:gd name="connsiteY166" fmla="*/ 839704 h 2358893"/>
              <a:gd name="connsiteX167" fmla="*/ 735518 w 5778671"/>
              <a:gd name="connsiteY167" fmla="*/ 1189439 h 2358893"/>
              <a:gd name="connsiteX168" fmla="*/ 341607 w 5778671"/>
              <a:gd name="connsiteY168" fmla="*/ 1519342 h 2358893"/>
              <a:gd name="connsiteX169" fmla="*/ 28860 w 5778671"/>
              <a:gd name="connsiteY169" fmla="*/ 1519342 h 2358893"/>
              <a:gd name="connsiteX170" fmla="*/ 1522401 w 5778671"/>
              <a:gd name="connsiteY170" fmla="*/ 828886 h 2358893"/>
              <a:gd name="connsiteX171" fmla="*/ 1828896 w 5778671"/>
              <a:gd name="connsiteY171" fmla="*/ 1003736 h 2358893"/>
              <a:gd name="connsiteX172" fmla="*/ 1584603 w 5778671"/>
              <a:gd name="connsiteY172" fmla="*/ 1088478 h 2358893"/>
              <a:gd name="connsiteX173" fmla="*/ 1498993 w 5778671"/>
              <a:gd name="connsiteY173" fmla="*/ 1036192 h 2358893"/>
              <a:gd name="connsiteX174" fmla="*/ 1336733 w 5778671"/>
              <a:gd name="connsiteY174" fmla="*/ 1193919 h 2358893"/>
              <a:gd name="connsiteX175" fmla="*/ 1441306 w 5778671"/>
              <a:gd name="connsiteY175" fmla="*/ 1339057 h 2358893"/>
              <a:gd name="connsiteX176" fmla="*/ 1550359 w 5778671"/>
              <a:gd name="connsiteY176" fmla="*/ 1279564 h 2358893"/>
              <a:gd name="connsiteX177" fmla="*/ 1438599 w 5778671"/>
              <a:gd name="connsiteY177" fmla="*/ 1279564 h 2358893"/>
              <a:gd name="connsiteX178" fmla="*/ 1463849 w 5778671"/>
              <a:gd name="connsiteY178" fmla="*/ 1119110 h 2358893"/>
              <a:gd name="connsiteX179" fmla="*/ 1845117 w 5778671"/>
              <a:gd name="connsiteY179" fmla="*/ 1119110 h 2358893"/>
              <a:gd name="connsiteX180" fmla="*/ 1717101 w 5778671"/>
              <a:gd name="connsiteY180" fmla="*/ 1409351 h 2358893"/>
              <a:gd name="connsiteX181" fmla="*/ 1409738 w 5778671"/>
              <a:gd name="connsiteY181" fmla="*/ 1530143 h 2358893"/>
              <a:gd name="connsiteX182" fmla="*/ 1089767 w 5778671"/>
              <a:gd name="connsiteY182" fmla="*/ 1184021 h 2358893"/>
              <a:gd name="connsiteX183" fmla="*/ 1522401 w 5778671"/>
              <a:gd name="connsiteY183" fmla="*/ 828886 h 2358893"/>
              <a:gd name="connsiteX184" fmla="*/ 1023953 w 5778671"/>
              <a:gd name="connsiteY184" fmla="*/ 218275 h 2358893"/>
              <a:gd name="connsiteX185" fmla="*/ 877044 w 5778671"/>
              <a:gd name="connsiteY185" fmla="*/ 348062 h 2358893"/>
              <a:gd name="connsiteX186" fmla="*/ 976199 w 5778671"/>
              <a:gd name="connsiteY186" fmla="*/ 483267 h 2358893"/>
              <a:gd name="connsiteX187" fmla="*/ 1005025 w 5778671"/>
              <a:gd name="connsiteY187" fmla="*/ 480576 h 2358893"/>
              <a:gd name="connsiteX188" fmla="*/ 958173 w 5778671"/>
              <a:gd name="connsiteY188" fmla="*/ 417488 h 2358893"/>
              <a:gd name="connsiteX189" fmla="*/ 1115884 w 5778671"/>
              <a:gd name="connsiteY189" fmla="*/ 388627 h 2358893"/>
              <a:gd name="connsiteX190" fmla="*/ 1129429 w 5778671"/>
              <a:gd name="connsiteY190" fmla="*/ 350771 h 2358893"/>
              <a:gd name="connsiteX191" fmla="*/ 1023953 w 5778671"/>
              <a:gd name="connsiteY191" fmla="*/ 218275 h 2358893"/>
              <a:gd name="connsiteX192" fmla="*/ 1980322 w 5778671"/>
              <a:gd name="connsiteY192" fmla="*/ 10970 h 2358893"/>
              <a:gd name="connsiteX193" fmla="*/ 2227289 w 5778671"/>
              <a:gd name="connsiteY193" fmla="*/ 10970 h 2358893"/>
              <a:gd name="connsiteX194" fmla="*/ 2120007 w 5778671"/>
              <a:gd name="connsiteY194" fmla="*/ 690590 h 2358893"/>
              <a:gd name="connsiteX195" fmla="*/ 1873040 w 5778671"/>
              <a:gd name="connsiteY195" fmla="*/ 690590 h 2358893"/>
              <a:gd name="connsiteX196" fmla="*/ 1492673 w 5778671"/>
              <a:gd name="connsiteY196" fmla="*/ 10970 h 2358893"/>
              <a:gd name="connsiteX197" fmla="*/ 1739640 w 5778671"/>
              <a:gd name="connsiteY197" fmla="*/ 10970 h 2358893"/>
              <a:gd name="connsiteX198" fmla="*/ 1666637 w 5778671"/>
              <a:gd name="connsiteY198" fmla="*/ 472466 h 2358893"/>
              <a:gd name="connsiteX199" fmla="*/ 1873942 w 5778671"/>
              <a:gd name="connsiteY199" fmla="*/ 472466 h 2358893"/>
              <a:gd name="connsiteX200" fmla="*/ 1839698 w 5778671"/>
              <a:gd name="connsiteY200" fmla="*/ 690590 h 2358893"/>
              <a:gd name="connsiteX201" fmla="*/ 1385426 w 5778671"/>
              <a:gd name="connsiteY201" fmla="*/ 690590 h 2358893"/>
              <a:gd name="connsiteX202" fmla="*/ 1058197 w 5778671"/>
              <a:gd name="connsiteY202" fmla="*/ 151 h 2358893"/>
              <a:gd name="connsiteX203" fmla="*/ 1377299 w 5778671"/>
              <a:gd name="connsiteY203" fmla="*/ 352577 h 2358893"/>
              <a:gd name="connsiteX204" fmla="*/ 1282659 w 5778671"/>
              <a:gd name="connsiteY204" fmla="*/ 558094 h 2358893"/>
              <a:gd name="connsiteX205" fmla="*/ 1365560 w 5778671"/>
              <a:gd name="connsiteY205" fmla="*/ 668953 h 2358893"/>
              <a:gd name="connsiteX206" fmla="*/ 1159158 w 5778671"/>
              <a:gd name="connsiteY206" fmla="*/ 750083 h 2358893"/>
              <a:gd name="connsiteX207" fmla="*/ 1124011 w 5778671"/>
              <a:gd name="connsiteY207" fmla="*/ 667164 h 2358893"/>
              <a:gd name="connsiteX208" fmla="*/ 933828 w 5778671"/>
              <a:gd name="connsiteY208" fmla="*/ 701408 h 2358893"/>
              <a:gd name="connsiteX209" fmla="*/ 627367 w 5778671"/>
              <a:gd name="connsiteY209" fmla="*/ 352577 h 2358893"/>
              <a:gd name="connsiteX210" fmla="*/ 1058197 w 5778671"/>
              <a:gd name="connsiteY210" fmla="*/ 151 h 2358893"/>
              <a:gd name="connsiteX211" fmla="*/ 419125 w 5778671"/>
              <a:gd name="connsiteY211" fmla="*/ 151 h 2358893"/>
              <a:gd name="connsiteX212" fmla="*/ 625562 w 5778671"/>
              <a:gd name="connsiteY212" fmla="*/ 59627 h 2358893"/>
              <a:gd name="connsiteX213" fmla="*/ 530922 w 5778671"/>
              <a:gd name="connsiteY213" fmla="*/ 233592 h 2358893"/>
              <a:gd name="connsiteX214" fmla="*/ 395719 w 5778671"/>
              <a:gd name="connsiteY214" fmla="*/ 182225 h 2358893"/>
              <a:gd name="connsiteX215" fmla="*/ 337129 w 5778671"/>
              <a:gd name="connsiteY215" fmla="*/ 218275 h 2358893"/>
              <a:gd name="connsiteX216" fmla="*/ 381271 w 5778671"/>
              <a:gd name="connsiteY216" fmla="*/ 251616 h 2358893"/>
              <a:gd name="connsiteX217" fmla="*/ 435381 w 5778671"/>
              <a:gd name="connsiteY217" fmla="*/ 264258 h 2358893"/>
              <a:gd name="connsiteX218" fmla="*/ 584998 w 5778671"/>
              <a:gd name="connsiteY218" fmla="*/ 458939 h 2358893"/>
              <a:gd name="connsiteX219" fmla="*/ 251483 w 5778671"/>
              <a:gd name="connsiteY219" fmla="*/ 701408 h 2358893"/>
              <a:gd name="connsiteX220" fmla="*/ 0 w 5778671"/>
              <a:gd name="connsiteY220" fmla="*/ 639206 h 2358893"/>
              <a:gd name="connsiteX221" fmla="*/ 106379 w 5778671"/>
              <a:gd name="connsiteY221" fmla="*/ 447217 h 2358893"/>
              <a:gd name="connsiteX222" fmla="*/ 117180 w 5778671"/>
              <a:gd name="connsiteY222" fmla="*/ 457150 h 2358893"/>
              <a:gd name="connsiteX223" fmla="*/ 261415 w 5778671"/>
              <a:gd name="connsiteY223" fmla="*/ 519335 h 2358893"/>
              <a:gd name="connsiteX224" fmla="*/ 330806 w 5778671"/>
              <a:gd name="connsiteY224" fmla="*/ 478770 h 2358893"/>
              <a:gd name="connsiteX225" fmla="*/ 282149 w 5778671"/>
              <a:gd name="connsiteY225" fmla="*/ 440913 h 2358893"/>
              <a:gd name="connsiteX226" fmla="*/ 233457 w 5778671"/>
              <a:gd name="connsiteY226" fmla="*/ 431901 h 2358893"/>
              <a:gd name="connsiteX227" fmla="*/ 84742 w 5778671"/>
              <a:gd name="connsiteY227" fmla="*/ 251616 h 2358893"/>
              <a:gd name="connsiteX228" fmla="*/ 419125 w 5778671"/>
              <a:gd name="connsiteY228" fmla="*/ 151 h 2358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</a:cxnLst>
            <a:rect l="l" t="t" r="r" b="b"/>
            <a:pathLst>
              <a:path w="5778671" h="2358893">
                <a:moveTo>
                  <a:pt x="2732962" y="1854142"/>
                </a:moveTo>
                <a:lnTo>
                  <a:pt x="2714937" y="1969516"/>
                </a:lnTo>
                <a:lnTo>
                  <a:pt x="2732059" y="1969516"/>
                </a:lnTo>
                <a:cubicBezTo>
                  <a:pt x="2772624" y="1969516"/>
                  <a:pt x="2814057" y="1963195"/>
                  <a:pt x="2822184" y="1912697"/>
                </a:cubicBezTo>
                <a:cubicBezTo>
                  <a:pt x="2830311" y="1860428"/>
                  <a:pt x="2794261" y="1854142"/>
                  <a:pt x="2751890" y="1854142"/>
                </a:cubicBezTo>
                <a:close/>
                <a:moveTo>
                  <a:pt x="1582799" y="1854142"/>
                </a:moveTo>
                <a:lnTo>
                  <a:pt x="1563871" y="1972190"/>
                </a:lnTo>
                <a:lnTo>
                  <a:pt x="1588217" y="1972190"/>
                </a:lnTo>
                <a:cubicBezTo>
                  <a:pt x="1631491" y="1972190"/>
                  <a:pt x="1679245" y="1965001"/>
                  <a:pt x="1688275" y="1909989"/>
                </a:cubicBezTo>
                <a:cubicBezTo>
                  <a:pt x="1696367" y="1856816"/>
                  <a:pt x="1646808" y="1854142"/>
                  <a:pt x="1606242" y="1854142"/>
                </a:cubicBezTo>
                <a:close/>
                <a:moveTo>
                  <a:pt x="5321655" y="1668439"/>
                </a:moveTo>
                <a:lnTo>
                  <a:pt x="5778671" y="1668439"/>
                </a:lnTo>
                <a:lnTo>
                  <a:pt x="5749810" y="1854142"/>
                </a:lnTo>
                <a:lnTo>
                  <a:pt x="5541602" y="1854142"/>
                </a:lnTo>
                <a:lnTo>
                  <a:pt x="5530801" y="1919018"/>
                </a:lnTo>
                <a:lnTo>
                  <a:pt x="5720984" y="1919018"/>
                </a:lnTo>
                <a:lnTo>
                  <a:pt x="5693026" y="2095691"/>
                </a:lnTo>
                <a:lnTo>
                  <a:pt x="5502843" y="2095691"/>
                </a:lnTo>
                <a:lnTo>
                  <a:pt x="5492945" y="2162409"/>
                </a:lnTo>
                <a:lnTo>
                  <a:pt x="5708342" y="2162409"/>
                </a:lnTo>
                <a:lnTo>
                  <a:pt x="5678613" y="2348077"/>
                </a:lnTo>
                <a:lnTo>
                  <a:pt x="5214408" y="2348077"/>
                </a:lnTo>
                <a:close/>
                <a:moveTo>
                  <a:pt x="4016489" y="1668439"/>
                </a:moveTo>
                <a:lnTo>
                  <a:pt x="4253558" y="1668439"/>
                </a:lnTo>
                <a:lnTo>
                  <a:pt x="4415818" y="2045228"/>
                </a:lnTo>
                <a:lnTo>
                  <a:pt x="4423007" y="2045228"/>
                </a:lnTo>
                <a:cubicBezTo>
                  <a:pt x="4420020" y="1987430"/>
                  <a:pt x="4422438" y="1929480"/>
                  <a:pt x="4430231" y="1872132"/>
                </a:cubicBezTo>
                <a:lnTo>
                  <a:pt x="4461766" y="1668439"/>
                </a:lnTo>
                <a:lnTo>
                  <a:pt x="4697932" y="1668439"/>
                </a:lnTo>
                <a:lnTo>
                  <a:pt x="4590685" y="2348075"/>
                </a:lnTo>
                <a:lnTo>
                  <a:pt x="4354519" y="2348075"/>
                </a:lnTo>
                <a:lnTo>
                  <a:pt x="4194065" y="1991117"/>
                </a:lnTo>
                <a:lnTo>
                  <a:pt x="4186876" y="1991117"/>
                </a:lnTo>
                <a:cubicBezTo>
                  <a:pt x="4188420" y="2036583"/>
                  <a:pt x="4186306" y="2082099"/>
                  <a:pt x="4180555" y="2127226"/>
                </a:cubicBezTo>
                <a:lnTo>
                  <a:pt x="4145408" y="2348077"/>
                </a:lnTo>
                <a:lnTo>
                  <a:pt x="3909242" y="2348077"/>
                </a:lnTo>
                <a:close/>
                <a:moveTo>
                  <a:pt x="3490082" y="1668439"/>
                </a:moveTo>
                <a:lnTo>
                  <a:pt x="3947098" y="1668439"/>
                </a:lnTo>
                <a:lnTo>
                  <a:pt x="3918237" y="1854142"/>
                </a:lnTo>
                <a:lnTo>
                  <a:pt x="3710029" y="1854142"/>
                </a:lnTo>
                <a:lnTo>
                  <a:pt x="3699228" y="1919018"/>
                </a:lnTo>
                <a:lnTo>
                  <a:pt x="3889411" y="1919018"/>
                </a:lnTo>
                <a:lnTo>
                  <a:pt x="3861453" y="2095691"/>
                </a:lnTo>
                <a:lnTo>
                  <a:pt x="3671270" y="2095691"/>
                </a:lnTo>
                <a:lnTo>
                  <a:pt x="3661372" y="2162409"/>
                </a:lnTo>
                <a:lnTo>
                  <a:pt x="3876769" y="2162409"/>
                </a:lnTo>
                <a:lnTo>
                  <a:pt x="3847040" y="2348077"/>
                </a:lnTo>
                <a:lnTo>
                  <a:pt x="3382835" y="2348077"/>
                </a:lnTo>
                <a:close/>
                <a:moveTo>
                  <a:pt x="3168307" y="1668439"/>
                </a:moveTo>
                <a:lnTo>
                  <a:pt x="3415274" y="1668439"/>
                </a:lnTo>
                <a:lnTo>
                  <a:pt x="3308027" y="2348075"/>
                </a:lnTo>
                <a:lnTo>
                  <a:pt x="3061059" y="2348075"/>
                </a:lnTo>
                <a:close/>
                <a:moveTo>
                  <a:pt x="2520239" y="1668439"/>
                </a:moveTo>
                <a:lnTo>
                  <a:pt x="2818572" y="1668439"/>
                </a:lnTo>
                <a:cubicBezTo>
                  <a:pt x="2971802" y="1668439"/>
                  <a:pt x="3091691" y="1733350"/>
                  <a:pt x="3064637" y="1904605"/>
                </a:cubicBezTo>
                <a:cubicBezTo>
                  <a:pt x="3048419" y="2007372"/>
                  <a:pt x="3001566" y="2050611"/>
                  <a:pt x="2905120" y="2081278"/>
                </a:cubicBezTo>
                <a:lnTo>
                  <a:pt x="2904217" y="2086661"/>
                </a:lnTo>
                <a:cubicBezTo>
                  <a:pt x="2918311" y="2097924"/>
                  <a:pt x="2930223" y="2111672"/>
                  <a:pt x="2939364" y="2127226"/>
                </a:cubicBezTo>
                <a:lnTo>
                  <a:pt x="3052031" y="2348078"/>
                </a:lnTo>
                <a:lnTo>
                  <a:pt x="2767206" y="2348078"/>
                </a:lnTo>
                <a:lnTo>
                  <a:pt x="2693300" y="2129937"/>
                </a:lnTo>
                <a:lnTo>
                  <a:pt x="2688784" y="2129937"/>
                </a:lnTo>
                <a:lnTo>
                  <a:pt x="2654541" y="2348075"/>
                </a:lnTo>
                <a:lnTo>
                  <a:pt x="2412956" y="2348075"/>
                </a:lnTo>
                <a:close/>
                <a:moveTo>
                  <a:pt x="1990219" y="1668439"/>
                </a:moveTo>
                <a:lnTo>
                  <a:pt x="2447235" y="1668439"/>
                </a:lnTo>
                <a:lnTo>
                  <a:pt x="2418375" y="1854142"/>
                </a:lnTo>
                <a:lnTo>
                  <a:pt x="2210167" y="1854142"/>
                </a:lnTo>
                <a:lnTo>
                  <a:pt x="2199366" y="1919018"/>
                </a:lnTo>
                <a:lnTo>
                  <a:pt x="2389549" y="1919018"/>
                </a:lnTo>
                <a:lnTo>
                  <a:pt x="2361591" y="2095691"/>
                </a:lnTo>
                <a:lnTo>
                  <a:pt x="2171407" y="2095691"/>
                </a:lnTo>
                <a:lnTo>
                  <a:pt x="2161509" y="2162409"/>
                </a:lnTo>
                <a:lnTo>
                  <a:pt x="2376908" y="2162409"/>
                </a:lnTo>
                <a:lnTo>
                  <a:pt x="2347176" y="2348075"/>
                </a:lnTo>
                <a:lnTo>
                  <a:pt x="1882972" y="2348075"/>
                </a:lnTo>
                <a:close/>
                <a:moveTo>
                  <a:pt x="1373688" y="1668439"/>
                </a:moveTo>
                <a:lnTo>
                  <a:pt x="1686468" y="1668439"/>
                </a:lnTo>
                <a:cubicBezTo>
                  <a:pt x="1845117" y="1668439"/>
                  <a:pt x="1949655" y="1749569"/>
                  <a:pt x="1923537" y="1918115"/>
                </a:cubicBezTo>
                <a:cubicBezTo>
                  <a:pt x="1909143" y="2049876"/>
                  <a:pt x="1795485" y="2148185"/>
                  <a:pt x="1663025" y="2143445"/>
                </a:cubicBezTo>
                <a:lnTo>
                  <a:pt x="1536850" y="2143445"/>
                </a:lnTo>
                <a:lnTo>
                  <a:pt x="1504377" y="2348075"/>
                </a:lnTo>
                <a:lnTo>
                  <a:pt x="1266440" y="2348075"/>
                </a:lnTo>
                <a:close/>
                <a:moveTo>
                  <a:pt x="1327704" y="1668439"/>
                </a:moveTo>
                <a:lnTo>
                  <a:pt x="1065421" y="1986605"/>
                </a:lnTo>
                <a:lnTo>
                  <a:pt x="1250187" y="2348075"/>
                </a:lnTo>
                <a:lnTo>
                  <a:pt x="968975" y="2348075"/>
                </a:lnTo>
                <a:lnTo>
                  <a:pt x="913997" y="2203841"/>
                </a:lnTo>
                <a:cubicBezTo>
                  <a:pt x="909338" y="2190519"/>
                  <a:pt x="906898" y="2176522"/>
                  <a:pt x="906773" y="2162410"/>
                </a:cubicBezTo>
                <a:lnTo>
                  <a:pt x="899551" y="2162410"/>
                </a:lnTo>
                <a:cubicBezTo>
                  <a:pt x="892110" y="2178878"/>
                  <a:pt x="883059" y="2194572"/>
                  <a:pt x="872531" y="2209261"/>
                </a:cubicBezTo>
                <a:lnTo>
                  <a:pt x="775180" y="2348075"/>
                </a:lnTo>
                <a:lnTo>
                  <a:pt x="493934" y="2348075"/>
                </a:lnTo>
                <a:lnTo>
                  <a:pt x="789593" y="1986605"/>
                </a:lnTo>
                <a:lnTo>
                  <a:pt x="625562" y="1668440"/>
                </a:lnTo>
                <a:lnTo>
                  <a:pt x="904064" y="1668440"/>
                </a:lnTo>
                <a:lnTo>
                  <a:pt x="939211" y="1764886"/>
                </a:lnTo>
                <a:cubicBezTo>
                  <a:pt x="945655" y="1782938"/>
                  <a:pt x="949899" y="1801700"/>
                  <a:pt x="951853" y="1820767"/>
                </a:cubicBezTo>
                <a:lnTo>
                  <a:pt x="957236" y="1820767"/>
                </a:lnTo>
                <a:cubicBezTo>
                  <a:pt x="964991" y="1801065"/>
                  <a:pt x="974977" y="1782316"/>
                  <a:pt x="987000" y="1764886"/>
                </a:cubicBezTo>
                <a:lnTo>
                  <a:pt x="1049201" y="1668440"/>
                </a:lnTo>
                <a:close/>
                <a:moveTo>
                  <a:pt x="130689" y="1668439"/>
                </a:moveTo>
                <a:lnTo>
                  <a:pt x="587705" y="1668439"/>
                </a:lnTo>
                <a:lnTo>
                  <a:pt x="558845" y="1854142"/>
                </a:lnTo>
                <a:lnTo>
                  <a:pt x="350636" y="1854142"/>
                </a:lnTo>
                <a:lnTo>
                  <a:pt x="339835" y="1919018"/>
                </a:lnTo>
                <a:lnTo>
                  <a:pt x="530018" y="1919018"/>
                </a:lnTo>
                <a:lnTo>
                  <a:pt x="502060" y="2095691"/>
                </a:lnTo>
                <a:lnTo>
                  <a:pt x="311877" y="2095691"/>
                </a:lnTo>
                <a:lnTo>
                  <a:pt x="301979" y="2162409"/>
                </a:lnTo>
                <a:lnTo>
                  <a:pt x="517376" y="2162409"/>
                </a:lnTo>
                <a:lnTo>
                  <a:pt x="487647" y="2348075"/>
                </a:lnTo>
                <a:lnTo>
                  <a:pt x="23442" y="2348075"/>
                </a:lnTo>
                <a:close/>
                <a:moveTo>
                  <a:pt x="5102646" y="1657639"/>
                </a:moveTo>
                <a:cubicBezTo>
                  <a:pt x="5157643" y="1657519"/>
                  <a:pt x="5212243" y="1666967"/>
                  <a:pt x="5264002" y="1685562"/>
                </a:cubicBezTo>
                <a:lnTo>
                  <a:pt x="5230627" y="1944267"/>
                </a:lnTo>
                <a:cubicBezTo>
                  <a:pt x="5197600" y="1903416"/>
                  <a:pt x="5148783" y="1878509"/>
                  <a:pt x="5096325" y="1875744"/>
                </a:cubicBezTo>
                <a:cubicBezTo>
                  <a:pt x="5019782" y="1877633"/>
                  <a:pt x="4955062" y="1932958"/>
                  <a:pt x="4941289" y="2008275"/>
                </a:cubicBezTo>
                <a:cubicBezTo>
                  <a:pt x="4930130" y="2069341"/>
                  <a:pt x="4970588" y="2127891"/>
                  <a:pt x="5031655" y="2139050"/>
                </a:cubicBezTo>
                <a:cubicBezTo>
                  <a:pt x="5040198" y="2140611"/>
                  <a:pt x="5048892" y="2141177"/>
                  <a:pt x="5057566" y="2140736"/>
                </a:cubicBezTo>
                <a:cubicBezTo>
                  <a:pt x="5114308" y="2138875"/>
                  <a:pt x="5168442" y="2116461"/>
                  <a:pt x="5209893" y="2077666"/>
                </a:cubicBezTo>
                <a:lnTo>
                  <a:pt x="5162139" y="2331823"/>
                </a:lnTo>
                <a:cubicBezTo>
                  <a:pt x="5103823" y="2350191"/>
                  <a:pt x="5042992" y="2359320"/>
                  <a:pt x="4981854" y="2358878"/>
                </a:cubicBezTo>
                <a:cubicBezTo>
                  <a:pt x="4788058" y="2358877"/>
                  <a:pt x="4660980" y="2208356"/>
                  <a:pt x="4691612" y="2014561"/>
                </a:cubicBezTo>
                <a:cubicBezTo>
                  <a:pt x="4725705" y="1812638"/>
                  <a:pt x="4897937" y="1663080"/>
                  <a:pt x="5102646" y="1657639"/>
                </a:cubicBezTo>
                <a:close/>
                <a:moveTo>
                  <a:pt x="2968225" y="1065938"/>
                </a:moveTo>
                <a:lnTo>
                  <a:pt x="2889805" y="1273243"/>
                </a:lnTo>
                <a:lnTo>
                  <a:pt x="2988959" y="1273242"/>
                </a:lnTo>
                <a:lnTo>
                  <a:pt x="2979026" y="1153354"/>
                </a:lnTo>
                <a:cubicBezTo>
                  <a:pt x="2976352" y="1124527"/>
                  <a:pt x="2977255" y="1094798"/>
                  <a:pt x="2977255" y="1065938"/>
                </a:cubicBezTo>
                <a:close/>
                <a:moveTo>
                  <a:pt x="349734" y="1052427"/>
                </a:moveTo>
                <a:lnTo>
                  <a:pt x="308267" y="1315614"/>
                </a:lnTo>
                <a:lnTo>
                  <a:pt x="323582" y="1315614"/>
                </a:lnTo>
                <a:cubicBezTo>
                  <a:pt x="405615" y="1315614"/>
                  <a:pt x="474138" y="1277758"/>
                  <a:pt x="488551" y="1188535"/>
                </a:cubicBezTo>
                <a:cubicBezTo>
                  <a:pt x="503868" y="1092992"/>
                  <a:pt x="455210" y="1052427"/>
                  <a:pt x="365051" y="1052427"/>
                </a:cubicBezTo>
                <a:close/>
                <a:moveTo>
                  <a:pt x="3399992" y="839704"/>
                </a:moveTo>
                <a:lnTo>
                  <a:pt x="3646959" y="839704"/>
                </a:lnTo>
                <a:lnTo>
                  <a:pt x="3573956" y="1301201"/>
                </a:lnTo>
                <a:lnTo>
                  <a:pt x="3781261" y="1301201"/>
                </a:lnTo>
                <a:lnTo>
                  <a:pt x="3747017" y="1519342"/>
                </a:lnTo>
                <a:lnTo>
                  <a:pt x="3292710" y="1519342"/>
                </a:lnTo>
                <a:close/>
                <a:moveTo>
                  <a:pt x="2869070" y="839704"/>
                </a:moveTo>
                <a:lnTo>
                  <a:pt x="3142190" y="839704"/>
                </a:lnTo>
                <a:lnTo>
                  <a:pt x="3277395" y="1519342"/>
                </a:lnTo>
                <a:lnTo>
                  <a:pt x="3016014" y="1519342"/>
                </a:lnTo>
                <a:lnTo>
                  <a:pt x="3006984" y="1434599"/>
                </a:lnTo>
                <a:lnTo>
                  <a:pt x="2820413" y="1434599"/>
                </a:lnTo>
                <a:lnTo>
                  <a:pt x="2787037" y="1519342"/>
                </a:lnTo>
                <a:lnTo>
                  <a:pt x="2525657" y="1519342"/>
                </a:lnTo>
                <a:close/>
                <a:moveTo>
                  <a:pt x="2218294" y="839704"/>
                </a:moveTo>
                <a:lnTo>
                  <a:pt x="2737477" y="839704"/>
                </a:lnTo>
                <a:lnTo>
                  <a:pt x="2703199" y="1060520"/>
                </a:lnTo>
                <a:lnTo>
                  <a:pt x="2568029" y="1054233"/>
                </a:lnTo>
                <a:lnTo>
                  <a:pt x="2494088" y="1519342"/>
                </a:lnTo>
                <a:lnTo>
                  <a:pt x="2247120" y="1519342"/>
                </a:lnTo>
                <a:lnTo>
                  <a:pt x="2321026" y="1054233"/>
                </a:lnTo>
                <a:lnTo>
                  <a:pt x="2184015" y="1060519"/>
                </a:lnTo>
                <a:close/>
                <a:moveTo>
                  <a:pt x="1939757" y="839704"/>
                </a:moveTo>
                <a:lnTo>
                  <a:pt x="2186723" y="839704"/>
                </a:lnTo>
                <a:lnTo>
                  <a:pt x="2079476" y="1519342"/>
                </a:lnTo>
                <a:lnTo>
                  <a:pt x="1832509" y="1519342"/>
                </a:lnTo>
                <a:close/>
                <a:moveTo>
                  <a:pt x="845509" y="839704"/>
                </a:moveTo>
                <a:lnTo>
                  <a:pt x="1092476" y="839704"/>
                </a:lnTo>
                <a:lnTo>
                  <a:pt x="985194" y="1519342"/>
                </a:lnTo>
                <a:lnTo>
                  <a:pt x="738227" y="1519342"/>
                </a:lnTo>
                <a:close/>
                <a:moveTo>
                  <a:pt x="136107" y="839704"/>
                </a:moveTo>
                <a:lnTo>
                  <a:pt x="387590" y="839704"/>
                </a:lnTo>
                <a:cubicBezTo>
                  <a:pt x="615629" y="839704"/>
                  <a:pt x="775180" y="939762"/>
                  <a:pt x="735518" y="1189439"/>
                </a:cubicBezTo>
                <a:cubicBezTo>
                  <a:pt x="707463" y="1383717"/>
                  <a:pt x="537793" y="1525817"/>
                  <a:pt x="341607" y="1519342"/>
                </a:cubicBezTo>
                <a:lnTo>
                  <a:pt x="28860" y="1519342"/>
                </a:lnTo>
                <a:close/>
                <a:moveTo>
                  <a:pt x="1522401" y="828886"/>
                </a:moveTo>
                <a:cubicBezTo>
                  <a:pt x="1640484" y="828886"/>
                  <a:pt x="1793714" y="887460"/>
                  <a:pt x="1828896" y="1003736"/>
                </a:cubicBezTo>
                <a:lnTo>
                  <a:pt x="1584603" y="1088478"/>
                </a:lnTo>
                <a:cubicBezTo>
                  <a:pt x="1570182" y="1054536"/>
                  <a:pt x="1535774" y="1033522"/>
                  <a:pt x="1498993" y="1036192"/>
                </a:cubicBezTo>
                <a:cubicBezTo>
                  <a:pt x="1410639" y="1036191"/>
                  <a:pt x="1350243" y="1111921"/>
                  <a:pt x="1336733" y="1193919"/>
                </a:cubicBezTo>
                <a:cubicBezTo>
                  <a:pt x="1325029" y="1268728"/>
                  <a:pt x="1361079" y="1339057"/>
                  <a:pt x="1441306" y="1339057"/>
                </a:cubicBezTo>
                <a:cubicBezTo>
                  <a:pt x="1485908" y="1341117"/>
                  <a:pt x="1527949" y="1318182"/>
                  <a:pt x="1550359" y="1279564"/>
                </a:cubicBezTo>
                <a:lnTo>
                  <a:pt x="1438599" y="1279564"/>
                </a:lnTo>
                <a:lnTo>
                  <a:pt x="1463849" y="1119110"/>
                </a:lnTo>
                <a:lnTo>
                  <a:pt x="1845117" y="1119110"/>
                </a:lnTo>
                <a:cubicBezTo>
                  <a:pt x="1826189" y="1229969"/>
                  <a:pt x="1811741" y="1322838"/>
                  <a:pt x="1717101" y="1409351"/>
                </a:cubicBezTo>
                <a:cubicBezTo>
                  <a:pt x="1632912" y="1485922"/>
                  <a:pt x="1523533" y="1528907"/>
                  <a:pt x="1409738" y="1530143"/>
                </a:cubicBezTo>
                <a:cubicBezTo>
                  <a:pt x="1202433" y="1530143"/>
                  <a:pt x="1055522" y="1402162"/>
                  <a:pt x="1089767" y="1184021"/>
                </a:cubicBezTo>
                <a:cubicBezTo>
                  <a:pt x="1124914" y="962285"/>
                  <a:pt x="1308812" y="828886"/>
                  <a:pt x="1522401" y="828886"/>
                </a:cubicBezTo>
                <a:close/>
                <a:moveTo>
                  <a:pt x="1023953" y="218275"/>
                </a:moveTo>
                <a:cubicBezTo>
                  <a:pt x="948905" y="217350"/>
                  <a:pt x="885379" y="273472"/>
                  <a:pt x="877044" y="348062"/>
                </a:cubicBezTo>
                <a:cubicBezTo>
                  <a:pt x="866208" y="419277"/>
                  <a:pt x="903161" y="483267"/>
                  <a:pt x="976199" y="483267"/>
                </a:cubicBezTo>
                <a:cubicBezTo>
                  <a:pt x="985886" y="483708"/>
                  <a:pt x="995587" y="482803"/>
                  <a:pt x="1005025" y="480576"/>
                </a:cubicBezTo>
                <a:lnTo>
                  <a:pt x="958173" y="417488"/>
                </a:lnTo>
                <a:lnTo>
                  <a:pt x="1115884" y="388627"/>
                </a:lnTo>
                <a:cubicBezTo>
                  <a:pt x="1122359" y="376798"/>
                  <a:pt x="1126929" y="364023"/>
                  <a:pt x="1129429" y="350771"/>
                </a:cubicBezTo>
                <a:cubicBezTo>
                  <a:pt x="1141133" y="275060"/>
                  <a:pt x="1096956" y="218275"/>
                  <a:pt x="1023953" y="218275"/>
                </a:cubicBezTo>
                <a:close/>
                <a:moveTo>
                  <a:pt x="1980322" y="10970"/>
                </a:moveTo>
                <a:lnTo>
                  <a:pt x="2227289" y="10970"/>
                </a:lnTo>
                <a:lnTo>
                  <a:pt x="2120007" y="690590"/>
                </a:lnTo>
                <a:lnTo>
                  <a:pt x="1873040" y="690590"/>
                </a:lnTo>
                <a:close/>
                <a:moveTo>
                  <a:pt x="1492673" y="10970"/>
                </a:moveTo>
                <a:lnTo>
                  <a:pt x="1739640" y="10970"/>
                </a:lnTo>
                <a:lnTo>
                  <a:pt x="1666637" y="472466"/>
                </a:lnTo>
                <a:lnTo>
                  <a:pt x="1873942" y="472466"/>
                </a:lnTo>
                <a:lnTo>
                  <a:pt x="1839698" y="690590"/>
                </a:lnTo>
                <a:lnTo>
                  <a:pt x="1385426" y="690590"/>
                </a:lnTo>
                <a:close/>
                <a:moveTo>
                  <a:pt x="1058197" y="151"/>
                </a:moveTo>
                <a:cubicBezTo>
                  <a:pt x="1273629" y="151"/>
                  <a:pt x="1412446" y="130841"/>
                  <a:pt x="1377299" y="352577"/>
                </a:cubicBezTo>
                <a:cubicBezTo>
                  <a:pt x="1366283" y="428791"/>
                  <a:pt x="1333410" y="500178"/>
                  <a:pt x="1282659" y="558094"/>
                </a:cubicBezTo>
                <a:lnTo>
                  <a:pt x="1365560" y="668953"/>
                </a:lnTo>
                <a:lnTo>
                  <a:pt x="1159158" y="750083"/>
                </a:lnTo>
                <a:lnTo>
                  <a:pt x="1124011" y="667164"/>
                </a:lnTo>
                <a:cubicBezTo>
                  <a:pt x="1063428" y="690772"/>
                  <a:pt x="998840" y="702402"/>
                  <a:pt x="933828" y="701408"/>
                </a:cubicBezTo>
                <a:cubicBezTo>
                  <a:pt x="728328" y="701408"/>
                  <a:pt x="594929" y="560785"/>
                  <a:pt x="627367" y="352577"/>
                </a:cubicBezTo>
                <a:cubicBezTo>
                  <a:pt x="663735" y="144532"/>
                  <a:pt x="847071" y="-5439"/>
                  <a:pt x="1058197" y="151"/>
                </a:cubicBezTo>
                <a:close/>
                <a:moveTo>
                  <a:pt x="419125" y="151"/>
                </a:moveTo>
                <a:cubicBezTo>
                  <a:pt x="492386" y="-1489"/>
                  <a:pt x="564404" y="19259"/>
                  <a:pt x="625562" y="59627"/>
                </a:cubicBezTo>
                <a:lnTo>
                  <a:pt x="530922" y="233592"/>
                </a:lnTo>
                <a:cubicBezTo>
                  <a:pt x="492880" y="201809"/>
                  <a:pt x="445268" y="183720"/>
                  <a:pt x="395719" y="182225"/>
                </a:cubicBezTo>
                <a:cubicBezTo>
                  <a:pt x="374082" y="182225"/>
                  <a:pt x="341609" y="190334"/>
                  <a:pt x="337129" y="218275"/>
                </a:cubicBezTo>
                <a:cubicBezTo>
                  <a:pt x="333517" y="243525"/>
                  <a:pt x="363246" y="247117"/>
                  <a:pt x="381271" y="251616"/>
                </a:cubicBezTo>
                <a:lnTo>
                  <a:pt x="435381" y="264258"/>
                </a:lnTo>
                <a:cubicBezTo>
                  <a:pt x="536307" y="287683"/>
                  <a:pt x="603024" y="343565"/>
                  <a:pt x="584998" y="458939"/>
                </a:cubicBezTo>
                <a:cubicBezTo>
                  <a:pt x="558846" y="621181"/>
                  <a:pt x="398427" y="701408"/>
                  <a:pt x="251483" y="701408"/>
                </a:cubicBezTo>
                <a:cubicBezTo>
                  <a:pt x="163895" y="701019"/>
                  <a:pt x="77670" y="679692"/>
                  <a:pt x="0" y="639206"/>
                </a:cubicBezTo>
                <a:lnTo>
                  <a:pt x="106379" y="447217"/>
                </a:lnTo>
                <a:lnTo>
                  <a:pt x="117180" y="457150"/>
                </a:lnTo>
                <a:cubicBezTo>
                  <a:pt x="155987" y="494893"/>
                  <a:pt x="207330" y="517029"/>
                  <a:pt x="261415" y="519335"/>
                </a:cubicBezTo>
                <a:cubicBezTo>
                  <a:pt x="285726" y="519335"/>
                  <a:pt x="326291" y="509419"/>
                  <a:pt x="330806" y="478770"/>
                </a:cubicBezTo>
                <a:cubicBezTo>
                  <a:pt x="336224" y="448120"/>
                  <a:pt x="303751" y="445411"/>
                  <a:pt x="282149" y="440913"/>
                </a:cubicBezTo>
                <a:lnTo>
                  <a:pt x="233457" y="431901"/>
                </a:lnTo>
                <a:cubicBezTo>
                  <a:pt x="139720" y="414779"/>
                  <a:pt x="67620" y="357995"/>
                  <a:pt x="84742" y="251616"/>
                </a:cubicBezTo>
                <a:cubicBezTo>
                  <a:pt x="109991" y="90294"/>
                  <a:pt x="271313" y="151"/>
                  <a:pt x="419125" y="151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3551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5B890EC-D08A-4B93-B907-5E14CACCAA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2333" y="1093769"/>
            <a:ext cx="1972008" cy="4585871"/>
          </a:xfrm>
        </p:spPr>
        <p:txBody>
          <a:bodyPr wrap="none">
            <a:noAutofit/>
          </a:bodyPr>
          <a:lstStyle>
            <a:lvl1pPr marL="0" indent="0" algn="r">
              <a:lnSpc>
                <a:spcPct val="80000"/>
              </a:lnSpc>
              <a:buNone/>
              <a:defRPr lang="fr-FR" sz="12000" kern="1200" cap="all" dirty="0">
                <a:solidFill>
                  <a:schemeClr val="bg1">
                    <a:alpha val="1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01</a:t>
            </a:r>
            <a:br>
              <a:rPr lang="en-US" noProof="0"/>
            </a:br>
            <a:r>
              <a:rPr lang="en-US" noProof="0"/>
              <a:t>01</a:t>
            </a:r>
            <a:br>
              <a:rPr lang="en-US" noProof="0"/>
            </a:br>
            <a:r>
              <a:rPr lang="en-US" noProof="0"/>
              <a:t>21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C0FC526-F689-4DBE-8281-CB92AC0569A6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97219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635DA1CC-9DE6-4736-AF55-67DBB561F1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91" y="113090"/>
            <a:ext cx="11965818" cy="6631820"/>
          </a:xfrm>
          <a:prstGeom prst="rect">
            <a:avLst/>
          </a:prstGeom>
        </p:spPr>
      </p:pic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7B5E13F2-5D36-42D9-8D56-036BE4CA7A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46094" y="3487892"/>
            <a:ext cx="7543074" cy="387689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800" i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05E20A02-C6DE-463E-88F9-2DAF71F3BF35}"/>
              </a:ext>
            </a:extLst>
          </p:cNvPr>
          <p:cNvSpPr/>
          <p:nvPr userDrawn="1"/>
        </p:nvSpPr>
        <p:spPr>
          <a:xfrm>
            <a:off x="1287659" y="1350027"/>
            <a:ext cx="1557141" cy="635636"/>
          </a:xfrm>
          <a:custGeom>
            <a:avLst/>
            <a:gdLst>
              <a:gd name="connsiteX0" fmla="*/ 2732962 w 5778671"/>
              <a:gd name="connsiteY0" fmla="*/ 1854142 h 2358893"/>
              <a:gd name="connsiteX1" fmla="*/ 2714937 w 5778671"/>
              <a:gd name="connsiteY1" fmla="*/ 1969516 h 2358893"/>
              <a:gd name="connsiteX2" fmla="*/ 2732059 w 5778671"/>
              <a:gd name="connsiteY2" fmla="*/ 1969516 h 2358893"/>
              <a:gd name="connsiteX3" fmla="*/ 2822184 w 5778671"/>
              <a:gd name="connsiteY3" fmla="*/ 1912697 h 2358893"/>
              <a:gd name="connsiteX4" fmla="*/ 2751890 w 5778671"/>
              <a:gd name="connsiteY4" fmla="*/ 1854142 h 2358893"/>
              <a:gd name="connsiteX5" fmla="*/ 1582799 w 5778671"/>
              <a:gd name="connsiteY5" fmla="*/ 1854142 h 2358893"/>
              <a:gd name="connsiteX6" fmla="*/ 1563871 w 5778671"/>
              <a:gd name="connsiteY6" fmla="*/ 1972190 h 2358893"/>
              <a:gd name="connsiteX7" fmla="*/ 1588217 w 5778671"/>
              <a:gd name="connsiteY7" fmla="*/ 1972190 h 2358893"/>
              <a:gd name="connsiteX8" fmla="*/ 1688275 w 5778671"/>
              <a:gd name="connsiteY8" fmla="*/ 1909989 h 2358893"/>
              <a:gd name="connsiteX9" fmla="*/ 1606242 w 5778671"/>
              <a:gd name="connsiteY9" fmla="*/ 1854142 h 2358893"/>
              <a:gd name="connsiteX10" fmla="*/ 5321655 w 5778671"/>
              <a:gd name="connsiteY10" fmla="*/ 1668439 h 2358893"/>
              <a:gd name="connsiteX11" fmla="*/ 5778671 w 5778671"/>
              <a:gd name="connsiteY11" fmla="*/ 1668439 h 2358893"/>
              <a:gd name="connsiteX12" fmla="*/ 5749810 w 5778671"/>
              <a:gd name="connsiteY12" fmla="*/ 1854142 h 2358893"/>
              <a:gd name="connsiteX13" fmla="*/ 5541602 w 5778671"/>
              <a:gd name="connsiteY13" fmla="*/ 1854142 h 2358893"/>
              <a:gd name="connsiteX14" fmla="*/ 5530801 w 5778671"/>
              <a:gd name="connsiteY14" fmla="*/ 1919018 h 2358893"/>
              <a:gd name="connsiteX15" fmla="*/ 5720984 w 5778671"/>
              <a:gd name="connsiteY15" fmla="*/ 1919018 h 2358893"/>
              <a:gd name="connsiteX16" fmla="*/ 5693026 w 5778671"/>
              <a:gd name="connsiteY16" fmla="*/ 2095691 h 2358893"/>
              <a:gd name="connsiteX17" fmla="*/ 5502843 w 5778671"/>
              <a:gd name="connsiteY17" fmla="*/ 2095691 h 2358893"/>
              <a:gd name="connsiteX18" fmla="*/ 5492945 w 5778671"/>
              <a:gd name="connsiteY18" fmla="*/ 2162409 h 2358893"/>
              <a:gd name="connsiteX19" fmla="*/ 5708342 w 5778671"/>
              <a:gd name="connsiteY19" fmla="*/ 2162409 h 2358893"/>
              <a:gd name="connsiteX20" fmla="*/ 5678613 w 5778671"/>
              <a:gd name="connsiteY20" fmla="*/ 2348077 h 2358893"/>
              <a:gd name="connsiteX21" fmla="*/ 5214408 w 5778671"/>
              <a:gd name="connsiteY21" fmla="*/ 2348077 h 2358893"/>
              <a:gd name="connsiteX22" fmla="*/ 4016489 w 5778671"/>
              <a:gd name="connsiteY22" fmla="*/ 1668439 h 2358893"/>
              <a:gd name="connsiteX23" fmla="*/ 4253558 w 5778671"/>
              <a:gd name="connsiteY23" fmla="*/ 1668439 h 2358893"/>
              <a:gd name="connsiteX24" fmla="*/ 4415818 w 5778671"/>
              <a:gd name="connsiteY24" fmla="*/ 2045228 h 2358893"/>
              <a:gd name="connsiteX25" fmla="*/ 4423007 w 5778671"/>
              <a:gd name="connsiteY25" fmla="*/ 2045228 h 2358893"/>
              <a:gd name="connsiteX26" fmla="*/ 4430231 w 5778671"/>
              <a:gd name="connsiteY26" fmla="*/ 1872132 h 2358893"/>
              <a:gd name="connsiteX27" fmla="*/ 4461766 w 5778671"/>
              <a:gd name="connsiteY27" fmla="*/ 1668439 h 2358893"/>
              <a:gd name="connsiteX28" fmla="*/ 4697932 w 5778671"/>
              <a:gd name="connsiteY28" fmla="*/ 1668439 h 2358893"/>
              <a:gd name="connsiteX29" fmla="*/ 4590685 w 5778671"/>
              <a:gd name="connsiteY29" fmla="*/ 2348075 h 2358893"/>
              <a:gd name="connsiteX30" fmla="*/ 4354519 w 5778671"/>
              <a:gd name="connsiteY30" fmla="*/ 2348075 h 2358893"/>
              <a:gd name="connsiteX31" fmla="*/ 4194065 w 5778671"/>
              <a:gd name="connsiteY31" fmla="*/ 1991117 h 2358893"/>
              <a:gd name="connsiteX32" fmla="*/ 4186876 w 5778671"/>
              <a:gd name="connsiteY32" fmla="*/ 1991117 h 2358893"/>
              <a:gd name="connsiteX33" fmla="*/ 4180555 w 5778671"/>
              <a:gd name="connsiteY33" fmla="*/ 2127226 h 2358893"/>
              <a:gd name="connsiteX34" fmla="*/ 4145408 w 5778671"/>
              <a:gd name="connsiteY34" fmla="*/ 2348077 h 2358893"/>
              <a:gd name="connsiteX35" fmla="*/ 3909242 w 5778671"/>
              <a:gd name="connsiteY35" fmla="*/ 2348077 h 2358893"/>
              <a:gd name="connsiteX36" fmla="*/ 3490082 w 5778671"/>
              <a:gd name="connsiteY36" fmla="*/ 1668439 h 2358893"/>
              <a:gd name="connsiteX37" fmla="*/ 3947098 w 5778671"/>
              <a:gd name="connsiteY37" fmla="*/ 1668439 h 2358893"/>
              <a:gd name="connsiteX38" fmla="*/ 3918237 w 5778671"/>
              <a:gd name="connsiteY38" fmla="*/ 1854142 h 2358893"/>
              <a:gd name="connsiteX39" fmla="*/ 3710029 w 5778671"/>
              <a:gd name="connsiteY39" fmla="*/ 1854142 h 2358893"/>
              <a:gd name="connsiteX40" fmla="*/ 3699228 w 5778671"/>
              <a:gd name="connsiteY40" fmla="*/ 1919018 h 2358893"/>
              <a:gd name="connsiteX41" fmla="*/ 3889411 w 5778671"/>
              <a:gd name="connsiteY41" fmla="*/ 1919018 h 2358893"/>
              <a:gd name="connsiteX42" fmla="*/ 3861453 w 5778671"/>
              <a:gd name="connsiteY42" fmla="*/ 2095691 h 2358893"/>
              <a:gd name="connsiteX43" fmla="*/ 3671270 w 5778671"/>
              <a:gd name="connsiteY43" fmla="*/ 2095691 h 2358893"/>
              <a:gd name="connsiteX44" fmla="*/ 3661372 w 5778671"/>
              <a:gd name="connsiteY44" fmla="*/ 2162409 h 2358893"/>
              <a:gd name="connsiteX45" fmla="*/ 3876769 w 5778671"/>
              <a:gd name="connsiteY45" fmla="*/ 2162409 h 2358893"/>
              <a:gd name="connsiteX46" fmla="*/ 3847040 w 5778671"/>
              <a:gd name="connsiteY46" fmla="*/ 2348077 h 2358893"/>
              <a:gd name="connsiteX47" fmla="*/ 3382835 w 5778671"/>
              <a:gd name="connsiteY47" fmla="*/ 2348077 h 2358893"/>
              <a:gd name="connsiteX48" fmla="*/ 3168307 w 5778671"/>
              <a:gd name="connsiteY48" fmla="*/ 1668439 h 2358893"/>
              <a:gd name="connsiteX49" fmla="*/ 3415274 w 5778671"/>
              <a:gd name="connsiteY49" fmla="*/ 1668439 h 2358893"/>
              <a:gd name="connsiteX50" fmla="*/ 3308027 w 5778671"/>
              <a:gd name="connsiteY50" fmla="*/ 2348075 h 2358893"/>
              <a:gd name="connsiteX51" fmla="*/ 3061059 w 5778671"/>
              <a:gd name="connsiteY51" fmla="*/ 2348075 h 2358893"/>
              <a:gd name="connsiteX52" fmla="*/ 2520239 w 5778671"/>
              <a:gd name="connsiteY52" fmla="*/ 1668439 h 2358893"/>
              <a:gd name="connsiteX53" fmla="*/ 2818572 w 5778671"/>
              <a:gd name="connsiteY53" fmla="*/ 1668439 h 2358893"/>
              <a:gd name="connsiteX54" fmla="*/ 3064637 w 5778671"/>
              <a:gd name="connsiteY54" fmla="*/ 1904605 h 2358893"/>
              <a:gd name="connsiteX55" fmla="*/ 2905120 w 5778671"/>
              <a:gd name="connsiteY55" fmla="*/ 2081278 h 2358893"/>
              <a:gd name="connsiteX56" fmla="*/ 2904217 w 5778671"/>
              <a:gd name="connsiteY56" fmla="*/ 2086661 h 2358893"/>
              <a:gd name="connsiteX57" fmla="*/ 2939364 w 5778671"/>
              <a:gd name="connsiteY57" fmla="*/ 2127226 h 2358893"/>
              <a:gd name="connsiteX58" fmla="*/ 3052031 w 5778671"/>
              <a:gd name="connsiteY58" fmla="*/ 2348078 h 2358893"/>
              <a:gd name="connsiteX59" fmla="*/ 2767206 w 5778671"/>
              <a:gd name="connsiteY59" fmla="*/ 2348078 h 2358893"/>
              <a:gd name="connsiteX60" fmla="*/ 2693300 w 5778671"/>
              <a:gd name="connsiteY60" fmla="*/ 2129937 h 2358893"/>
              <a:gd name="connsiteX61" fmla="*/ 2688784 w 5778671"/>
              <a:gd name="connsiteY61" fmla="*/ 2129937 h 2358893"/>
              <a:gd name="connsiteX62" fmla="*/ 2654541 w 5778671"/>
              <a:gd name="connsiteY62" fmla="*/ 2348075 h 2358893"/>
              <a:gd name="connsiteX63" fmla="*/ 2412956 w 5778671"/>
              <a:gd name="connsiteY63" fmla="*/ 2348075 h 2358893"/>
              <a:gd name="connsiteX64" fmla="*/ 1990219 w 5778671"/>
              <a:gd name="connsiteY64" fmla="*/ 1668439 h 2358893"/>
              <a:gd name="connsiteX65" fmla="*/ 2447235 w 5778671"/>
              <a:gd name="connsiteY65" fmla="*/ 1668439 h 2358893"/>
              <a:gd name="connsiteX66" fmla="*/ 2418375 w 5778671"/>
              <a:gd name="connsiteY66" fmla="*/ 1854142 h 2358893"/>
              <a:gd name="connsiteX67" fmla="*/ 2210167 w 5778671"/>
              <a:gd name="connsiteY67" fmla="*/ 1854142 h 2358893"/>
              <a:gd name="connsiteX68" fmla="*/ 2199366 w 5778671"/>
              <a:gd name="connsiteY68" fmla="*/ 1919018 h 2358893"/>
              <a:gd name="connsiteX69" fmla="*/ 2389549 w 5778671"/>
              <a:gd name="connsiteY69" fmla="*/ 1919018 h 2358893"/>
              <a:gd name="connsiteX70" fmla="*/ 2361591 w 5778671"/>
              <a:gd name="connsiteY70" fmla="*/ 2095691 h 2358893"/>
              <a:gd name="connsiteX71" fmla="*/ 2171407 w 5778671"/>
              <a:gd name="connsiteY71" fmla="*/ 2095691 h 2358893"/>
              <a:gd name="connsiteX72" fmla="*/ 2161509 w 5778671"/>
              <a:gd name="connsiteY72" fmla="*/ 2162409 h 2358893"/>
              <a:gd name="connsiteX73" fmla="*/ 2376908 w 5778671"/>
              <a:gd name="connsiteY73" fmla="*/ 2162409 h 2358893"/>
              <a:gd name="connsiteX74" fmla="*/ 2347176 w 5778671"/>
              <a:gd name="connsiteY74" fmla="*/ 2348075 h 2358893"/>
              <a:gd name="connsiteX75" fmla="*/ 1882972 w 5778671"/>
              <a:gd name="connsiteY75" fmla="*/ 2348075 h 2358893"/>
              <a:gd name="connsiteX76" fmla="*/ 1373688 w 5778671"/>
              <a:gd name="connsiteY76" fmla="*/ 1668439 h 2358893"/>
              <a:gd name="connsiteX77" fmla="*/ 1686468 w 5778671"/>
              <a:gd name="connsiteY77" fmla="*/ 1668439 h 2358893"/>
              <a:gd name="connsiteX78" fmla="*/ 1923537 w 5778671"/>
              <a:gd name="connsiteY78" fmla="*/ 1918115 h 2358893"/>
              <a:gd name="connsiteX79" fmla="*/ 1663025 w 5778671"/>
              <a:gd name="connsiteY79" fmla="*/ 2143445 h 2358893"/>
              <a:gd name="connsiteX80" fmla="*/ 1536850 w 5778671"/>
              <a:gd name="connsiteY80" fmla="*/ 2143445 h 2358893"/>
              <a:gd name="connsiteX81" fmla="*/ 1504377 w 5778671"/>
              <a:gd name="connsiteY81" fmla="*/ 2348075 h 2358893"/>
              <a:gd name="connsiteX82" fmla="*/ 1266440 w 5778671"/>
              <a:gd name="connsiteY82" fmla="*/ 2348075 h 2358893"/>
              <a:gd name="connsiteX83" fmla="*/ 1327704 w 5778671"/>
              <a:gd name="connsiteY83" fmla="*/ 1668439 h 2358893"/>
              <a:gd name="connsiteX84" fmla="*/ 1065421 w 5778671"/>
              <a:gd name="connsiteY84" fmla="*/ 1986605 h 2358893"/>
              <a:gd name="connsiteX85" fmla="*/ 1250187 w 5778671"/>
              <a:gd name="connsiteY85" fmla="*/ 2348075 h 2358893"/>
              <a:gd name="connsiteX86" fmla="*/ 968975 w 5778671"/>
              <a:gd name="connsiteY86" fmla="*/ 2348075 h 2358893"/>
              <a:gd name="connsiteX87" fmla="*/ 913997 w 5778671"/>
              <a:gd name="connsiteY87" fmla="*/ 2203841 h 2358893"/>
              <a:gd name="connsiteX88" fmla="*/ 906773 w 5778671"/>
              <a:gd name="connsiteY88" fmla="*/ 2162410 h 2358893"/>
              <a:gd name="connsiteX89" fmla="*/ 899551 w 5778671"/>
              <a:gd name="connsiteY89" fmla="*/ 2162410 h 2358893"/>
              <a:gd name="connsiteX90" fmla="*/ 872531 w 5778671"/>
              <a:gd name="connsiteY90" fmla="*/ 2209261 h 2358893"/>
              <a:gd name="connsiteX91" fmla="*/ 775180 w 5778671"/>
              <a:gd name="connsiteY91" fmla="*/ 2348075 h 2358893"/>
              <a:gd name="connsiteX92" fmla="*/ 493934 w 5778671"/>
              <a:gd name="connsiteY92" fmla="*/ 2348075 h 2358893"/>
              <a:gd name="connsiteX93" fmla="*/ 789593 w 5778671"/>
              <a:gd name="connsiteY93" fmla="*/ 1986605 h 2358893"/>
              <a:gd name="connsiteX94" fmla="*/ 625562 w 5778671"/>
              <a:gd name="connsiteY94" fmla="*/ 1668440 h 2358893"/>
              <a:gd name="connsiteX95" fmla="*/ 904064 w 5778671"/>
              <a:gd name="connsiteY95" fmla="*/ 1668440 h 2358893"/>
              <a:gd name="connsiteX96" fmla="*/ 939211 w 5778671"/>
              <a:gd name="connsiteY96" fmla="*/ 1764886 h 2358893"/>
              <a:gd name="connsiteX97" fmla="*/ 951853 w 5778671"/>
              <a:gd name="connsiteY97" fmla="*/ 1820767 h 2358893"/>
              <a:gd name="connsiteX98" fmla="*/ 957236 w 5778671"/>
              <a:gd name="connsiteY98" fmla="*/ 1820767 h 2358893"/>
              <a:gd name="connsiteX99" fmla="*/ 987000 w 5778671"/>
              <a:gd name="connsiteY99" fmla="*/ 1764886 h 2358893"/>
              <a:gd name="connsiteX100" fmla="*/ 1049201 w 5778671"/>
              <a:gd name="connsiteY100" fmla="*/ 1668440 h 2358893"/>
              <a:gd name="connsiteX101" fmla="*/ 130689 w 5778671"/>
              <a:gd name="connsiteY101" fmla="*/ 1668439 h 2358893"/>
              <a:gd name="connsiteX102" fmla="*/ 587705 w 5778671"/>
              <a:gd name="connsiteY102" fmla="*/ 1668439 h 2358893"/>
              <a:gd name="connsiteX103" fmla="*/ 558845 w 5778671"/>
              <a:gd name="connsiteY103" fmla="*/ 1854142 h 2358893"/>
              <a:gd name="connsiteX104" fmla="*/ 350636 w 5778671"/>
              <a:gd name="connsiteY104" fmla="*/ 1854142 h 2358893"/>
              <a:gd name="connsiteX105" fmla="*/ 339835 w 5778671"/>
              <a:gd name="connsiteY105" fmla="*/ 1919018 h 2358893"/>
              <a:gd name="connsiteX106" fmla="*/ 530018 w 5778671"/>
              <a:gd name="connsiteY106" fmla="*/ 1919018 h 2358893"/>
              <a:gd name="connsiteX107" fmla="*/ 502060 w 5778671"/>
              <a:gd name="connsiteY107" fmla="*/ 2095691 h 2358893"/>
              <a:gd name="connsiteX108" fmla="*/ 311877 w 5778671"/>
              <a:gd name="connsiteY108" fmla="*/ 2095691 h 2358893"/>
              <a:gd name="connsiteX109" fmla="*/ 301979 w 5778671"/>
              <a:gd name="connsiteY109" fmla="*/ 2162409 h 2358893"/>
              <a:gd name="connsiteX110" fmla="*/ 517376 w 5778671"/>
              <a:gd name="connsiteY110" fmla="*/ 2162409 h 2358893"/>
              <a:gd name="connsiteX111" fmla="*/ 487647 w 5778671"/>
              <a:gd name="connsiteY111" fmla="*/ 2348075 h 2358893"/>
              <a:gd name="connsiteX112" fmla="*/ 23442 w 5778671"/>
              <a:gd name="connsiteY112" fmla="*/ 2348075 h 2358893"/>
              <a:gd name="connsiteX113" fmla="*/ 5102646 w 5778671"/>
              <a:gd name="connsiteY113" fmla="*/ 1657639 h 2358893"/>
              <a:gd name="connsiteX114" fmla="*/ 5264002 w 5778671"/>
              <a:gd name="connsiteY114" fmla="*/ 1685562 h 2358893"/>
              <a:gd name="connsiteX115" fmla="*/ 5230627 w 5778671"/>
              <a:gd name="connsiteY115" fmla="*/ 1944267 h 2358893"/>
              <a:gd name="connsiteX116" fmla="*/ 5096325 w 5778671"/>
              <a:gd name="connsiteY116" fmla="*/ 1875744 h 2358893"/>
              <a:gd name="connsiteX117" fmla="*/ 4941289 w 5778671"/>
              <a:gd name="connsiteY117" fmla="*/ 2008275 h 2358893"/>
              <a:gd name="connsiteX118" fmla="*/ 5031655 w 5778671"/>
              <a:gd name="connsiteY118" fmla="*/ 2139050 h 2358893"/>
              <a:gd name="connsiteX119" fmla="*/ 5057566 w 5778671"/>
              <a:gd name="connsiteY119" fmla="*/ 2140736 h 2358893"/>
              <a:gd name="connsiteX120" fmla="*/ 5209893 w 5778671"/>
              <a:gd name="connsiteY120" fmla="*/ 2077666 h 2358893"/>
              <a:gd name="connsiteX121" fmla="*/ 5162139 w 5778671"/>
              <a:gd name="connsiteY121" fmla="*/ 2331823 h 2358893"/>
              <a:gd name="connsiteX122" fmla="*/ 4981854 w 5778671"/>
              <a:gd name="connsiteY122" fmla="*/ 2358878 h 2358893"/>
              <a:gd name="connsiteX123" fmla="*/ 4691612 w 5778671"/>
              <a:gd name="connsiteY123" fmla="*/ 2014561 h 2358893"/>
              <a:gd name="connsiteX124" fmla="*/ 5102646 w 5778671"/>
              <a:gd name="connsiteY124" fmla="*/ 1657639 h 2358893"/>
              <a:gd name="connsiteX125" fmla="*/ 2968225 w 5778671"/>
              <a:gd name="connsiteY125" fmla="*/ 1065938 h 2358893"/>
              <a:gd name="connsiteX126" fmla="*/ 2889805 w 5778671"/>
              <a:gd name="connsiteY126" fmla="*/ 1273243 h 2358893"/>
              <a:gd name="connsiteX127" fmla="*/ 2988959 w 5778671"/>
              <a:gd name="connsiteY127" fmla="*/ 1273242 h 2358893"/>
              <a:gd name="connsiteX128" fmla="*/ 2979026 w 5778671"/>
              <a:gd name="connsiteY128" fmla="*/ 1153354 h 2358893"/>
              <a:gd name="connsiteX129" fmla="*/ 2977255 w 5778671"/>
              <a:gd name="connsiteY129" fmla="*/ 1065938 h 2358893"/>
              <a:gd name="connsiteX130" fmla="*/ 349734 w 5778671"/>
              <a:gd name="connsiteY130" fmla="*/ 1052427 h 2358893"/>
              <a:gd name="connsiteX131" fmla="*/ 308267 w 5778671"/>
              <a:gd name="connsiteY131" fmla="*/ 1315614 h 2358893"/>
              <a:gd name="connsiteX132" fmla="*/ 323582 w 5778671"/>
              <a:gd name="connsiteY132" fmla="*/ 1315614 h 2358893"/>
              <a:gd name="connsiteX133" fmla="*/ 488551 w 5778671"/>
              <a:gd name="connsiteY133" fmla="*/ 1188535 h 2358893"/>
              <a:gd name="connsiteX134" fmla="*/ 365051 w 5778671"/>
              <a:gd name="connsiteY134" fmla="*/ 1052427 h 2358893"/>
              <a:gd name="connsiteX135" fmla="*/ 3399992 w 5778671"/>
              <a:gd name="connsiteY135" fmla="*/ 839704 h 2358893"/>
              <a:gd name="connsiteX136" fmla="*/ 3646959 w 5778671"/>
              <a:gd name="connsiteY136" fmla="*/ 839704 h 2358893"/>
              <a:gd name="connsiteX137" fmla="*/ 3573956 w 5778671"/>
              <a:gd name="connsiteY137" fmla="*/ 1301201 h 2358893"/>
              <a:gd name="connsiteX138" fmla="*/ 3781261 w 5778671"/>
              <a:gd name="connsiteY138" fmla="*/ 1301201 h 2358893"/>
              <a:gd name="connsiteX139" fmla="*/ 3747017 w 5778671"/>
              <a:gd name="connsiteY139" fmla="*/ 1519342 h 2358893"/>
              <a:gd name="connsiteX140" fmla="*/ 3292710 w 5778671"/>
              <a:gd name="connsiteY140" fmla="*/ 1519342 h 2358893"/>
              <a:gd name="connsiteX141" fmla="*/ 2869070 w 5778671"/>
              <a:gd name="connsiteY141" fmla="*/ 839704 h 2358893"/>
              <a:gd name="connsiteX142" fmla="*/ 3142190 w 5778671"/>
              <a:gd name="connsiteY142" fmla="*/ 839704 h 2358893"/>
              <a:gd name="connsiteX143" fmla="*/ 3277395 w 5778671"/>
              <a:gd name="connsiteY143" fmla="*/ 1519342 h 2358893"/>
              <a:gd name="connsiteX144" fmla="*/ 3016014 w 5778671"/>
              <a:gd name="connsiteY144" fmla="*/ 1519342 h 2358893"/>
              <a:gd name="connsiteX145" fmla="*/ 3006984 w 5778671"/>
              <a:gd name="connsiteY145" fmla="*/ 1434599 h 2358893"/>
              <a:gd name="connsiteX146" fmla="*/ 2820413 w 5778671"/>
              <a:gd name="connsiteY146" fmla="*/ 1434599 h 2358893"/>
              <a:gd name="connsiteX147" fmla="*/ 2787037 w 5778671"/>
              <a:gd name="connsiteY147" fmla="*/ 1519342 h 2358893"/>
              <a:gd name="connsiteX148" fmla="*/ 2525657 w 5778671"/>
              <a:gd name="connsiteY148" fmla="*/ 1519342 h 2358893"/>
              <a:gd name="connsiteX149" fmla="*/ 2218294 w 5778671"/>
              <a:gd name="connsiteY149" fmla="*/ 839704 h 2358893"/>
              <a:gd name="connsiteX150" fmla="*/ 2737477 w 5778671"/>
              <a:gd name="connsiteY150" fmla="*/ 839704 h 2358893"/>
              <a:gd name="connsiteX151" fmla="*/ 2703199 w 5778671"/>
              <a:gd name="connsiteY151" fmla="*/ 1060520 h 2358893"/>
              <a:gd name="connsiteX152" fmla="*/ 2568029 w 5778671"/>
              <a:gd name="connsiteY152" fmla="*/ 1054233 h 2358893"/>
              <a:gd name="connsiteX153" fmla="*/ 2494088 w 5778671"/>
              <a:gd name="connsiteY153" fmla="*/ 1519342 h 2358893"/>
              <a:gd name="connsiteX154" fmla="*/ 2247120 w 5778671"/>
              <a:gd name="connsiteY154" fmla="*/ 1519342 h 2358893"/>
              <a:gd name="connsiteX155" fmla="*/ 2321026 w 5778671"/>
              <a:gd name="connsiteY155" fmla="*/ 1054233 h 2358893"/>
              <a:gd name="connsiteX156" fmla="*/ 2184015 w 5778671"/>
              <a:gd name="connsiteY156" fmla="*/ 1060519 h 2358893"/>
              <a:gd name="connsiteX157" fmla="*/ 1939757 w 5778671"/>
              <a:gd name="connsiteY157" fmla="*/ 839704 h 2358893"/>
              <a:gd name="connsiteX158" fmla="*/ 2186723 w 5778671"/>
              <a:gd name="connsiteY158" fmla="*/ 839704 h 2358893"/>
              <a:gd name="connsiteX159" fmla="*/ 2079476 w 5778671"/>
              <a:gd name="connsiteY159" fmla="*/ 1519342 h 2358893"/>
              <a:gd name="connsiteX160" fmla="*/ 1832509 w 5778671"/>
              <a:gd name="connsiteY160" fmla="*/ 1519342 h 2358893"/>
              <a:gd name="connsiteX161" fmla="*/ 845509 w 5778671"/>
              <a:gd name="connsiteY161" fmla="*/ 839704 h 2358893"/>
              <a:gd name="connsiteX162" fmla="*/ 1092476 w 5778671"/>
              <a:gd name="connsiteY162" fmla="*/ 839704 h 2358893"/>
              <a:gd name="connsiteX163" fmla="*/ 985194 w 5778671"/>
              <a:gd name="connsiteY163" fmla="*/ 1519342 h 2358893"/>
              <a:gd name="connsiteX164" fmla="*/ 738227 w 5778671"/>
              <a:gd name="connsiteY164" fmla="*/ 1519342 h 2358893"/>
              <a:gd name="connsiteX165" fmla="*/ 136107 w 5778671"/>
              <a:gd name="connsiteY165" fmla="*/ 839704 h 2358893"/>
              <a:gd name="connsiteX166" fmla="*/ 387590 w 5778671"/>
              <a:gd name="connsiteY166" fmla="*/ 839704 h 2358893"/>
              <a:gd name="connsiteX167" fmla="*/ 735518 w 5778671"/>
              <a:gd name="connsiteY167" fmla="*/ 1189439 h 2358893"/>
              <a:gd name="connsiteX168" fmla="*/ 341607 w 5778671"/>
              <a:gd name="connsiteY168" fmla="*/ 1519342 h 2358893"/>
              <a:gd name="connsiteX169" fmla="*/ 28860 w 5778671"/>
              <a:gd name="connsiteY169" fmla="*/ 1519342 h 2358893"/>
              <a:gd name="connsiteX170" fmla="*/ 1522401 w 5778671"/>
              <a:gd name="connsiteY170" fmla="*/ 828886 h 2358893"/>
              <a:gd name="connsiteX171" fmla="*/ 1828896 w 5778671"/>
              <a:gd name="connsiteY171" fmla="*/ 1003736 h 2358893"/>
              <a:gd name="connsiteX172" fmla="*/ 1584603 w 5778671"/>
              <a:gd name="connsiteY172" fmla="*/ 1088478 h 2358893"/>
              <a:gd name="connsiteX173" fmla="*/ 1498993 w 5778671"/>
              <a:gd name="connsiteY173" fmla="*/ 1036192 h 2358893"/>
              <a:gd name="connsiteX174" fmla="*/ 1336733 w 5778671"/>
              <a:gd name="connsiteY174" fmla="*/ 1193919 h 2358893"/>
              <a:gd name="connsiteX175" fmla="*/ 1441306 w 5778671"/>
              <a:gd name="connsiteY175" fmla="*/ 1339057 h 2358893"/>
              <a:gd name="connsiteX176" fmla="*/ 1550359 w 5778671"/>
              <a:gd name="connsiteY176" fmla="*/ 1279564 h 2358893"/>
              <a:gd name="connsiteX177" fmla="*/ 1438599 w 5778671"/>
              <a:gd name="connsiteY177" fmla="*/ 1279564 h 2358893"/>
              <a:gd name="connsiteX178" fmla="*/ 1463849 w 5778671"/>
              <a:gd name="connsiteY178" fmla="*/ 1119110 h 2358893"/>
              <a:gd name="connsiteX179" fmla="*/ 1845117 w 5778671"/>
              <a:gd name="connsiteY179" fmla="*/ 1119110 h 2358893"/>
              <a:gd name="connsiteX180" fmla="*/ 1717101 w 5778671"/>
              <a:gd name="connsiteY180" fmla="*/ 1409351 h 2358893"/>
              <a:gd name="connsiteX181" fmla="*/ 1409738 w 5778671"/>
              <a:gd name="connsiteY181" fmla="*/ 1530143 h 2358893"/>
              <a:gd name="connsiteX182" fmla="*/ 1089767 w 5778671"/>
              <a:gd name="connsiteY182" fmla="*/ 1184021 h 2358893"/>
              <a:gd name="connsiteX183" fmla="*/ 1522401 w 5778671"/>
              <a:gd name="connsiteY183" fmla="*/ 828886 h 2358893"/>
              <a:gd name="connsiteX184" fmla="*/ 1023953 w 5778671"/>
              <a:gd name="connsiteY184" fmla="*/ 218275 h 2358893"/>
              <a:gd name="connsiteX185" fmla="*/ 877044 w 5778671"/>
              <a:gd name="connsiteY185" fmla="*/ 348062 h 2358893"/>
              <a:gd name="connsiteX186" fmla="*/ 976199 w 5778671"/>
              <a:gd name="connsiteY186" fmla="*/ 483267 h 2358893"/>
              <a:gd name="connsiteX187" fmla="*/ 1005025 w 5778671"/>
              <a:gd name="connsiteY187" fmla="*/ 480576 h 2358893"/>
              <a:gd name="connsiteX188" fmla="*/ 958173 w 5778671"/>
              <a:gd name="connsiteY188" fmla="*/ 417488 h 2358893"/>
              <a:gd name="connsiteX189" fmla="*/ 1115884 w 5778671"/>
              <a:gd name="connsiteY189" fmla="*/ 388627 h 2358893"/>
              <a:gd name="connsiteX190" fmla="*/ 1129429 w 5778671"/>
              <a:gd name="connsiteY190" fmla="*/ 350771 h 2358893"/>
              <a:gd name="connsiteX191" fmla="*/ 1023953 w 5778671"/>
              <a:gd name="connsiteY191" fmla="*/ 218275 h 2358893"/>
              <a:gd name="connsiteX192" fmla="*/ 1980322 w 5778671"/>
              <a:gd name="connsiteY192" fmla="*/ 10970 h 2358893"/>
              <a:gd name="connsiteX193" fmla="*/ 2227289 w 5778671"/>
              <a:gd name="connsiteY193" fmla="*/ 10970 h 2358893"/>
              <a:gd name="connsiteX194" fmla="*/ 2120007 w 5778671"/>
              <a:gd name="connsiteY194" fmla="*/ 690590 h 2358893"/>
              <a:gd name="connsiteX195" fmla="*/ 1873040 w 5778671"/>
              <a:gd name="connsiteY195" fmla="*/ 690590 h 2358893"/>
              <a:gd name="connsiteX196" fmla="*/ 1492673 w 5778671"/>
              <a:gd name="connsiteY196" fmla="*/ 10970 h 2358893"/>
              <a:gd name="connsiteX197" fmla="*/ 1739640 w 5778671"/>
              <a:gd name="connsiteY197" fmla="*/ 10970 h 2358893"/>
              <a:gd name="connsiteX198" fmla="*/ 1666637 w 5778671"/>
              <a:gd name="connsiteY198" fmla="*/ 472466 h 2358893"/>
              <a:gd name="connsiteX199" fmla="*/ 1873942 w 5778671"/>
              <a:gd name="connsiteY199" fmla="*/ 472466 h 2358893"/>
              <a:gd name="connsiteX200" fmla="*/ 1839698 w 5778671"/>
              <a:gd name="connsiteY200" fmla="*/ 690590 h 2358893"/>
              <a:gd name="connsiteX201" fmla="*/ 1385426 w 5778671"/>
              <a:gd name="connsiteY201" fmla="*/ 690590 h 2358893"/>
              <a:gd name="connsiteX202" fmla="*/ 1058197 w 5778671"/>
              <a:gd name="connsiteY202" fmla="*/ 151 h 2358893"/>
              <a:gd name="connsiteX203" fmla="*/ 1377299 w 5778671"/>
              <a:gd name="connsiteY203" fmla="*/ 352577 h 2358893"/>
              <a:gd name="connsiteX204" fmla="*/ 1282659 w 5778671"/>
              <a:gd name="connsiteY204" fmla="*/ 558094 h 2358893"/>
              <a:gd name="connsiteX205" fmla="*/ 1365560 w 5778671"/>
              <a:gd name="connsiteY205" fmla="*/ 668953 h 2358893"/>
              <a:gd name="connsiteX206" fmla="*/ 1159158 w 5778671"/>
              <a:gd name="connsiteY206" fmla="*/ 750083 h 2358893"/>
              <a:gd name="connsiteX207" fmla="*/ 1124011 w 5778671"/>
              <a:gd name="connsiteY207" fmla="*/ 667164 h 2358893"/>
              <a:gd name="connsiteX208" fmla="*/ 933828 w 5778671"/>
              <a:gd name="connsiteY208" fmla="*/ 701408 h 2358893"/>
              <a:gd name="connsiteX209" fmla="*/ 627367 w 5778671"/>
              <a:gd name="connsiteY209" fmla="*/ 352577 h 2358893"/>
              <a:gd name="connsiteX210" fmla="*/ 1058197 w 5778671"/>
              <a:gd name="connsiteY210" fmla="*/ 151 h 2358893"/>
              <a:gd name="connsiteX211" fmla="*/ 419125 w 5778671"/>
              <a:gd name="connsiteY211" fmla="*/ 151 h 2358893"/>
              <a:gd name="connsiteX212" fmla="*/ 625562 w 5778671"/>
              <a:gd name="connsiteY212" fmla="*/ 59627 h 2358893"/>
              <a:gd name="connsiteX213" fmla="*/ 530922 w 5778671"/>
              <a:gd name="connsiteY213" fmla="*/ 233592 h 2358893"/>
              <a:gd name="connsiteX214" fmla="*/ 395719 w 5778671"/>
              <a:gd name="connsiteY214" fmla="*/ 182225 h 2358893"/>
              <a:gd name="connsiteX215" fmla="*/ 337129 w 5778671"/>
              <a:gd name="connsiteY215" fmla="*/ 218275 h 2358893"/>
              <a:gd name="connsiteX216" fmla="*/ 381271 w 5778671"/>
              <a:gd name="connsiteY216" fmla="*/ 251616 h 2358893"/>
              <a:gd name="connsiteX217" fmla="*/ 435381 w 5778671"/>
              <a:gd name="connsiteY217" fmla="*/ 264258 h 2358893"/>
              <a:gd name="connsiteX218" fmla="*/ 584998 w 5778671"/>
              <a:gd name="connsiteY218" fmla="*/ 458939 h 2358893"/>
              <a:gd name="connsiteX219" fmla="*/ 251483 w 5778671"/>
              <a:gd name="connsiteY219" fmla="*/ 701408 h 2358893"/>
              <a:gd name="connsiteX220" fmla="*/ 0 w 5778671"/>
              <a:gd name="connsiteY220" fmla="*/ 639206 h 2358893"/>
              <a:gd name="connsiteX221" fmla="*/ 106379 w 5778671"/>
              <a:gd name="connsiteY221" fmla="*/ 447217 h 2358893"/>
              <a:gd name="connsiteX222" fmla="*/ 117180 w 5778671"/>
              <a:gd name="connsiteY222" fmla="*/ 457150 h 2358893"/>
              <a:gd name="connsiteX223" fmla="*/ 261415 w 5778671"/>
              <a:gd name="connsiteY223" fmla="*/ 519335 h 2358893"/>
              <a:gd name="connsiteX224" fmla="*/ 330806 w 5778671"/>
              <a:gd name="connsiteY224" fmla="*/ 478770 h 2358893"/>
              <a:gd name="connsiteX225" fmla="*/ 282149 w 5778671"/>
              <a:gd name="connsiteY225" fmla="*/ 440913 h 2358893"/>
              <a:gd name="connsiteX226" fmla="*/ 233457 w 5778671"/>
              <a:gd name="connsiteY226" fmla="*/ 431901 h 2358893"/>
              <a:gd name="connsiteX227" fmla="*/ 84742 w 5778671"/>
              <a:gd name="connsiteY227" fmla="*/ 251616 h 2358893"/>
              <a:gd name="connsiteX228" fmla="*/ 419125 w 5778671"/>
              <a:gd name="connsiteY228" fmla="*/ 151 h 2358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</a:cxnLst>
            <a:rect l="l" t="t" r="r" b="b"/>
            <a:pathLst>
              <a:path w="5778671" h="2358893">
                <a:moveTo>
                  <a:pt x="2732962" y="1854142"/>
                </a:moveTo>
                <a:lnTo>
                  <a:pt x="2714937" y="1969516"/>
                </a:lnTo>
                <a:lnTo>
                  <a:pt x="2732059" y="1969516"/>
                </a:lnTo>
                <a:cubicBezTo>
                  <a:pt x="2772624" y="1969516"/>
                  <a:pt x="2814057" y="1963195"/>
                  <a:pt x="2822184" y="1912697"/>
                </a:cubicBezTo>
                <a:cubicBezTo>
                  <a:pt x="2830311" y="1860428"/>
                  <a:pt x="2794261" y="1854142"/>
                  <a:pt x="2751890" y="1854142"/>
                </a:cubicBezTo>
                <a:close/>
                <a:moveTo>
                  <a:pt x="1582799" y="1854142"/>
                </a:moveTo>
                <a:lnTo>
                  <a:pt x="1563871" y="1972190"/>
                </a:lnTo>
                <a:lnTo>
                  <a:pt x="1588217" y="1972190"/>
                </a:lnTo>
                <a:cubicBezTo>
                  <a:pt x="1631491" y="1972190"/>
                  <a:pt x="1679245" y="1965001"/>
                  <a:pt x="1688275" y="1909989"/>
                </a:cubicBezTo>
                <a:cubicBezTo>
                  <a:pt x="1696367" y="1856816"/>
                  <a:pt x="1646808" y="1854142"/>
                  <a:pt x="1606242" y="1854142"/>
                </a:cubicBezTo>
                <a:close/>
                <a:moveTo>
                  <a:pt x="5321655" y="1668439"/>
                </a:moveTo>
                <a:lnTo>
                  <a:pt x="5778671" y="1668439"/>
                </a:lnTo>
                <a:lnTo>
                  <a:pt x="5749810" y="1854142"/>
                </a:lnTo>
                <a:lnTo>
                  <a:pt x="5541602" y="1854142"/>
                </a:lnTo>
                <a:lnTo>
                  <a:pt x="5530801" y="1919018"/>
                </a:lnTo>
                <a:lnTo>
                  <a:pt x="5720984" y="1919018"/>
                </a:lnTo>
                <a:lnTo>
                  <a:pt x="5693026" y="2095691"/>
                </a:lnTo>
                <a:lnTo>
                  <a:pt x="5502843" y="2095691"/>
                </a:lnTo>
                <a:lnTo>
                  <a:pt x="5492945" y="2162409"/>
                </a:lnTo>
                <a:lnTo>
                  <a:pt x="5708342" y="2162409"/>
                </a:lnTo>
                <a:lnTo>
                  <a:pt x="5678613" y="2348077"/>
                </a:lnTo>
                <a:lnTo>
                  <a:pt x="5214408" y="2348077"/>
                </a:lnTo>
                <a:close/>
                <a:moveTo>
                  <a:pt x="4016489" y="1668439"/>
                </a:moveTo>
                <a:lnTo>
                  <a:pt x="4253558" y="1668439"/>
                </a:lnTo>
                <a:lnTo>
                  <a:pt x="4415818" y="2045228"/>
                </a:lnTo>
                <a:lnTo>
                  <a:pt x="4423007" y="2045228"/>
                </a:lnTo>
                <a:cubicBezTo>
                  <a:pt x="4420020" y="1987430"/>
                  <a:pt x="4422438" y="1929480"/>
                  <a:pt x="4430231" y="1872132"/>
                </a:cubicBezTo>
                <a:lnTo>
                  <a:pt x="4461766" y="1668439"/>
                </a:lnTo>
                <a:lnTo>
                  <a:pt x="4697932" y="1668439"/>
                </a:lnTo>
                <a:lnTo>
                  <a:pt x="4590685" y="2348075"/>
                </a:lnTo>
                <a:lnTo>
                  <a:pt x="4354519" y="2348075"/>
                </a:lnTo>
                <a:lnTo>
                  <a:pt x="4194065" y="1991117"/>
                </a:lnTo>
                <a:lnTo>
                  <a:pt x="4186876" y="1991117"/>
                </a:lnTo>
                <a:cubicBezTo>
                  <a:pt x="4188420" y="2036583"/>
                  <a:pt x="4186306" y="2082099"/>
                  <a:pt x="4180555" y="2127226"/>
                </a:cubicBezTo>
                <a:lnTo>
                  <a:pt x="4145408" y="2348077"/>
                </a:lnTo>
                <a:lnTo>
                  <a:pt x="3909242" y="2348077"/>
                </a:lnTo>
                <a:close/>
                <a:moveTo>
                  <a:pt x="3490082" y="1668439"/>
                </a:moveTo>
                <a:lnTo>
                  <a:pt x="3947098" y="1668439"/>
                </a:lnTo>
                <a:lnTo>
                  <a:pt x="3918237" y="1854142"/>
                </a:lnTo>
                <a:lnTo>
                  <a:pt x="3710029" y="1854142"/>
                </a:lnTo>
                <a:lnTo>
                  <a:pt x="3699228" y="1919018"/>
                </a:lnTo>
                <a:lnTo>
                  <a:pt x="3889411" y="1919018"/>
                </a:lnTo>
                <a:lnTo>
                  <a:pt x="3861453" y="2095691"/>
                </a:lnTo>
                <a:lnTo>
                  <a:pt x="3671270" y="2095691"/>
                </a:lnTo>
                <a:lnTo>
                  <a:pt x="3661372" y="2162409"/>
                </a:lnTo>
                <a:lnTo>
                  <a:pt x="3876769" y="2162409"/>
                </a:lnTo>
                <a:lnTo>
                  <a:pt x="3847040" y="2348077"/>
                </a:lnTo>
                <a:lnTo>
                  <a:pt x="3382835" y="2348077"/>
                </a:lnTo>
                <a:close/>
                <a:moveTo>
                  <a:pt x="3168307" y="1668439"/>
                </a:moveTo>
                <a:lnTo>
                  <a:pt x="3415274" y="1668439"/>
                </a:lnTo>
                <a:lnTo>
                  <a:pt x="3308027" y="2348075"/>
                </a:lnTo>
                <a:lnTo>
                  <a:pt x="3061059" y="2348075"/>
                </a:lnTo>
                <a:close/>
                <a:moveTo>
                  <a:pt x="2520239" y="1668439"/>
                </a:moveTo>
                <a:lnTo>
                  <a:pt x="2818572" y="1668439"/>
                </a:lnTo>
                <a:cubicBezTo>
                  <a:pt x="2971802" y="1668439"/>
                  <a:pt x="3091691" y="1733350"/>
                  <a:pt x="3064637" y="1904605"/>
                </a:cubicBezTo>
                <a:cubicBezTo>
                  <a:pt x="3048419" y="2007372"/>
                  <a:pt x="3001566" y="2050611"/>
                  <a:pt x="2905120" y="2081278"/>
                </a:cubicBezTo>
                <a:lnTo>
                  <a:pt x="2904217" y="2086661"/>
                </a:lnTo>
                <a:cubicBezTo>
                  <a:pt x="2918311" y="2097924"/>
                  <a:pt x="2930223" y="2111672"/>
                  <a:pt x="2939364" y="2127226"/>
                </a:cubicBezTo>
                <a:lnTo>
                  <a:pt x="3052031" y="2348078"/>
                </a:lnTo>
                <a:lnTo>
                  <a:pt x="2767206" y="2348078"/>
                </a:lnTo>
                <a:lnTo>
                  <a:pt x="2693300" y="2129937"/>
                </a:lnTo>
                <a:lnTo>
                  <a:pt x="2688784" y="2129937"/>
                </a:lnTo>
                <a:lnTo>
                  <a:pt x="2654541" y="2348075"/>
                </a:lnTo>
                <a:lnTo>
                  <a:pt x="2412956" y="2348075"/>
                </a:lnTo>
                <a:close/>
                <a:moveTo>
                  <a:pt x="1990219" y="1668439"/>
                </a:moveTo>
                <a:lnTo>
                  <a:pt x="2447235" y="1668439"/>
                </a:lnTo>
                <a:lnTo>
                  <a:pt x="2418375" y="1854142"/>
                </a:lnTo>
                <a:lnTo>
                  <a:pt x="2210167" y="1854142"/>
                </a:lnTo>
                <a:lnTo>
                  <a:pt x="2199366" y="1919018"/>
                </a:lnTo>
                <a:lnTo>
                  <a:pt x="2389549" y="1919018"/>
                </a:lnTo>
                <a:lnTo>
                  <a:pt x="2361591" y="2095691"/>
                </a:lnTo>
                <a:lnTo>
                  <a:pt x="2171407" y="2095691"/>
                </a:lnTo>
                <a:lnTo>
                  <a:pt x="2161509" y="2162409"/>
                </a:lnTo>
                <a:lnTo>
                  <a:pt x="2376908" y="2162409"/>
                </a:lnTo>
                <a:lnTo>
                  <a:pt x="2347176" y="2348075"/>
                </a:lnTo>
                <a:lnTo>
                  <a:pt x="1882972" y="2348075"/>
                </a:lnTo>
                <a:close/>
                <a:moveTo>
                  <a:pt x="1373688" y="1668439"/>
                </a:moveTo>
                <a:lnTo>
                  <a:pt x="1686468" y="1668439"/>
                </a:lnTo>
                <a:cubicBezTo>
                  <a:pt x="1845117" y="1668439"/>
                  <a:pt x="1949655" y="1749569"/>
                  <a:pt x="1923537" y="1918115"/>
                </a:cubicBezTo>
                <a:cubicBezTo>
                  <a:pt x="1909143" y="2049876"/>
                  <a:pt x="1795485" y="2148185"/>
                  <a:pt x="1663025" y="2143445"/>
                </a:cubicBezTo>
                <a:lnTo>
                  <a:pt x="1536850" y="2143445"/>
                </a:lnTo>
                <a:lnTo>
                  <a:pt x="1504377" y="2348075"/>
                </a:lnTo>
                <a:lnTo>
                  <a:pt x="1266440" y="2348075"/>
                </a:lnTo>
                <a:close/>
                <a:moveTo>
                  <a:pt x="1327704" y="1668439"/>
                </a:moveTo>
                <a:lnTo>
                  <a:pt x="1065421" y="1986605"/>
                </a:lnTo>
                <a:lnTo>
                  <a:pt x="1250187" y="2348075"/>
                </a:lnTo>
                <a:lnTo>
                  <a:pt x="968975" y="2348075"/>
                </a:lnTo>
                <a:lnTo>
                  <a:pt x="913997" y="2203841"/>
                </a:lnTo>
                <a:cubicBezTo>
                  <a:pt x="909338" y="2190519"/>
                  <a:pt x="906898" y="2176522"/>
                  <a:pt x="906773" y="2162410"/>
                </a:cubicBezTo>
                <a:lnTo>
                  <a:pt x="899551" y="2162410"/>
                </a:lnTo>
                <a:cubicBezTo>
                  <a:pt x="892110" y="2178878"/>
                  <a:pt x="883059" y="2194572"/>
                  <a:pt x="872531" y="2209261"/>
                </a:cubicBezTo>
                <a:lnTo>
                  <a:pt x="775180" y="2348075"/>
                </a:lnTo>
                <a:lnTo>
                  <a:pt x="493934" y="2348075"/>
                </a:lnTo>
                <a:lnTo>
                  <a:pt x="789593" y="1986605"/>
                </a:lnTo>
                <a:lnTo>
                  <a:pt x="625562" y="1668440"/>
                </a:lnTo>
                <a:lnTo>
                  <a:pt x="904064" y="1668440"/>
                </a:lnTo>
                <a:lnTo>
                  <a:pt x="939211" y="1764886"/>
                </a:lnTo>
                <a:cubicBezTo>
                  <a:pt x="945655" y="1782938"/>
                  <a:pt x="949899" y="1801700"/>
                  <a:pt x="951853" y="1820767"/>
                </a:cubicBezTo>
                <a:lnTo>
                  <a:pt x="957236" y="1820767"/>
                </a:lnTo>
                <a:cubicBezTo>
                  <a:pt x="964991" y="1801065"/>
                  <a:pt x="974977" y="1782316"/>
                  <a:pt x="987000" y="1764886"/>
                </a:cubicBezTo>
                <a:lnTo>
                  <a:pt x="1049201" y="1668440"/>
                </a:lnTo>
                <a:close/>
                <a:moveTo>
                  <a:pt x="130689" y="1668439"/>
                </a:moveTo>
                <a:lnTo>
                  <a:pt x="587705" y="1668439"/>
                </a:lnTo>
                <a:lnTo>
                  <a:pt x="558845" y="1854142"/>
                </a:lnTo>
                <a:lnTo>
                  <a:pt x="350636" y="1854142"/>
                </a:lnTo>
                <a:lnTo>
                  <a:pt x="339835" y="1919018"/>
                </a:lnTo>
                <a:lnTo>
                  <a:pt x="530018" y="1919018"/>
                </a:lnTo>
                <a:lnTo>
                  <a:pt x="502060" y="2095691"/>
                </a:lnTo>
                <a:lnTo>
                  <a:pt x="311877" y="2095691"/>
                </a:lnTo>
                <a:lnTo>
                  <a:pt x="301979" y="2162409"/>
                </a:lnTo>
                <a:lnTo>
                  <a:pt x="517376" y="2162409"/>
                </a:lnTo>
                <a:lnTo>
                  <a:pt x="487647" y="2348075"/>
                </a:lnTo>
                <a:lnTo>
                  <a:pt x="23442" y="2348075"/>
                </a:lnTo>
                <a:close/>
                <a:moveTo>
                  <a:pt x="5102646" y="1657639"/>
                </a:moveTo>
                <a:cubicBezTo>
                  <a:pt x="5157643" y="1657519"/>
                  <a:pt x="5212243" y="1666967"/>
                  <a:pt x="5264002" y="1685562"/>
                </a:cubicBezTo>
                <a:lnTo>
                  <a:pt x="5230627" y="1944267"/>
                </a:lnTo>
                <a:cubicBezTo>
                  <a:pt x="5197600" y="1903416"/>
                  <a:pt x="5148783" y="1878509"/>
                  <a:pt x="5096325" y="1875744"/>
                </a:cubicBezTo>
                <a:cubicBezTo>
                  <a:pt x="5019782" y="1877633"/>
                  <a:pt x="4955062" y="1932958"/>
                  <a:pt x="4941289" y="2008275"/>
                </a:cubicBezTo>
                <a:cubicBezTo>
                  <a:pt x="4930130" y="2069341"/>
                  <a:pt x="4970588" y="2127891"/>
                  <a:pt x="5031655" y="2139050"/>
                </a:cubicBezTo>
                <a:cubicBezTo>
                  <a:pt x="5040198" y="2140611"/>
                  <a:pt x="5048892" y="2141177"/>
                  <a:pt x="5057566" y="2140736"/>
                </a:cubicBezTo>
                <a:cubicBezTo>
                  <a:pt x="5114308" y="2138875"/>
                  <a:pt x="5168442" y="2116461"/>
                  <a:pt x="5209893" y="2077666"/>
                </a:cubicBezTo>
                <a:lnTo>
                  <a:pt x="5162139" y="2331823"/>
                </a:lnTo>
                <a:cubicBezTo>
                  <a:pt x="5103823" y="2350191"/>
                  <a:pt x="5042992" y="2359320"/>
                  <a:pt x="4981854" y="2358878"/>
                </a:cubicBezTo>
                <a:cubicBezTo>
                  <a:pt x="4788058" y="2358877"/>
                  <a:pt x="4660980" y="2208356"/>
                  <a:pt x="4691612" y="2014561"/>
                </a:cubicBezTo>
                <a:cubicBezTo>
                  <a:pt x="4725705" y="1812638"/>
                  <a:pt x="4897937" y="1663080"/>
                  <a:pt x="5102646" y="1657639"/>
                </a:cubicBezTo>
                <a:close/>
                <a:moveTo>
                  <a:pt x="2968225" y="1065938"/>
                </a:moveTo>
                <a:lnTo>
                  <a:pt x="2889805" y="1273243"/>
                </a:lnTo>
                <a:lnTo>
                  <a:pt x="2988959" y="1273242"/>
                </a:lnTo>
                <a:lnTo>
                  <a:pt x="2979026" y="1153354"/>
                </a:lnTo>
                <a:cubicBezTo>
                  <a:pt x="2976352" y="1124527"/>
                  <a:pt x="2977255" y="1094798"/>
                  <a:pt x="2977255" y="1065938"/>
                </a:cubicBezTo>
                <a:close/>
                <a:moveTo>
                  <a:pt x="349734" y="1052427"/>
                </a:moveTo>
                <a:lnTo>
                  <a:pt x="308267" y="1315614"/>
                </a:lnTo>
                <a:lnTo>
                  <a:pt x="323582" y="1315614"/>
                </a:lnTo>
                <a:cubicBezTo>
                  <a:pt x="405615" y="1315614"/>
                  <a:pt x="474138" y="1277758"/>
                  <a:pt x="488551" y="1188535"/>
                </a:cubicBezTo>
                <a:cubicBezTo>
                  <a:pt x="503868" y="1092992"/>
                  <a:pt x="455210" y="1052427"/>
                  <a:pt x="365051" y="1052427"/>
                </a:cubicBezTo>
                <a:close/>
                <a:moveTo>
                  <a:pt x="3399992" y="839704"/>
                </a:moveTo>
                <a:lnTo>
                  <a:pt x="3646959" y="839704"/>
                </a:lnTo>
                <a:lnTo>
                  <a:pt x="3573956" y="1301201"/>
                </a:lnTo>
                <a:lnTo>
                  <a:pt x="3781261" y="1301201"/>
                </a:lnTo>
                <a:lnTo>
                  <a:pt x="3747017" y="1519342"/>
                </a:lnTo>
                <a:lnTo>
                  <a:pt x="3292710" y="1519342"/>
                </a:lnTo>
                <a:close/>
                <a:moveTo>
                  <a:pt x="2869070" y="839704"/>
                </a:moveTo>
                <a:lnTo>
                  <a:pt x="3142190" y="839704"/>
                </a:lnTo>
                <a:lnTo>
                  <a:pt x="3277395" y="1519342"/>
                </a:lnTo>
                <a:lnTo>
                  <a:pt x="3016014" y="1519342"/>
                </a:lnTo>
                <a:lnTo>
                  <a:pt x="3006984" y="1434599"/>
                </a:lnTo>
                <a:lnTo>
                  <a:pt x="2820413" y="1434599"/>
                </a:lnTo>
                <a:lnTo>
                  <a:pt x="2787037" y="1519342"/>
                </a:lnTo>
                <a:lnTo>
                  <a:pt x="2525657" y="1519342"/>
                </a:lnTo>
                <a:close/>
                <a:moveTo>
                  <a:pt x="2218294" y="839704"/>
                </a:moveTo>
                <a:lnTo>
                  <a:pt x="2737477" y="839704"/>
                </a:lnTo>
                <a:lnTo>
                  <a:pt x="2703199" y="1060520"/>
                </a:lnTo>
                <a:lnTo>
                  <a:pt x="2568029" y="1054233"/>
                </a:lnTo>
                <a:lnTo>
                  <a:pt x="2494088" y="1519342"/>
                </a:lnTo>
                <a:lnTo>
                  <a:pt x="2247120" y="1519342"/>
                </a:lnTo>
                <a:lnTo>
                  <a:pt x="2321026" y="1054233"/>
                </a:lnTo>
                <a:lnTo>
                  <a:pt x="2184015" y="1060519"/>
                </a:lnTo>
                <a:close/>
                <a:moveTo>
                  <a:pt x="1939757" y="839704"/>
                </a:moveTo>
                <a:lnTo>
                  <a:pt x="2186723" y="839704"/>
                </a:lnTo>
                <a:lnTo>
                  <a:pt x="2079476" y="1519342"/>
                </a:lnTo>
                <a:lnTo>
                  <a:pt x="1832509" y="1519342"/>
                </a:lnTo>
                <a:close/>
                <a:moveTo>
                  <a:pt x="845509" y="839704"/>
                </a:moveTo>
                <a:lnTo>
                  <a:pt x="1092476" y="839704"/>
                </a:lnTo>
                <a:lnTo>
                  <a:pt x="985194" y="1519342"/>
                </a:lnTo>
                <a:lnTo>
                  <a:pt x="738227" y="1519342"/>
                </a:lnTo>
                <a:close/>
                <a:moveTo>
                  <a:pt x="136107" y="839704"/>
                </a:moveTo>
                <a:lnTo>
                  <a:pt x="387590" y="839704"/>
                </a:lnTo>
                <a:cubicBezTo>
                  <a:pt x="615629" y="839704"/>
                  <a:pt x="775180" y="939762"/>
                  <a:pt x="735518" y="1189439"/>
                </a:cubicBezTo>
                <a:cubicBezTo>
                  <a:pt x="707463" y="1383717"/>
                  <a:pt x="537793" y="1525817"/>
                  <a:pt x="341607" y="1519342"/>
                </a:cubicBezTo>
                <a:lnTo>
                  <a:pt x="28860" y="1519342"/>
                </a:lnTo>
                <a:close/>
                <a:moveTo>
                  <a:pt x="1522401" y="828886"/>
                </a:moveTo>
                <a:cubicBezTo>
                  <a:pt x="1640484" y="828886"/>
                  <a:pt x="1793714" y="887460"/>
                  <a:pt x="1828896" y="1003736"/>
                </a:cubicBezTo>
                <a:lnTo>
                  <a:pt x="1584603" y="1088478"/>
                </a:lnTo>
                <a:cubicBezTo>
                  <a:pt x="1570182" y="1054536"/>
                  <a:pt x="1535774" y="1033522"/>
                  <a:pt x="1498993" y="1036192"/>
                </a:cubicBezTo>
                <a:cubicBezTo>
                  <a:pt x="1410639" y="1036191"/>
                  <a:pt x="1350243" y="1111921"/>
                  <a:pt x="1336733" y="1193919"/>
                </a:cubicBezTo>
                <a:cubicBezTo>
                  <a:pt x="1325029" y="1268728"/>
                  <a:pt x="1361079" y="1339057"/>
                  <a:pt x="1441306" y="1339057"/>
                </a:cubicBezTo>
                <a:cubicBezTo>
                  <a:pt x="1485908" y="1341117"/>
                  <a:pt x="1527949" y="1318182"/>
                  <a:pt x="1550359" y="1279564"/>
                </a:cubicBezTo>
                <a:lnTo>
                  <a:pt x="1438599" y="1279564"/>
                </a:lnTo>
                <a:lnTo>
                  <a:pt x="1463849" y="1119110"/>
                </a:lnTo>
                <a:lnTo>
                  <a:pt x="1845117" y="1119110"/>
                </a:lnTo>
                <a:cubicBezTo>
                  <a:pt x="1826189" y="1229969"/>
                  <a:pt x="1811741" y="1322838"/>
                  <a:pt x="1717101" y="1409351"/>
                </a:cubicBezTo>
                <a:cubicBezTo>
                  <a:pt x="1632912" y="1485922"/>
                  <a:pt x="1523533" y="1528907"/>
                  <a:pt x="1409738" y="1530143"/>
                </a:cubicBezTo>
                <a:cubicBezTo>
                  <a:pt x="1202433" y="1530143"/>
                  <a:pt x="1055522" y="1402162"/>
                  <a:pt x="1089767" y="1184021"/>
                </a:cubicBezTo>
                <a:cubicBezTo>
                  <a:pt x="1124914" y="962285"/>
                  <a:pt x="1308812" y="828886"/>
                  <a:pt x="1522401" y="828886"/>
                </a:cubicBezTo>
                <a:close/>
                <a:moveTo>
                  <a:pt x="1023953" y="218275"/>
                </a:moveTo>
                <a:cubicBezTo>
                  <a:pt x="948905" y="217350"/>
                  <a:pt x="885379" y="273472"/>
                  <a:pt x="877044" y="348062"/>
                </a:cubicBezTo>
                <a:cubicBezTo>
                  <a:pt x="866208" y="419277"/>
                  <a:pt x="903161" y="483267"/>
                  <a:pt x="976199" y="483267"/>
                </a:cubicBezTo>
                <a:cubicBezTo>
                  <a:pt x="985886" y="483708"/>
                  <a:pt x="995587" y="482803"/>
                  <a:pt x="1005025" y="480576"/>
                </a:cubicBezTo>
                <a:lnTo>
                  <a:pt x="958173" y="417488"/>
                </a:lnTo>
                <a:lnTo>
                  <a:pt x="1115884" y="388627"/>
                </a:lnTo>
                <a:cubicBezTo>
                  <a:pt x="1122359" y="376798"/>
                  <a:pt x="1126929" y="364023"/>
                  <a:pt x="1129429" y="350771"/>
                </a:cubicBezTo>
                <a:cubicBezTo>
                  <a:pt x="1141133" y="275060"/>
                  <a:pt x="1096956" y="218275"/>
                  <a:pt x="1023953" y="218275"/>
                </a:cubicBezTo>
                <a:close/>
                <a:moveTo>
                  <a:pt x="1980322" y="10970"/>
                </a:moveTo>
                <a:lnTo>
                  <a:pt x="2227289" y="10970"/>
                </a:lnTo>
                <a:lnTo>
                  <a:pt x="2120007" y="690590"/>
                </a:lnTo>
                <a:lnTo>
                  <a:pt x="1873040" y="690590"/>
                </a:lnTo>
                <a:close/>
                <a:moveTo>
                  <a:pt x="1492673" y="10970"/>
                </a:moveTo>
                <a:lnTo>
                  <a:pt x="1739640" y="10970"/>
                </a:lnTo>
                <a:lnTo>
                  <a:pt x="1666637" y="472466"/>
                </a:lnTo>
                <a:lnTo>
                  <a:pt x="1873942" y="472466"/>
                </a:lnTo>
                <a:lnTo>
                  <a:pt x="1839698" y="690590"/>
                </a:lnTo>
                <a:lnTo>
                  <a:pt x="1385426" y="690590"/>
                </a:lnTo>
                <a:close/>
                <a:moveTo>
                  <a:pt x="1058197" y="151"/>
                </a:moveTo>
                <a:cubicBezTo>
                  <a:pt x="1273629" y="151"/>
                  <a:pt x="1412446" y="130841"/>
                  <a:pt x="1377299" y="352577"/>
                </a:cubicBezTo>
                <a:cubicBezTo>
                  <a:pt x="1366283" y="428791"/>
                  <a:pt x="1333410" y="500178"/>
                  <a:pt x="1282659" y="558094"/>
                </a:cubicBezTo>
                <a:lnTo>
                  <a:pt x="1365560" y="668953"/>
                </a:lnTo>
                <a:lnTo>
                  <a:pt x="1159158" y="750083"/>
                </a:lnTo>
                <a:lnTo>
                  <a:pt x="1124011" y="667164"/>
                </a:lnTo>
                <a:cubicBezTo>
                  <a:pt x="1063428" y="690772"/>
                  <a:pt x="998840" y="702402"/>
                  <a:pt x="933828" y="701408"/>
                </a:cubicBezTo>
                <a:cubicBezTo>
                  <a:pt x="728328" y="701408"/>
                  <a:pt x="594929" y="560785"/>
                  <a:pt x="627367" y="352577"/>
                </a:cubicBezTo>
                <a:cubicBezTo>
                  <a:pt x="663735" y="144532"/>
                  <a:pt x="847071" y="-5439"/>
                  <a:pt x="1058197" y="151"/>
                </a:cubicBezTo>
                <a:close/>
                <a:moveTo>
                  <a:pt x="419125" y="151"/>
                </a:moveTo>
                <a:cubicBezTo>
                  <a:pt x="492386" y="-1489"/>
                  <a:pt x="564404" y="19259"/>
                  <a:pt x="625562" y="59627"/>
                </a:cubicBezTo>
                <a:lnTo>
                  <a:pt x="530922" y="233592"/>
                </a:lnTo>
                <a:cubicBezTo>
                  <a:pt x="492880" y="201809"/>
                  <a:pt x="445268" y="183720"/>
                  <a:pt x="395719" y="182225"/>
                </a:cubicBezTo>
                <a:cubicBezTo>
                  <a:pt x="374082" y="182225"/>
                  <a:pt x="341609" y="190334"/>
                  <a:pt x="337129" y="218275"/>
                </a:cubicBezTo>
                <a:cubicBezTo>
                  <a:pt x="333517" y="243525"/>
                  <a:pt x="363246" y="247117"/>
                  <a:pt x="381271" y="251616"/>
                </a:cubicBezTo>
                <a:lnTo>
                  <a:pt x="435381" y="264258"/>
                </a:lnTo>
                <a:cubicBezTo>
                  <a:pt x="536307" y="287683"/>
                  <a:pt x="603024" y="343565"/>
                  <a:pt x="584998" y="458939"/>
                </a:cubicBezTo>
                <a:cubicBezTo>
                  <a:pt x="558846" y="621181"/>
                  <a:pt x="398427" y="701408"/>
                  <a:pt x="251483" y="701408"/>
                </a:cubicBezTo>
                <a:cubicBezTo>
                  <a:pt x="163895" y="701019"/>
                  <a:pt x="77670" y="679692"/>
                  <a:pt x="0" y="639206"/>
                </a:cubicBezTo>
                <a:lnTo>
                  <a:pt x="106379" y="447217"/>
                </a:lnTo>
                <a:lnTo>
                  <a:pt x="117180" y="457150"/>
                </a:lnTo>
                <a:cubicBezTo>
                  <a:pt x="155987" y="494893"/>
                  <a:pt x="207330" y="517029"/>
                  <a:pt x="261415" y="519335"/>
                </a:cubicBezTo>
                <a:cubicBezTo>
                  <a:pt x="285726" y="519335"/>
                  <a:pt x="326291" y="509419"/>
                  <a:pt x="330806" y="478770"/>
                </a:cubicBezTo>
                <a:cubicBezTo>
                  <a:pt x="336224" y="448120"/>
                  <a:pt x="303751" y="445411"/>
                  <a:pt x="282149" y="440913"/>
                </a:cubicBezTo>
                <a:lnTo>
                  <a:pt x="233457" y="431901"/>
                </a:lnTo>
                <a:cubicBezTo>
                  <a:pt x="139720" y="414779"/>
                  <a:pt x="67620" y="357995"/>
                  <a:pt x="84742" y="251616"/>
                </a:cubicBezTo>
                <a:cubicBezTo>
                  <a:pt x="109991" y="90294"/>
                  <a:pt x="271313" y="151"/>
                  <a:pt x="419125" y="151"/>
                </a:cubicBezTo>
                <a:close/>
              </a:path>
            </a:pathLst>
          </a:custGeom>
          <a:solidFill>
            <a:schemeClr val="bg1"/>
          </a:solidFill>
          <a:ln w="3551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5B890EC-D08A-4B93-B907-5E14CACCAA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2333" y="1093769"/>
            <a:ext cx="1972008" cy="4585871"/>
          </a:xfrm>
        </p:spPr>
        <p:txBody>
          <a:bodyPr wrap="none">
            <a:noAutofit/>
          </a:bodyPr>
          <a:lstStyle>
            <a:lvl1pPr marL="0" indent="0" algn="r">
              <a:lnSpc>
                <a:spcPct val="80000"/>
              </a:lnSpc>
              <a:buNone/>
              <a:defRPr lang="fr-FR" sz="12000" kern="1200" cap="all" dirty="0">
                <a:solidFill>
                  <a:schemeClr val="bg1">
                    <a:alpha val="1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01</a:t>
            </a:r>
            <a:br>
              <a:rPr lang="en-US" noProof="0"/>
            </a:br>
            <a:r>
              <a:rPr lang="en-US" noProof="0"/>
              <a:t>01</a:t>
            </a:r>
            <a:br>
              <a:rPr lang="en-US" noProof="0"/>
            </a:br>
            <a:r>
              <a:rPr lang="en-US" noProof="0"/>
              <a:t>21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8C953C5-2C78-468A-807B-04A094A87DFE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32B7BB-B0E5-B2A2-024E-E6A58334784F}"/>
              </a:ext>
            </a:extLst>
          </p:cNvPr>
          <p:cNvSpPr/>
          <p:nvPr userDrawn="1"/>
        </p:nvSpPr>
        <p:spPr>
          <a:xfrm>
            <a:off x="1239359" y="3885426"/>
            <a:ext cx="997111" cy="83070"/>
          </a:xfrm>
          <a:prstGeom prst="rect">
            <a:avLst/>
          </a:prstGeom>
          <a:gradFill>
            <a:gsLst>
              <a:gs pos="100000">
                <a:srgbClr val="99BFC0"/>
              </a:gs>
              <a:gs pos="0">
                <a:srgbClr val="C8175C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885A7320-80C2-1F03-A3E6-B5510867386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46094" y="4119417"/>
            <a:ext cx="7543074" cy="387689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lang="en-US" sz="2400" i="0" kern="1200" cap="all" baseline="0" noProof="0" dirty="0">
                <a:solidFill>
                  <a:srgbClr val="9AC0C1"/>
                </a:solidFill>
                <a:latin typeface="Poppins Light" panose="00000400000000000000" pitchFamily="2" charset="0"/>
                <a:ea typeface="Inter-Bold" panose="02000803000000020004" pitchFamily="50" charset="0"/>
                <a:cs typeface="Poppins Light" panose="00000400000000000000" pitchFamily="2" charset="0"/>
              </a:defRPr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214302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0A2687D8-8AD0-4EF0-9BE9-6CBBD0B235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91" y="111600"/>
            <a:ext cx="11965818" cy="6188315"/>
          </a:xfrm>
          <a:prstGeom prst="rect">
            <a:avLst/>
          </a:prstGeom>
        </p:spPr>
      </p:pic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B8446EE-48C2-481B-807A-1B3B63B638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18141" y="2290871"/>
            <a:ext cx="8955718" cy="2201102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850AAEFF-16F5-7A48-A742-A2848F62A4B8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1D83722B-1166-41AB-B8F7-5842AB54A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8E1047-C6BB-424E-A973-742C8B08E20D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135615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0A2687D8-8AD0-4EF0-9BE9-6CBBD0B235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91" y="74979"/>
            <a:ext cx="11965818" cy="6188315"/>
          </a:xfrm>
          <a:prstGeom prst="rect">
            <a:avLst/>
          </a:prstGeom>
        </p:spPr>
      </p:pic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B8446EE-48C2-481B-807A-1B3B63B638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18141" y="2290871"/>
            <a:ext cx="8955718" cy="2201102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B7E5A2BE-319C-5D47-92CC-2B9FEBFF19BD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845D87EE-B0B3-4BE8-A6C7-0B12ACA48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74274E-CC31-4894-933A-CA26E639C7CF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68482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0A2687D8-8AD0-4EF0-9BE9-6CBBD0B235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91" y="111600"/>
            <a:ext cx="11965818" cy="6188315"/>
          </a:xfrm>
          <a:prstGeom prst="rect">
            <a:avLst/>
          </a:prstGeom>
        </p:spPr>
      </p:pic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B8446EE-48C2-481B-807A-1B3B63B638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18141" y="2290871"/>
            <a:ext cx="8955718" cy="2201102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F9E8AE36-CC46-2B42-8034-00DBC2BD136A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FFB33AEC-F888-4210-AC81-2D0EE6AF1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50049F-78B1-436C-827A-1A9084648ECC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510627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0A2687D8-8AD0-4EF0-9BE9-6CBBD0B235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91" y="113090"/>
            <a:ext cx="11965818" cy="619171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EC0071C9-F4C8-4113-8787-384665FA88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91" y="120558"/>
            <a:ext cx="11931764" cy="6184247"/>
          </a:xfrm>
          <a:prstGeom prst="rect">
            <a:avLst/>
          </a:prstGeom>
        </p:spPr>
      </p:pic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8C355A8E-1E0C-4CEB-BB08-A4A6D1BAB7BB}"/>
              </a:ext>
            </a:extLst>
          </p:cNvPr>
          <p:cNvSpPr/>
          <p:nvPr userDrawn="1"/>
        </p:nvSpPr>
        <p:spPr>
          <a:xfrm>
            <a:off x="118522" y="113089"/>
            <a:ext cx="7658286" cy="6191715"/>
          </a:xfrm>
          <a:custGeom>
            <a:avLst/>
            <a:gdLst>
              <a:gd name="connsiteX0" fmla="*/ 3744654 w 7658286"/>
              <a:gd name="connsiteY0" fmla="*/ 3155376 h 6191715"/>
              <a:gd name="connsiteX1" fmla="*/ 4562494 w 7658286"/>
              <a:gd name="connsiteY1" fmla="*/ 3155376 h 6191715"/>
              <a:gd name="connsiteX2" fmla="*/ 7658286 w 7658286"/>
              <a:gd name="connsiteY2" fmla="*/ 6191715 h 6191715"/>
              <a:gd name="connsiteX3" fmla="*/ 6022826 w 7658286"/>
              <a:gd name="connsiteY3" fmla="*/ 6191715 h 6191715"/>
              <a:gd name="connsiteX4" fmla="*/ 3744654 w 7658286"/>
              <a:gd name="connsiteY4" fmla="*/ 3957210 h 6191715"/>
              <a:gd name="connsiteX5" fmla="*/ 2797982 w 7658286"/>
              <a:gd name="connsiteY5" fmla="*/ 3155029 h 6191715"/>
              <a:gd name="connsiteX6" fmla="*/ 3615822 w 7658286"/>
              <a:gd name="connsiteY6" fmla="*/ 3155029 h 6191715"/>
              <a:gd name="connsiteX7" fmla="*/ 3615822 w 7658286"/>
              <a:gd name="connsiteY7" fmla="*/ 3956863 h 6191715"/>
              <a:gd name="connsiteX8" fmla="*/ 1337141 w 7658286"/>
              <a:gd name="connsiteY8" fmla="*/ 6191715 h 6191715"/>
              <a:gd name="connsiteX9" fmla="*/ 0 w 7658286"/>
              <a:gd name="connsiteY9" fmla="*/ 6191715 h 6191715"/>
              <a:gd name="connsiteX10" fmla="*/ 0 w 7658286"/>
              <a:gd name="connsiteY10" fmla="*/ 5899404 h 6191715"/>
              <a:gd name="connsiteX11" fmla="*/ 7468800 w 7658286"/>
              <a:gd name="connsiteY11" fmla="*/ 0 h 6191715"/>
              <a:gd name="connsiteX12" fmla="*/ 7650269 w 7658286"/>
              <a:gd name="connsiteY12" fmla="*/ 0 h 6191715"/>
              <a:gd name="connsiteX13" fmla="*/ 4562164 w 7658286"/>
              <a:gd name="connsiteY13" fmla="*/ 3028889 h 6191715"/>
              <a:gd name="connsiteX14" fmla="*/ 4380585 w 7658286"/>
              <a:gd name="connsiteY14" fmla="*/ 3028889 h 6191715"/>
              <a:gd name="connsiteX15" fmla="*/ 7105243 w 7658286"/>
              <a:gd name="connsiteY15" fmla="*/ 0 h 6191715"/>
              <a:gd name="connsiteX16" fmla="*/ 7286889 w 7658286"/>
              <a:gd name="connsiteY16" fmla="*/ 0 h 6191715"/>
              <a:gd name="connsiteX17" fmla="*/ 4198808 w 7658286"/>
              <a:gd name="connsiteY17" fmla="*/ 3028955 h 6191715"/>
              <a:gd name="connsiteX18" fmla="*/ 4017014 w 7658286"/>
              <a:gd name="connsiteY18" fmla="*/ 3028955 h 6191715"/>
              <a:gd name="connsiteX19" fmla="*/ 6741730 w 7658286"/>
              <a:gd name="connsiteY19" fmla="*/ 0 h 6191715"/>
              <a:gd name="connsiteX20" fmla="*/ 6923339 w 7658286"/>
              <a:gd name="connsiteY20" fmla="*/ 0 h 6191715"/>
              <a:gd name="connsiteX21" fmla="*/ 3835088 w 7658286"/>
              <a:gd name="connsiteY21" fmla="*/ 3028939 h 6191715"/>
              <a:gd name="connsiteX22" fmla="*/ 3744257 w 7658286"/>
              <a:gd name="connsiteY22" fmla="*/ 3028939 h 6191715"/>
              <a:gd name="connsiteX23" fmla="*/ 3744257 w 7658286"/>
              <a:gd name="connsiteY23" fmla="*/ 2939930 h 6191715"/>
              <a:gd name="connsiteX24" fmla="*/ 6378129 w 7658286"/>
              <a:gd name="connsiteY24" fmla="*/ 0 h 6191715"/>
              <a:gd name="connsiteX25" fmla="*/ 6559852 w 7658286"/>
              <a:gd name="connsiteY25" fmla="*/ 0 h 6191715"/>
              <a:gd name="connsiteX26" fmla="*/ 3744373 w 7658286"/>
              <a:gd name="connsiteY26" fmla="*/ 2761511 h 6191715"/>
              <a:gd name="connsiteX27" fmla="*/ 3744373 w 7658286"/>
              <a:gd name="connsiteY27" fmla="*/ 2583343 h 6191715"/>
              <a:gd name="connsiteX28" fmla="*/ 6014677 w 7658286"/>
              <a:gd name="connsiteY28" fmla="*/ 0 h 6191715"/>
              <a:gd name="connsiteX29" fmla="*/ 6196426 w 7658286"/>
              <a:gd name="connsiteY29" fmla="*/ 0 h 6191715"/>
              <a:gd name="connsiteX30" fmla="*/ 3744324 w 7658286"/>
              <a:gd name="connsiteY30" fmla="*/ 2404993 h 6191715"/>
              <a:gd name="connsiteX31" fmla="*/ 3744324 w 7658286"/>
              <a:gd name="connsiteY31" fmla="*/ 2226774 h 6191715"/>
              <a:gd name="connsiteX32" fmla="*/ 0 w 7658286"/>
              <a:gd name="connsiteY32" fmla="*/ 0 h 6191715"/>
              <a:gd name="connsiteX33" fmla="*/ 1345370 w 7658286"/>
              <a:gd name="connsiteY33" fmla="*/ 0 h 6191715"/>
              <a:gd name="connsiteX34" fmla="*/ 3615870 w 7658286"/>
              <a:gd name="connsiteY34" fmla="*/ 2226890 h 6191715"/>
              <a:gd name="connsiteX35" fmla="*/ 3615870 w 7658286"/>
              <a:gd name="connsiteY35" fmla="*/ 3028773 h 6191715"/>
              <a:gd name="connsiteX36" fmla="*/ 2798197 w 7658286"/>
              <a:gd name="connsiteY36" fmla="*/ 3028773 h 6191715"/>
              <a:gd name="connsiteX37" fmla="*/ 0 w 7658286"/>
              <a:gd name="connsiteY37" fmla="*/ 284297 h 6191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58286" h="6191715">
                <a:moveTo>
                  <a:pt x="3744654" y="3155376"/>
                </a:moveTo>
                <a:lnTo>
                  <a:pt x="4562494" y="3155376"/>
                </a:lnTo>
                <a:lnTo>
                  <a:pt x="7658286" y="6191715"/>
                </a:lnTo>
                <a:lnTo>
                  <a:pt x="6022826" y="6191715"/>
                </a:lnTo>
                <a:lnTo>
                  <a:pt x="3744654" y="3957210"/>
                </a:lnTo>
                <a:close/>
                <a:moveTo>
                  <a:pt x="2797982" y="3155029"/>
                </a:moveTo>
                <a:lnTo>
                  <a:pt x="3615822" y="3155029"/>
                </a:lnTo>
                <a:lnTo>
                  <a:pt x="3615822" y="3956863"/>
                </a:lnTo>
                <a:lnTo>
                  <a:pt x="1337141" y="6191715"/>
                </a:lnTo>
                <a:lnTo>
                  <a:pt x="0" y="6191715"/>
                </a:lnTo>
                <a:lnTo>
                  <a:pt x="0" y="5899404"/>
                </a:lnTo>
                <a:close/>
                <a:moveTo>
                  <a:pt x="7468800" y="0"/>
                </a:moveTo>
                <a:lnTo>
                  <a:pt x="7650269" y="0"/>
                </a:lnTo>
                <a:lnTo>
                  <a:pt x="4562164" y="3028889"/>
                </a:lnTo>
                <a:lnTo>
                  <a:pt x="4380585" y="3028889"/>
                </a:lnTo>
                <a:close/>
                <a:moveTo>
                  <a:pt x="7105243" y="0"/>
                </a:moveTo>
                <a:lnTo>
                  <a:pt x="7286889" y="0"/>
                </a:lnTo>
                <a:lnTo>
                  <a:pt x="4198808" y="3028955"/>
                </a:lnTo>
                <a:lnTo>
                  <a:pt x="4017014" y="3028955"/>
                </a:lnTo>
                <a:close/>
                <a:moveTo>
                  <a:pt x="6741730" y="0"/>
                </a:moveTo>
                <a:lnTo>
                  <a:pt x="6923339" y="0"/>
                </a:lnTo>
                <a:lnTo>
                  <a:pt x="3835088" y="3028939"/>
                </a:lnTo>
                <a:lnTo>
                  <a:pt x="3744257" y="3028939"/>
                </a:lnTo>
                <a:lnTo>
                  <a:pt x="3744257" y="2939930"/>
                </a:lnTo>
                <a:close/>
                <a:moveTo>
                  <a:pt x="6378129" y="0"/>
                </a:moveTo>
                <a:lnTo>
                  <a:pt x="6559852" y="0"/>
                </a:lnTo>
                <a:lnTo>
                  <a:pt x="3744373" y="2761511"/>
                </a:lnTo>
                <a:lnTo>
                  <a:pt x="3744373" y="2583343"/>
                </a:lnTo>
                <a:close/>
                <a:moveTo>
                  <a:pt x="6014677" y="0"/>
                </a:moveTo>
                <a:lnTo>
                  <a:pt x="6196426" y="0"/>
                </a:lnTo>
                <a:lnTo>
                  <a:pt x="3744324" y="2404993"/>
                </a:lnTo>
                <a:lnTo>
                  <a:pt x="3744324" y="2226774"/>
                </a:lnTo>
                <a:close/>
                <a:moveTo>
                  <a:pt x="0" y="0"/>
                </a:moveTo>
                <a:lnTo>
                  <a:pt x="1345370" y="0"/>
                </a:lnTo>
                <a:lnTo>
                  <a:pt x="3615870" y="2226890"/>
                </a:lnTo>
                <a:lnTo>
                  <a:pt x="3615870" y="3028773"/>
                </a:lnTo>
                <a:lnTo>
                  <a:pt x="2798197" y="3028773"/>
                </a:lnTo>
                <a:lnTo>
                  <a:pt x="0" y="284297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1568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EE9543D9-D723-48F7-B692-4891D0D24FCA}"/>
              </a:ext>
            </a:extLst>
          </p:cNvPr>
          <p:cNvSpPr/>
          <p:nvPr userDrawn="1"/>
        </p:nvSpPr>
        <p:spPr>
          <a:xfrm>
            <a:off x="4652624" y="3561002"/>
            <a:ext cx="766762" cy="1357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4" name="Espace réservé du texte 3">
            <a:extLst>
              <a:ext uri="{FF2B5EF4-FFF2-40B4-BE49-F238E27FC236}">
                <a16:creationId xmlns:a16="http://schemas.microsoft.com/office/drawing/2014/main" id="{68C66AB3-70DC-47EE-91C7-8F4BB1AA43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9016" y="1005682"/>
            <a:ext cx="9948231" cy="2186878"/>
          </a:xfrm>
        </p:spPr>
        <p:txBody>
          <a:bodyPr anchor="b">
            <a:noAutofit/>
          </a:bodyPr>
          <a:lstStyle>
            <a:lvl1pPr marL="0" indent="0" algn="l">
              <a:buNone/>
              <a:defRPr sz="2800" b="0" cap="all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5" name="Espace réservé du texte 3">
            <a:extLst>
              <a:ext uri="{FF2B5EF4-FFF2-40B4-BE49-F238E27FC236}">
                <a16:creationId xmlns:a16="http://schemas.microsoft.com/office/drawing/2014/main" id="{2EB02B55-DEF7-46F1-BE59-D836C70C68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30552" y="3413415"/>
            <a:ext cx="5221995" cy="419217"/>
          </a:xfrm>
        </p:spPr>
        <p:txBody>
          <a:bodyPr anchor="t" anchorCtr="0">
            <a:spAutoFit/>
          </a:bodyPr>
          <a:lstStyle>
            <a:lvl1pPr marL="0" indent="0" algn="l">
              <a:lnSpc>
                <a:spcPct val="140000"/>
              </a:lnSpc>
              <a:buNone/>
              <a:defRPr sz="1700" b="1" spc="0" baseline="0">
                <a:solidFill>
                  <a:schemeClr val="bg1"/>
                </a:solidFill>
                <a:latin typeface="Arial Nova Cond" panose="020B0506020202020204" pitchFamily="34" charset="0"/>
                <a:cs typeface="Poppins SemiBold" panose="00000700000000000000" pitchFamily="2" charset="0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E462F722-833F-C74E-8311-4063662719AE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2" name="Espace réservé du pied de page 4">
            <a:extLst>
              <a:ext uri="{FF2B5EF4-FFF2-40B4-BE49-F238E27FC236}">
                <a16:creationId xmlns:a16="http://schemas.microsoft.com/office/drawing/2014/main" id="{C818C225-F959-43BF-89F5-D64A75FEA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F90F8B95-AB96-4B54-A518-642D77C8D641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860115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0A2687D8-8AD0-4EF0-9BE9-6CBBD0B235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90" y="113090"/>
            <a:ext cx="11965817" cy="6191715"/>
          </a:xfrm>
          <a:prstGeom prst="rect">
            <a:avLst/>
          </a:prstGeom>
        </p:spPr>
      </p:pic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3C6B0F71-C667-4465-B832-D3DF3E28A615}"/>
              </a:ext>
            </a:extLst>
          </p:cNvPr>
          <p:cNvSpPr/>
          <p:nvPr userDrawn="1"/>
        </p:nvSpPr>
        <p:spPr>
          <a:xfrm>
            <a:off x="118522" y="113089"/>
            <a:ext cx="7658286" cy="6191715"/>
          </a:xfrm>
          <a:custGeom>
            <a:avLst/>
            <a:gdLst>
              <a:gd name="connsiteX0" fmla="*/ 3744654 w 7658286"/>
              <a:gd name="connsiteY0" fmla="*/ 3155376 h 6191715"/>
              <a:gd name="connsiteX1" fmla="*/ 4562494 w 7658286"/>
              <a:gd name="connsiteY1" fmla="*/ 3155376 h 6191715"/>
              <a:gd name="connsiteX2" fmla="*/ 7658286 w 7658286"/>
              <a:gd name="connsiteY2" fmla="*/ 6191715 h 6191715"/>
              <a:gd name="connsiteX3" fmla="*/ 6022826 w 7658286"/>
              <a:gd name="connsiteY3" fmla="*/ 6191715 h 6191715"/>
              <a:gd name="connsiteX4" fmla="*/ 3744654 w 7658286"/>
              <a:gd name="connsiteY4" fmla="*/ 3957210 h 6191715"/>
              <a:gd name="connsiteX5" fmla="*/ 2797982 w 7658286"/>
              <a:gd name="connsiteY5" fmla="*/ 3155029 h 6191715"/>
              <a:gd name="connsiteX6" fmla="*/ 3615822 w 7658286"/>
              <a:gd name="connsiteY6" fmla="*/ 3155029 h 6191715"/>
              <a:gd name="connsiteX7" fmla="*/ 3615822 w 7658286"/>
              <a:gd name="connsiteY7" fmla="*/ 3956863 h 6191715"/>
              <a:gd name="connsiteX8" fmla="*/ 1337141 w 7658286"/>
              <a:gd name="connsiteY8" fmla="*/ 6191715 h 6191715"/>
              <a:gd name="connsiteX9" fmla="*/ 0 w 7658286"/>
              <a:gd name="connsiteY9" fmla="*/ 6191715 h 6191715"/>
              <a:gd name="connsiteX10" fmla="*/ 0 w 7658286"/>
              <a:gd name="connsiteY10" fmla="*/ 5899404 h 6191715"/>
              <a:gd name="connsiteX11" fmla="*/ 7468800 w 7658286"/>
              <a:gd name="connsiteY11" fmla="*/ 0 h 6191715"/>
              <a:gd name="connsiteX12" fmla="*/ 7650269 w 7658286"/>
              <a:gd name="connsiteY12" fmla="*/ 0 h 6191715"/>
              <a:gd name="connsiteX13" fmla="*/ 4562164 w 7658286"/>
              <a:gd name="connsiteY13" fmla="*/ 3028889 h 6191715"/>
              <a:gd name="connsiteX14" fmla="*/ 4380585 w 7658286"/>
              <a:gd name="connsiteY14" fmla="*/ 3028889 h 6191715"/>
              <a:gd name="connsiteX15" fmla="*/ 7105243 w 7658286"/>
              <a:gd name="connsiteY15" fmla="*/ 0 h 6191715"/>
              <a:gd name="connsiteX16" fmla="*/ 7286889 w 7658286"/>
              <a:gd name="connsiteY16" fmla="*/ 0 h 6191715"/>
              <a:gd name="connsiteX17" fmla="*/ 4198808 w 7658286"/>
              <a:gd name="connsiteY17" fmla="*/ 3028955 h 6191715"/>
              <a:gd name="connsiteX18" fmla="*/ 4017014 w 7658286"/>
              <a:gd name="connsiteY18" fmla="*/ 3028955 h 6191715"/>
              <a:gd name="connsiteX19" fmla="*/ 6741730 w 7658286"/>
              <a:gd name="connsiteY19" fmla="*/ 0 h 6191715"/>
              <a:gd name="connsiteX20" fmla="*/ 6923339 w 7658286"/>
              <a:gd name="connsiteY20" fmla="*/ 0 h 6191715"/>
              <a:gd name="connsiteX21" fmla="*/ 3835088 w 7658286"/>
              <a:gd name="connsiteY21" fmla="*/ 3028939 h 6191715"/>
              <a:gd name="connsiteX22" fmla="*/ 3744257 w 7658286"/>
              <a:gd name="connsiteY22" fmla="*/ 3028939 h 6191715"/>
              <a:gd name="connsiteX23" fmla="*/ 3744257 w 7658286"/>
              <a:gd name="connsiteY23" fmla="*/ 2939930 h 6191715"/>
              <a:gd name="connsiteX24" fmla="*/ 6378129 w 7658286"/>
              <a:gd name="connsiteY24" fmla="*/ 0 h 6191715"/>
              <a:gd name="connsiteX25" fmla="*/ 6559851 w 7658286"/>
              <a:gd name="connsiteY25" fmla="*/ 0 h 6191715"/>
              <a:gd name="connsiteX26" fmla="*/ 3744373 w 7658286"/>
              <a:gd name="connsiteY26" fmla="*/ 2761512 h 6191715"/>
              <a:gd name="connsiteX27" fmla="*/ 3744373 w 7658286"/>
              <a:gd name="connsiteY27" fmla="*/ 2583343 h 6191715"/>
              <a:gd name="connsiteX28" fmla="*/ 6014677 w 7658286"/>
              <a:gd name="connsiteY28" fmla="*/ 0 h 6191715"/>
              <a:gd name="connsiteX29" fmla="*/ 6196425 w 7658286"/>
              <a:gd name="connsiteY29" fmla="*/ 0 h 6191715"/>
              <a:gd name="connsiteX30" fmla="*/ 3744324 w 7658286"/>
              <a:gd name="connsiteY30" fmla="*/ 2404993 h 6191715"/>
              <a:gd name="connsiteX31" fmla="*/ 3744324 w 7658286"/>
              <a:gd name="connsiteY31" fmla="*/ 2226774 h 6191715"/>
              <a:gd name="connsiteX32" fmla="*/ 0 w 7658286"/>
              <a:gd name="connsiteY32" fmla="*/ 0 h 6191715"/>
              <a:gd name="connsiteX33" fmla="*/ 1345370 w 7658286"/>
              <a:gd name="connsiteY33" fmla="*/ 0 h 6191715"/>
              <a:gd name="connsiteX34" fmla="*/ 3615870 w 7658286"/>
              <a:gd name="connsiteY34" fmla="*/ 2226890 h 6191715"/>
              <a:gd name="connsiteX35" fmla="*/ 3615870 w 7658286"/>
              <a:gd name="connsiteY35" fmla="*/ 3028773 h 6191715"/>
              <a:gd name="connsiteX36" fmla="*/ 2798197 w 7658286"/>
              <a:gd name="connsiteY36" fmla="*/ 3028773 h 6191715"/>
              <a:gd name="connsiteX37" fmla="*/ 0 w 7658286"/>
              <a:gd name="connsiteY37" fmla="*/ 284297 h 6191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58286" h="6191715">
                <a:moveTo>
                  <a:pt x="3744654" y="3155376"/>
                </a:moveTo>
                <a:lnTo>
                  <a:pt x="4562494" y="3155376"/>
                </a:lnTo>
                <a:lnTo>
                  <a:pt x="7658286" y="6191715"/>
                </a:lnTo>
                <a:lnTo>
                  <a:pt x="6022826" y="6191715"/>
                </a:lnTo>
                <a:lnTo>
                  <a:pt x="3744654" y="3957210"/>
                </a:lnTo>
                <a:close/>
                <a:moveTo>
                  <a:pt x="2797982" y="3155029"/>
                </a:moveTo>
                <a:lnTo>
                  <a:pt x="3615822" y="3155029"/>
                </a:lnTo>
                <a:lnTo>
                  <a:pt x="3615822" y="3956863"/>
                </a:lnTo>
                <a:lnTo>
                  <a:pt x="1337141" y="6191715"/>
                </a:lnTo>
                <a:lnTo>
                  <a:pt x="0" y="6191715"/>
                </a:lnTo>
                <a:lnTo>
                  <a:pt x="0" y="5899404"/>
                </a:lnTo>
                <a:close/>
                <a:moveTo>
                  <a:pt x="7468800" y="0"/>
                </a:moveTo>
                <a:lnTo>
                  <a:pt x="7650269" y="0"/>
                </a:lnTo>
                <a:lnTo>
                  <a:pt x="4562164" y="3028889"/>
                </a:lnTo>
                <a:lnTo>
                  <a:pt x="4380585" y="3028889"/>
                </a:lnTo>
                <a:close/>
                <a:moveTo>
                  <a:pt x="7105243" y="0"/>
                </a:moveTo>
                <a:lnTo>
                  <a:pt x="7286889" y="0"/>
                </a:lnTo>
                <a:lnTo>
                  <a:pt x="4198808" y="3028955"/>
                </a:lnTo>
                <a:lnTo>
                  <a:pt x="4017014" y="3028955"/>
                </a:lnTo>
                <a:close/>
                <a:moveTo>
                  <a:pt x="6741730" y="0"/>
                </a:moveTo>
                <a:lnTo>
                  <a:pt x="6923339" y="0"/>
                </a:lnTo>
                <a:lnTo>
                  <a:pt x="3835088" y="3028939"/>
                </a:lnTo>
                <a:lnTo>
                  <a:pt x="3744257" y="3028939"/>
                </a:lnTo>
                <a:lnTo>
                  <a:pt x="3744257" y="2939930"/>
                </a:lnTo>
                <a:close/>
                <a:moveTo>
                  <a:pt x="6378129" y="0"/>
                </a:moveTo>
                <a:lnTo>
                  <a:pt x="6559851" y="0"/>
                </a:lnTo>
                <a:lnTo>
                  <a:pt x="3744373" y="2761512"/>
                </a:lnTo>
                <a:lnTo>
                  <a:pt x="3744373" y="2583343"/>
                </a:lnTo>
                <a:close/>
                <a:moveTo>
                  <a:pt x="6014677" y="0"/>
                </a:moveTo>
                <a:lnTo>
                  <a:pt x="6196425" y="0"/>
                </a:lnTo>
                <a:lnTo>
                  <a:pt x="3744324" y="2404993"/>
                </a:lnTo>
                <a:lnTo>
                  <a:pt x="3744324" y="2226774"/>
                </a:lnTo>
                <a:close/>
                <a:moveTo>
                  <a:pt x="0" y="0"/>
                </a:moveTo>
                <a:lnTo>
                  <a:pt x="1345370" y="0"/>
                </a:lnTo>
                <a:lnTo>
                  <a:pt x="3615870" y="2226890"/>
                </a:lnTo>
                <a:lnTo>
                  <a:pt x="3615870" y="3028773"/>
                </a:lnTo>
                <a:lnTo>
                  <a:pt x="2798197" y="3028773"/>
                </a:lnTo>
                <a:lnTo>
                  <a:pt x="0" y="284297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1568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7" name="Espace réservé du texte 3">
            <a:extLst>
              <a:ext uri="{FF2B5EF4-FFF2-40B4-BE49-F238E27FC236}">
                <a16:creationId xmlns:a16="http://schemas.microsoft.com/office/drawing/2014/main" id="{98420E5E-D785-4515-934B-4E6D1EC553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15822" y="903402"/>
            <a:ext cx="9785054" cy="318926"/>
          </a:xfrm>
        </p:spPr>
        <p:txBody>
          <a:bodyPr anchor="t">
            <a:noAutofit/>
          </a:bodyPr>
          <a:lstStyle>
            <a:lvl1pPr marL="0" indent="0" algn="l">
              <a:buNone/>
              <a:defRPr sz="2000" b="1" cap="all" baseline="0">
                <a:solidFill>
                  <a:schemeClr val="bg1"/>
                </a:solidFill>
                <a:latin typeface="Inter-Bold" panose="02000803000000020004" pitchFamily="50" charset="0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8" name="Espace réservé du texte 3">
            <a:extLst>
              <a:ext uri="{FF2B5EF4-FFF2-40B4-BE49-F238E27FC236}">
                <a16:creationId xmlns:a16="http://schemas.microsoft.com/office/drawing/2014/main" id="{4DD614A3-0934-4756-92ED-88AFD76D5C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5821" y="1476158"/>
            <a:ext cx="9785053" cy="2081488"/>
          </a:xfrm>
        </p:spPr>
        <p:txBody>
          <a:bodyPr lIns="72000" anchor="t">
            <a:noAutofit/>
          </a:bodyPr>
          <a:lstStyle>
            <a:lvl1pPr marL="0" indent="0" algn="l">
              <a:lnSpc>
                <a:spcPct val="80000"/>
              </a:lnSpc>
              <a:buNone/>
              <a:defRPr sz="5400" b="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E9AA42-C615-49F2-9C83-7A4490A1BCB2}"/>
              </a:ext>
            </a:extLst>
          </p:cNvPr>
          <p:cNvSpPr/>
          <p:nvPr userDrawn="1"/>
        </p:nvSpPr>
        <p:spPr>
          <a:xfrm>
            <a:off x="1316531" y="3860577"/>
            <a:ext cx="766762" cy="1357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BE2D297B-B884-E748-91EF-1AF27C9446C3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2" name="Espace réservé du pied de page 4">
            <a:extLst>
              <a:ext uri="{FF2B5EF4-FFF2-40B4-BE49-F238E27FC236}">
                <a16:creationId xmlns:a16="http://schemas.microsoft.com/office/drawing/2014/main" id="{CB71DFE1-6D06-436F-91AD-1E5D070EF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7AD1729B-B27A-4780-B400-ABF147CF1106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571110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AD99E08-023D-4F27-9DBA-14098951DD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9354" y="113090"/>
            <a:ext cx="11519554" cy="6627130"/>
          </a:xfrm>
          <a:prstGeom prst="rect">
            <a:avLst/>
          </a:prstGeom>
        </p:spPr>
      </p:pic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120A6EBF-1E4C-4D2C-9BEC-2EE12A954383}"/>
              </a:ext>
            </a:extLst>
          </p:cNvPr>
          <p:cNvSpPr/>
          <p:nvPr userDrawn="1"/>
        </p:nvSpPr>
        <p:spPr>
          <a:xfrm>
            <a:off x="559012" y="113089"/>
            <a:ext cx="8182715" cy="6627131"/>
          </a:xfrm>
          <a:custGeom>
            <a:avLst/>
            <a:gdLst>
              <a:gd name="connsiteX0" fmla="*/ 3989811 w 8182715"/>
              <a:gd name="connsiteY0" fmla="*/ 3377589 h 6627131"/>
              <a:gd name="connsiteX1" fmla="*/ 4869546 w 8182715"/>
              <a:gd name="connsiteY1" fmla="*/ 3377589 h 6627131"/>
              <a:gd name="connsiteX2" fmla="*/ 8182715 w 8182715"/>
              <a:gd name="connsiteY2" fmla="*/ 6627131 h 6627131"/>
              <a:gd name="connsiteX3" fmla="*/ 6423483 w 8182715"/>
              <a:gd name="connsiteY3" fmla="*/ 6627131 h 6627131"/>
              <a:gd name="connsiteX4" fmla="*/ 3989811 w 8182715"/>
              <a:gd name="connsiteY4" fmla="*/ 4240106 h 6627131"/>
              <a:gd name="connsiteX5" fmla="*/ 2971493 w 8182715"/>
              <a:gd name="connsiteY5" fmla="*/ 3377215 h 6627131"/>
              <a:gd name="connsiteX6" fmla="*/ 3851228 w 8182715"/>
              <a:gd name="connsiteY6" fmla="*/ 3377215 h 6627131"/>
              <a:gd name="connsiteX7" fmla="*/ 3851228 w 8182715"/>
              <a:gd name="connsiteY7" fmla="*/ 4239733 h 6627131"/>
              <a:gd name="connsiteX8" fmla="*/ 1417010 w 8182715"/>
              <a:gd name="connsiteY8" fmla="*/ 6627131 h 6627131"/>
              <a:gd name="connsiteX9" fmla="*/ 0 w 8182715"/>
              <a:gd name="connsiteY9" fmla="*/ 6627131 h 6627131"/>
              <a:gd name="connsiteX10" fmla="*/ 0 w 8182715"/>
              <a:gd name="connsiteY10" fmla="*/ 6291776 h 6627131"/>
              <a:gd name="connsiteX11" fmla="*/ 7978888 w 8182715"/>
              <a:gd name="connsiteY11" fmla="*/ 0 h 6627131"/>
              <a:gd name="connsiteX12" fmla="*/ 8174092 w 8182715"/>
              <a:gd name="connsiteY12" fmla="*/ 0 h 6627131"/>
              <a:gd name="connsiteX13" fmla="*/ 4869191 w 8182715"/>
              <a:gd name="connsiteY13" fmla="*/ 3241529 h 6627131"/>
              <a:gd name="connsiteX14" fmla="*/ 4673870 w 8182715"/>
              <a:gd name="connsiteY14" fmla="*/ 3241529 h 6627131"/>
              <a:gd name="connsiteX15" fmla="*/ 7587818 w 8182715"/>
              <a:gd name="connsiteY15" fmla="*/ 0 h 6627131"/>
              <a:gd name="connsiteX16" fmla="*/ 7783212 w 8182715"/>
              <a:gd name="connsiteY16" fmla="*/ 0 h 6627131"/>
              <a:gd name="connsiteX17" fmla="*/ 4478336 w 8182715"/>
              <a:gd name="connsiteY17" fmla="*/ 3241600 h 6627131"/>
              <a:gd name="connsiteX18" fmla="*/ 4282783 w 8182715"/>
              <a:gd name="connsiteY18" fmla="*/ 3241600 h 6627131"/>
              <a:gd name="connsiteX19" fmla="*/ 7196794 w 8182715"/>
              <a:gd name="connsiteY19" fmla="*/ 0 h 6627131"/>
              <a:gd name="connsiteX20" fmla="*/ 7392147 w 8182715"/>
              <a:gd name="connsiteY20" fmla="*/ 0 h 6627131"/>
              <a:gd name="connsiteX21" fmla="*/ 4087089 w 8182715"/>
              <a:gd name="connsiteY21" fmla="*/ 3241583 h 6627131"/>
              <a:gd name="connsiteX22" fmla="*/ 3989384 w 8182715"/>
              <a:gd name="connsiteY22" fmla="*/ 3241583 h 6627131"/>
              <a:gd name="connsiteX23" fmla="*/ 3989384 w 8182715"/>
              <a:gd name="connsiteY23" fmla="*/ 3145837 h 6627131"/>
              <a:gd name="connsiteX24" fmla="*/ 6805676 w 8182715"/>
              <a:gd name="connsiteY24" fmla="*/ 0 h 6627131"/>
              <a:gd name="connsiteX25" fmla="*/ 7001151 w 8182715"/>
              <a:gd name="connsiteY25" fmla="*/ 0 h 6627131"/>
              <a:gd name="connsiteX26" fmla="*/ 3989509 w 8182715"/>
              <a:gd name="connsiteY26" fmla="*/ 2953916 h 6627131"/>
              <a:gd name="connsiteX27" fmla="*/ 3989509 w 8182715"/>
              <a:gd name="connsiteY27" fmla="*/ 2762264 h 6627131"/>
              <a:gd name="connsiteX28" fmla="*/ 6414717 w 8182715"/>
              <a:gd name="connsiteY28" fmla="*/ 0 h 6627131"/>
              <a:gd name="connsiteX29" fmla="*/ 6610220 w 8182715"/>
              <a:gd name="connsiteY29" fmla="*/ 0 h 6627131"/>
              <a:gd name="connsiteX30" fmla="*/ 3989456 w 8182715"/>
              <a:gd name="connsiteY30" fmla="*/ 2570415 h 6627131"/>
              <a:gd name="connsiteX31" fmla="*/ 3989456 w 8182715"/>
              <a:gd name="connsiteY31" fmla="*/ 2378708 h 6627131"/>
              <a:gd name="connsiteX32" fmla="*/ 0 w 8182715"/>
              <a:gd name="connsiteY32" fmla="*/ 0 h 6627131"/>
              <a:gd name="connsiteX33" fmla="*/ 1425861 w 8182715"/>
              <a:gd name="connsiteY33" fmla="*/ 0 h 6627131"/>
              <a:gd name="connsiteX34" fmla="*/ 3851280 w 8182715"/>
              <a:gd name="connsiteY34" fmla="*/ 2378834 h 6627131"/>
              <a:gd name="connsiteX35" fmla="*/ 3851280 w 8182715"/>
              <a:gd name="connsiteY35" fmla="*/ 3241404 h 6627131"/>
              <a:gd name="connsiteX36" fmla="*/ 2971725 w 8182715"/>
              <a:gd name="connsiteY36" fmla="*/ 3241404 h 6627131"/>
              <a:gd name="connsiteX37" fmla="*/ 0 w 8182715"/>
              <a:gd name="connsiteY37" fmla="*/ 326732 h 6627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8182715" h="6627131">
                <a:moveTo>
                  <a:pt x="3989811" y="3377589"/>
                </a:moveTo>
                <a:lnTo>
                  <a:pt x="4869546" y="3377589"/>
                </a:lnTo>
                <a:lnTo>
                  <a:pt x="8182715" y="6627131"/>
                </a:lnTo>
                <a:lnTo>
                  <a:pt x="6423483" y="6627131"/>
                </a:lnTo>
                <a:lnTo>
                  <a:pt x="3989811" y="4240106"/>
                </a:lnTo>
                <a:close/>
                <a:moveTo>
                  <a:pt x="2971493" y="3377215"/>
                </a:moveTo>
                <a:lnTo>
                  <a:pt x="3851228" y="3377215"/>
                </a:lnTo>
                <a:lnTo>
                  <a:pt x="3851228" y="4239733"/>
                </a:lnTo>
                <a:lnTo>
                  <a:pt x="1417010" y="6627131"/>
                </a:lnTo>
                <a:lnTo>
                  <a:pt x="0" y="6627131"/>
                </a:lnTo>
                <a:lnTo>
                  <a:pt x="0" y="6291776"/>
                </a:lnTo>
                <a:close/>
                <a:moveTo>
                  <a:pt x="7978888" y="0"/>
                </a:moveTo>
                <a:lnTo>
                  <a:pt x="8174092" y="0"/>
                </a:lnTo>
                <a:lnTo>
                  <a:pt x="4869191" y="3241529"/>
                </a:lnTo>
                <a:lnTo>
                  <a:pt x="4673870" y="3241529"/>
                </a:lnTo>
                <a:close/>
                <a:moveTo>
                  <a:pt x="7587818" y="0"/>
                </a:moveTo>
                <a:lnTo>
                  <a:pt x="7783212" y="0"/>
                </a:lnTo>
                <a:lnTo>
                  <a:pt x="4478336" y="3241600"/>
                </a:lnTo>
                <a:lnTo>
                  <a:pt x="4282783" y="3241600"/>
                </a:lnTo>
                <a:close/>
                <a:moveTo>
                  <a:pt x="7196794" y="0"/>
                </a:moveTo>
                <a:lnTo>
                  <a:pt x="7392147" y="0"/>
                </a:lnTo>
                <a:lnTo>
                  <a:pt x="4087089" y="3241583"/>
                </a:lnTo>
                <a:lnTo>
                  <a:pt x="3989384" y="3241583"/>
                </a:lnTo>
                <a:lnTo>
                  <a:pt x="3989384" y="3145837"/>
                </a:lnTo>
                <a:close/>
                <a:moveTo>
                  <a:pt x="6805676" y="0"/>
                </a:moveTo>
                <a:lnTo>
                  <a:pt x="7001151" y="0"/>
                </a:lnTo>
                <a:lnTo>
                  <a:pt x="3989509" y="2953916"/>
                </a:lnTo>
                <a:lnTo>
                  <a:pt x="3989509" y="2762264"/>
                </a:lnTo>
                <a:close/>
                <a:moveTo>
                  <a:pt x="6414717" y="0"/>
                </a:moveTo>
                <a:lnTo>
                  <a:pt x="6610220" y="0"/>
                </a:lnTo>
                <a:lnTo>
                  <a:pt x="3989456" y="2570415"/>
                </a:lnTo>
                <a:lnTo>
                  <a:pt x="3989456" y="2378708"/>
                </a:lnTo>
                <a:close/>
                <a:moveTo>
                  <a:pt x="0" y="0"/>
                </a:moveTo>
                <a:lnTo>
                  <a:pt x="1425861" y="0"/>
                </a:lnTo>
                <a:lnTo>
                  <a:pt x="3851280" y="2378834"/>
                </a:lnTo>
                <a:lnTo>
                  <a:pt x="3851280" y="3241404"/>
                </a:lnTo>
                <a:lnTo>
                  <a:pt x="2971725" y="3241404"/>
                </a:lnTo>
                <a:lnTo>
                  <a:pt x="0" y="326732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1568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9" name="Image 8" descr="Une image contenant personne, intérieur, utilisation&#10;&#10;Description générée automatiquement">
            <a:extLst>
              <a:ext uri="{FF2B5EF4-FFF2-40B4-BE49-F238E27FC236}">
                <a16:creationId xmlns:a16="http://schemas.microsoft.com/office/drawing/2014/main" id="{0C74ECC6-88F7-4CE8-A77E-7FAADE1670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6347" y="113090"/>
            <a:ext cx="11519554" cy="6627130"/>
          </a:xfrm>
          <a:prstGeom prst="rect">
            <a:avLst/>
          </a:prstGeom>
        </p:spPr>
      </p:pic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0183ADB-F026-413F-AE47-A41EE29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58E8D105-CA13-4EA7-8787-0D3290468D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7586" y="2100411"/>
            <a:ext cx="8827533" cy="2655888"/>
          </a:xfrm>
        </p:spPr>
        <p:txBody>
          <a:bodyPr anchor="ctr">
            <a:noAutofit/>
          </a:bodyPr>
          <a:lstStyle>
            <a:lvl1pPr marL="0" indent="0" algn="ctr">
              <a:lnSpc>
                <a:spcPct val="110000"/>
              </a:lnSpc>
              <a:buNone/>
              <a:defRPr sz="3200" spc="0" baseline="0">
                <a:solidFill>
                  <a:schemeClr val="bg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D6FBB71D-2D13-4DCE-BCB3-A7A0AF670867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344151AC-B31D-4CFE-9DC5-6BD97C210F22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85452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8A4C179-E6D7-4257-B74A-E21E660FFDAE}"/>
              </a:ext>
            </a:extLst>
          </p:cNvPr>
          <p:cNvSpPr/>
          <p:nvPr userDrawn="1"/>
        </p:nvSpPr>
        <p:spPr>
          <a:xfrm>
            <a:off x="111600" y="111601"/>
            <a:ext cx="11967309" cy="61850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9C4282D9-1CBD-4368-B6BE-11D9E017C6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3011" y="1084884"/>
            <a:ext cx="11052273" cy="5150262"/>
          </a:xfrm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65000"/>
              </a:lnSpc>
              <a:buNone/>
              <a:defRPr sz="1560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6459817-2B8D-4BA9-BCC7-4BAC626E8F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10433" y="2608539"/>
            <a:ext cx="10171134" cy="1276349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120000"/>
              </a:lnSpc>
              <a:buNone/>
              <a:defRPr sz="3000" b="1">
                <a:latin typeface="Inter-Bold" panose="02000803000000020004" pitchFamily="50" charset="0"/>
                <a:ea typeface="Inter-Bold" panose="02000803000000020004" pitchFamily="50" charset="0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B23C130C-8388-8249-9570-DEAAB2C97AD6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2" name="Espace réservé du pied de page 4">
            <a:extLst>
              <a:ext uri="{FF2B5EF4-FFF2-40B4-BE49-F238E27FC236}">
                <a16:creationId xmlns:a16="http://schemas.microsoft.com/office/drawing/2014/main" id="{F0818CDC-EE04-4B03-9F1D-C323652A9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1515D1F4-BB90-4E14-BF04-AE6CEC237F31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492085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8A4C179-E6D7-4257-B74A-E21E660FFDAE}"/>
              </a:ext>
            </a:extLst>
          </p:cNvPr>
          <p:cNvSpPr/>
          <p:nvPr userDrawn="1"/>
        </p:nvSpPr>
        <p:spPr>
          <a:xfrm>
            <a:off x="111600" y="113090"/>
            <a:ext cx="11967308" cy="61917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Inter-Bold" panose="02000803000000020004" pitchFamily="50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63B5A9-4ABE-B849-88BB-1F6C45EDCBBB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8E5D65DC-1026-4F9D-8655-EEEDABCD3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E363BE-D3F8-40C2-897C-571491596668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366070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CD27203-7DBD-40F6-929E-7755E7010864}"/>
              </a:ext>
            </a:extLst>
          </p:cNvPr>
          <p:cNvSpPr/>
          <p:nvPr userDrawn="1"/>
        </p:nvSpPr>
        <p:spPr>
          <a:xfrm>
            <a:off x="559354" y="113090"/>
            <a:ext cx="11519554" cy="66271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F01C20-AAB7-2F47-AF1A-D6434FA5DD4C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7FB5E8A8-B72F-4FC7-B526-CF6C38F50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0F6BD9C9-C57E-4576-AD1D-C1088D0ADD01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000190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672AC8D-7CAE-4900-BAFC-E2D73A019976}"/>
              </a:ext>
            </a:extLst>
          </p:cNvPr>
          <p:cNvSpPr/>
          <p:nvPr userDrawn="1"/>
        </p:nvSpPr>
        <p:spPr>
          <a:xfrm>
            <a:off x="559354" y="113090"/>
            <a:ext cx="11519554" cy="66271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D5DF5E8-6898-4270-BEA1-CD5ECE56D7B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8400" y="2143295"/>
            <a:ext cx="7196400" cy="483722"/>
          </a:xfrm>
        </p:spPr>
        <p:txBody>
          <a:bodyPr anchor="b" anchorCtr="0">
            <a:spAutoFit/>
          </a:bodyPr>
          <a:lstStyle>
            <a:lvl1pPr marL="0" indent="0" algn="ctr">
              <a:buNone/>
              <a:defRPr sz="28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7283E44C-44C2-43D4-9BB2-BC76D2C94A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8000" y="2804400"/>
            <a:ext cx="6696000" cy="1976400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200" spc="0">
                <a:latin typeface="+mn-lt"/>
                <a:ea typeface="Inter-Bold" panose="02000803000000020004" pitchFamily="50" charset="0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C18E533D-227B-CE40-AD64-4474F39DA865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228CF30C-9E31-4ED6-9404-E9D5B645C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6A2C2489-29F1-48F2-BB7B-EA2F15EB379C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038273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BD06EA2-1D70-4BB9-8615-708FACA75799}"/>
              </a:ext>
            </a:extLst>
          </p:cNvPr>
          <p:cNvSpPr/>
          <p:nvPr userDrawn="1"/>
        </p:nvSpPr>
        <p:spPr>
          <a:xfrm>
            <a:off x="559354" y="113090"/>
            <a:ext cx="11519554" cy="66271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1" name="Espace réservé pour une image  2">
            <a:extLst>
              <a:ext uri="{FF2B5EF4-FFF2-40B4-BE49-F238E27FC236}">
                <a16:creationId xmlns:a16="http://schemas.microsoft.com/office/drawing/2014/main" id="{3C41B86E-6CA9-4CF4-8187-C60E6E9402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9354" y="116490"/>
            <a:ext cx="3266412" cy="6623730"/>
          </a:xfrm>
          <a:solidFill>
            <a:srgbClr val="F7F8F8"/>
          </a:solidFill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endParaRPr lang="en-US" noProof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157AC4C2-43C3-4664-B784-09193E05BF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36000" y="1382528"/>
            <a:ext cx="6883200" cy="481012"/>
          </a:xfrm>
        </p:spPr>
        <p:txBody>
          <a:bodyPr>
            <a:noAutofit/>
          </a:bodyPr>
          <a:lstStyle>
            <a:lvl1pPr marL="0" indent="0">
              <a:buNone/>
              <a:defRPr sz="2000" b="1" cap="all" spc="0" baseline="0"/>
            </a:lvl1pPr>
          </a:lstStyle>
          <a:p>
            <a:pPr lvl="0"/>
            <a:endParaRPr lang="en-US" noProof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1C26347B-D066-4384-AD20-8D997F07C86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36000" y="1965599"/>
            <a:ext cx="6883200" cy="2015193"/>
          </a:xfrm>
        </p:spPr>
        <p:txBody>
          <a:bodyPr anchor="t" anchorCtr="0">
            <a:noAutofit/>
          </a:bodyPr>
          <a:lstStyle>
            <a:lvl1pPr marL="0" indent="0">
              <a:lnSpc>
                <a:spcPct val="80000"/>
              </a:lnSpc>
              <a:buNone/>
              <a:defRPr sz="28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123CB54C-9743-4E50-A33B-9043DC2CE00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35488" y="4438800"/>
            <a:ext cx="6883400" cy="1591200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700" b="1" spc="0"/>
            </a:lvl1pPr>
          </a:lstStyle>
          <a:p>
            <a:pPr lvl="0"/>
            <a:endParaRPr lang="en-US" noProof="0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62F07CC4-6707-0C4F-B901-0C8A1A089201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6E4D79F2-FCE1-483C-98DE-BED94A5F0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7CC031DD-5B55-464A-AF96-9E0229C3C0FB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747009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ocks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AD99E08-023D-4F27-9DBA-14098951DD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9354" y="116490"/>
            <a:ext cx="11519554" cy="6623730"/>
          </a:xfrm>
          <a:prstGeom prst="rect">
            <a:avLst/>
          </a:prstGeom>
        </p:spPr>
      </p:pic>
      <p:pic>
        <p:nvPicPr>
          <p:cNvPr id="13" name="Graphique 12">
            <a:extLst>
              <a:ext uri="{FF2B5EF4-FFF2-40B4-BE49-F238E27FC236}">
                <a16:creationId xmlns:a16="http://schemas.microsoft.com/office/drawing/2014/main" id="{1E193859-5C4A-4735-AE34-35CE45B516A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130" t="11299" b="11897"/>
          <a:stretch>
            <a:fillRect/>
          </a:stretch>
        </p:blipFill>
        <p:spPr>
          <a:xfrm>
            <a:off x="556347" y="116490"/>
            <a:ext cx="8332991" cy="6623730"/>
          </a:xfrm>
          <a:custGeom>
            <a:avLst/>
            <a:gdLst>
              <a:gd name="connsiteX0" fmla="*/ 0 w 7785217"/>
              <a:gd name="connsiteY0" fmla="*/ 0 h 6188315"/>
              <a:gd name="connsiteX1" fmla="*/ 7785217 w 7785217"/>
              <a:gd name="connsiteY1" fmla="*/ 0 h 6188315"/>
              <a:gd name="connsiteX2" fmla="*/ 7785217 w 7785217"/>
              <a:gd name="connsiteY2" fmla="*/ 6188315 h 6188315"/>
              <a:gd name="connsiteX3" fmla="*/ 0 w 7785217"/>
              <a:gd name="connsiteY3" fmla="*/ 6188315 h 6188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85217" h="6188315">
                <a:moveTo>
                  <a:pt x="0" y="0"/>
                </a:moveTo>
                <a:lnTo>
                  <a:pt x="7785217" y="0"/>
                </a:lnTo>
                <a:lnTo>
                  <a:pt x="7785217" y="6188315"/>
                </a:lnTo>
                <a:lnTo>
                  <a:pt x="0" y="6188315"/>
                </a:lnTo>
                <a:close/>
              </a:path>
            </a:pathLst>
          </a:cu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1BE78D0-34AC-49E1-95EA-5374D40C3EF8}"/>
              </a:ext>
            </a:extLst>
          </p:cNvPr>
          <p:cNvSpPr/>
          <p:nvPr userDrawn="1"/>
        </p:nvSpPr>
        <p:spPr>
          <a:xfrm>
            <a:off x="558000" y="116490"/>
            <a:ext cx="11519554" cy="6623730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7C8BFE35-85CC-4467-9141-CD8A635147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26000" y="1080143"/>
            <a:ext cx="10029927" cy="675921"/>
          </a:xfrm>
        </p:spPr>
        <p:txBody>
          <a:bodyPr anchor="t" anchorCtr="0">
            <a:noAutofit/>
          </a:bodyPr>
          <a:lstStyle>
            <a:lvl1pPr marL="0" indent="0">
              <a:buNone/>
              <a:defRPr sz="28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AD4BA7-224E-4573-9D13-53FAF862C148}"/>
              </a:ext>
            </a:extLst>
          </p:cNvPr>
          <p:cNvSpPr/>
          <p:nvPr userDrawn="1"/>
        </p:nvSpPr>
        <p:spPr>
          <a:xfrm>
            <a:off x="1155700" y="2015067"/>
            <a:ext cx="3184505" cy="368790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-Bold" panose="02000803000000020004" pitchFamily="50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6C6D84-C518-492D-9700-174677BE7BB8}"/>
              </a:ext>
            </a:extLst>
          </p:cNvPr>
          <p:cNvSpPr/>
          <p:nvPr userDrawn="1"/>
        </p:nvSpPr>
        <p:spPr>
          <a:xfrm>
            <a:off x="4553184" y="2015067"/>
            <a:ext cx="3186000" cy="368790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-Bold" panose="02000803000000020004" pitchFamily="50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9B9A2D-7D51-4F0E-B2A4-619BB5256520}"/>
              </a:ext>
            </a:extLst>
          </p:cNvPr>
          <p:cNvSpPr/>
          <p:nvPr userDrawn="1"/>
        </p:nvSpPr>
        <p:spPr>
          <a:xfrm>
            <a:off x="7950668" y="2015067"/>
            <a:ext cx="3186000" cy="368790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-Bold" panose="02000803000000020004" pitchFamily="50" charset="0"/>
            </a:endParaRPr>
          </a:p>
        </p:txBody>
      </p:sp>
      <p:sp>
        <p:nvSpPr>
          <p:cNvPr id="17" name="Espace réservé du numéro de diapositive 5">
            <a:extLst>
              <a:ext uri="{FF2B5EF4-FFF2-40B4-BE49-F238E27FC236}">
                <a16:creationId xmlns:a16="http://schemas.microsoft.com/office/drawing/2014/main" id="{1ADE6F03-D273-DB48-8A30-2A4FD0886444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8" name="Espace réservé du pied de page 4">
            <a:extLst>
              <a:ext uri="{FF2B5EF4-FFF2-40B4-BE49-F238E27FC236}">
                <a16:creationId xmlns:a16="http://schemas.microsoft.com/office/drawing/2014/main" id="{0A6EE2AD-0E27-40DC-98B6-8C6A329B3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9E07EDA6-7114-412C-8042-A80E32EA1CEA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797075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 list +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0A2687D8-8AD0-4EF0-9BE9-6CBBD0B235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90" y="113090"/>
            <a:ext cx="11965817" cy="6191715"/>
          </a:xfrm>
          <a:prstGeom prst="rect">
            <a:avLst/>
          </a:prstGeom>
        </p:spPr>
      </p:pic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3C6B0F71-C667-4465-B832-D3DF3E28A615}"/>
              </a:ext>
            </a:extLst>
          </p:cNvPr>
          <p:cNvSpPr/>
          <p:nvPr userDrawn="1"/>
        </p:nvSpPr>
        <p:spPr>
          <a:xfrm>
            <a:off x="118522" y="113089"/>
            <a:ext cx="7658286" cy="6191715"/>
          </a:xfrm>
          <a:custGeom>
            <a:avLst/>
            <a:gdLst>
              <a:gd name="connsiteX0" fmla="*/ 3744654 w 7658286"/>
              <a:gd name="connsiteY0" fmla="*/ 3155376 h 6191715"/>
              <a:gd name="connsiteX1" fmla="*/ 4562494 w 7658286"/>
              <a:gd name="connsiteY1" fmla="*/ 3155376 h 6191715"/>
              <a:gd name="connsiteX2" fmla="*/ 7658286 w 7658286"/>
              <a:gd name="connsiteY2" fmla="*/ 6191715 h 6191715"/>
              <a:gd name="connsiteX3" fmla="*/ 6022826 w 7658286"/>
              <a:gd name="connsiteY3" fmla="*/ 6191715 h 6191715"/>
              <a:gd name="connsiteX4" fmla="*/ 3744654 w 7658286"/>
              <a:gd name="connsiteY4" fmla="*/ 3957210 h 6191715"/>
              <a:gd name="connsiteX5" fmla="*/ 2797982 w 7658286"/>
              <a:gd name="connsiteY5" fmla="*/ 3155029 h 6191715"/>
              <a:gd name="connsiteX6" fmla="*/ 3615822 w 7658286"/>
              <a:gd name="connsiteY6" fmla="*/ 3155029 h 6191715"/>
              <a:gd name="connsiteX7" fmla="*/ 3615822 w 7658286"/>
              <a:gd name="connsiteY7" fmla="*/ 3956863 h 6191715"/>
              <a:gd name="connsiteX8" fmla="*/ 1337141 w 7658286"/>
              <a:gd name="connsiteY8" fmla="*/ 6191715 h 6191715"/>
              <a:gd name="connsiteX9" fmla="*/ 0 w 7658286"/>
              <a:gd name="connsiteY9" fmla="*/ 6191715 h 6191715"/>
              <a:gd name="connsiteX10" fmla="*/ 0 w 7658286"/>
              <a:gd name="connsiteY10" fmla="*/ 5899404 h 6191715"/>
              <a:gd name="connsiteX11" fmla="*/ 7468800 w 7658286"/>
              <a:gd name="connsiteY11" fmla="*/ 0 h 6191715"/>
              <a:gd name="connsiteX12" fmla="*/ 7650269 w 7658286"/>
              <a:gd name="connsiteY12" fmla="*/ 0 h 6191715"/>
              <a:gd name="connsiteX13" fmla="*/ 4562164 w 7658286"/>
              <a:gd name="connsiteY13" fmla="*/ 3028889 h 6191715"/>
              <a:gd name="connsiteX14" fmla="*/ 4380585 w 7658286"/>
              <a:gd name="connsiteY14" fmla="*/ 3028889 h 6191715"/>
              <a:gd name="connsiteX15" fmla="*/ 7105243 w 7658286"/>
              <a:gd name="connsiteY15" fmla="*/ 0 h 6191715"/>
              <a:gd name="connsiteX16" fmla="*/ 7286889 w 7658286"/>
              <a:gd name="connsiteY16" fmla="*/ 0 h 6191715"/>
              <a:gd name="connsiteX17" fmla="*/ 4198808 w 7658286"/>
              <a:gd name="connsiteY17" fmla="*/ 3028955 h 6191715"/>
              <a:gd name="connsiteX18" fmla="*/ 4017014 w 7658286"/>
              <a:gd name="connsiteY18" fmla="*/ 3028955 h 6191715"/>
              <a:gd name="connsiteX19" fmla="*/ 6741730 w 7658286"/>
              <a:gd name="connsiteY19" fmla="*/ 0 h 6191715"/>
              <a:gd name="connsiteX20" fmla="*/ 6923339 w 7658286"/>
              <a:gd name="connsiteY20" fmla="*/ 0 h 6191715"/>
              <a:gd name="connsiteX21" fmla="*/ 3835088 w 7658286"/>
              <a:gd name="connsiteY21" fmla="*/ 3028939 h 6191715"/>
              <a:gd name="connsiteX22" fmla="*/ 3744257 w 7658286"/>
              <a:gd name="connsiteY22" fmla="*/ 3028939 h 6191715"/>
              <a:gd name="connsiteX23" fmla="*/ 3744257 w 7658286"/>
              <a:gd name="connsiteY23" fmla="*/ 2939930 h 6191715"/>
              <a:gd name="connsiteX24" fmla="*/ 6378129 w 7658286"/>
              <a:gd name="connsiteY24" fmla="*/ 0 h 6191715"/>
              <a:gd name="connsiteX25" fmla="*/ 6559851 w 7658286"/>
              <a:gd name="connsiteY25" fmla="*/ 0 h 6191715"/>
              <a:gd name="connsiteX26" fmla="*/ 3744373 w 7658286"/>
              <a:gd name="connsiteY26" fmla="*/ 2761512 h 6191715"/>
              <a:gd name="connsiteX27" fmla="*/ 3744373 w 7658286"/>
              <a:gd name="connsiteY27" fmla="*/ 2583343 h 6191715"/>
              <a:gd name="connsiteX28" fmla="*/ 6014677 w 7658286"/>
              <a:gd name="connsiteY28" fmla="*/ 0 h 6191715"/>
              <a:gd name="connsiteX29" fmla="*/ 6196425 w 7658286"/>
              <a:gd name="connsiteY29" fmla="*/ 0 h 6191715"/>
              <a:gd name="connsiteX30" fmla="*/ 3744324 w 7658286"/>
              <a:gd name="connsiteY30" fmla="*/ 2404993 h 6191715"/>
              <a:gd name="connsiteX31" fmla="*/ 3744324 w 7658286"/>
              <a:gd name="connsiteY31" fmla="*/ 2226774 h 6191715"/>
              <a:gd name="connsiteX32" fmla="*/ 0 w 7658286"/>
              <a:gd name="connsiteY32" fmla="*/ 0 h 6191715"/>
              <a:gd name="connsiteX33" fmla="*/ 1345370 w 7658286"/>
              <a:gd name="connsiteY33" fmla="*/ 0 h 6191715"/>
              <a:gd name="connsiteX34" fmla="*/ 3615870 w 7658286"/>
              <a:gd name="connsiteY34" fmla="*/ 2226890 h 6191715"/>
              <a:gd name="connsiteX35" fmla="*/ 3615870 w 7658286"/>
              <a:gd name="connsiteY35" fmla="*/ 3028773 h 6191715"/>
              <a:gd name="connsiteX36" fmla="*/ 2798197 w 7658286"/>
              <a:gd name="connsiteY36" fmla="*/ 3028773 h 6191715"/>
              <a:gd name="connsiteX37" fmla="*/ 0 w 7658286"/>
              <a:gd name="connsiteY37" fmla="*/ 284297 h 6191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58286" h="6191715">
                <a:moveTo>
                  <a:pt x="3744654" y="3155376"/>
                </a:moveTo>
                <a:lnTo>
                  <a:pt x="4562494" y="3155376"/>
                </a:lnTo>
                <a:lnTo>
                  <a:pt x="7658286" y="6191715"/>
                </a:lnTo>
                <a:lnTo>
                  <a:pt x="6022826" y="6191715"/>
                </a:lnTo>
                <a:lnTo>
                  <a:pt x="3744654" y="3957210"/>
                </a:lnTo>
                <a:close/>
                <a:moveTo>
                  <a:pt x="2797982" y="3155029"/>
                </a:moveTo>
                <a:lnTo>
                  <a:pt x="3615822" y="3155029"/>
                </a:lnTo>
                <a:lnTo>
                  <a:pt x="3615822" y="3956863"/>
                </a:lnTo>
                <a:lnTo>
                  <a:pt x="1337141" y="6191715"/>
                </a:lnTo>
                <a:lnTo>
                  <a:pt x="0" y="6191715"/>
                </a:lnTo>
                <a:lnTo>
                  <a:pt x="0" y="5899404"/>
                </a:lnTo>
                <a:close/>
                <a:moveTo>
                  <a:pt x="7468800" y="0"/>
                </a:moveTo>
                <a:lnTo>
                  <a:pt x="7650269" y="0"/>
                </a:lnTo>
                <a:lnTo>
                  <a:pt x="4562164" y="3028889"/>
                </a:lnTo>
                <a:lnTo>
                  <a:pt x="4380585" y="3028889"/>
                </a:lnTo>
                <a:close/>
                <a:moveTo>
                  <a:pt x="7105243" y="0"/>
                </a:moveTo>
                <a:lnTo>
                  <a:pt x="7286889" y="0"/>
                </a:lnTo>
                <a:lnTo>
                  <a:pt x="4198808" y="3028955"/>
                </a:lnTo>
                <a:lnTo>
                  <a:pt x="4017014" y="3028955"/>
                </a:lnTo>
                <a:close/>
                <a:moveTo>
                  <a:pt x="6741730" y="0"/>
                </a:moveTo>
                <a:lnTo>
                  <a:pt x="6923339" y="0"/>
                </a:lnTo>
                <a:lnTo>
                  <a:pt x="3835088" y="3028939"/>
                </a:lnTo>
                <a:lnTo>
                  <a:pt x="3744257" y="3028939"/>
                </a:lnTo>
                <a:lnTo>
                  <a:pt x="3744257" y="2939930"/>
                </a:lnTo>
                <a:close/>
                <a:moveTo>
                  <a:pt x="6378129" y="0"/>
                </a:moveTo>
                <a:lnTo>
                  <a:pt x="6559851" y="0"/>
                </a:lnTo>
                <a:lnTo>
                  <a:pt x="3744373" y="2761512"/>
                </a:lnTo>
                <a:lnTo>
                  <a:pt x="3744373" y="2583343"/>
                </a:lnTo>
                <a:close/>
                <a:moveTo>
                  <a:pt x="6014677" y="0"/>
                </a:moveTo>
                <a:lnTo>
                  <a:pt x="6196425" y="0"/>
                </a:lnTo>
                <a:lnTo>
                  <a:pt x="3744324" y="2404993"/>
                </a:lnTo>
                <a:lnTo>
                  <a:pt x="3744324" y="2226774"/>
                </a:lnTo>
                <a:close/>
                <a:moveTo>
                  <a:pt x="0" y="0"/>
                </a:moveTo>
                <a:lnTo>
                  <a:pt x="1345370" y="0"/>
                </a:lnTo>
                <a:lnTo>
                  <a:pt x="3615870" y="2226890"/>
                </a:lnTo>
                <a:lnTo>
                  <a:pt x="3615870" y="3028773"/>
                </a:lnTo>
                <a:lnTo>
                  <a:pt x="2798197" y="3028773"/>
                </a:lnTo>
                <a:lnTo>
                  <a:pt x="0" y="284297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1568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7" name="Espace réservé du texte 3">
            <a:extLst>
              <a:ext uri="{FF2B5EF4-FFF2-40B4-BE49-F238E27FC236}">
                <a16:creationId xmlns:a16="http://schemas.microsoft.com/office/drawing/2014/main" id="{98420E5E-D785-4515-934B-4E6D1EC553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15822" y="903402"/>
            <a:ext cx="9785054" cy="636149"/>
          </a:xfrm>
        </p:spPr>
        <p:txBody>
          <a:bodyPr anchor="t">
            <a:noAutofit/>
          </a:bodyPr>
          <a:lstStyle>
            <a:lvl1pPr marL="0" indent="0" algn="l">
              <a:buNone/>
              <a:defRPr sz="40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0" name="Espace réservé du texte 6">
            <a:extLst>
              <a:ext uri="{FF2B5EF4-FFF2-40B4-BE49-F238E27FC236}">
                <a16:creationId xmlns:a16="http://schemas.microsoft.com/office/drawing/2014/main" id="{3B25AAAA-FB5B-48CB-AA44-F3E6DF11EF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1599" y="1825320"/>
            <a:ext cx="3269191" cy="1143635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4"/>
              </a:buBlip>
              <a:defRPr lang="fr-FR" sz="1400" b="1" kern="1200" cap="all" baseline="0" dirty="0" smtClean="0">
                <a:solidFill>
                  <a:schemeClr val="bg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chemeClr val="accent2"/>
              </a:buClr>
              <a:defRPr sz="1200">
                <a:solidFill>
                  <a:schemeClr val="bg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1" name="Espace réservé du texte 6">
            <a:extLst>
              <a:ext uri="{FF2B5EF4-FFF2-40B4-BE49-F238E27FC236}">
                <a16:creationId xmlns:a16="http://schemas.microsoft.com/office/drawing/2014/main" id="{ABABCA1F-1DE5-457E-A459-E79AB38DF6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58357" y="1825320"/>
            <a:ext cx="3269191" cy="1143635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4"/>
              </a:buBlip>
              <a:defRPr lang="fr-FR" sz="1400" b="1" kern="1200" cap="all" baseline="0" dirty="0" smtClean="0">
                <a:solidFill>
                  <a:schemeClr val="bg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chemeClr val="accent2"/>
              </a:buClr>
              <a:defRPr sz="1200">
                <a:solidFill>
                  <a:schemeClr val="bg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3" name="Espace réservé du texte 6">
            <a:extLst>
              <a:ext uri="{FF2B5EF4-FFF2-40B4-BE49-F238E27FC236}">
                <a16:creationId xmlns:a16="http://schemas.microsoft.com/office/drawing/2014/main" id="{6829806B-28A3-422C-9118-68FD65E1CF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25115" y="1825320"/>
            <a:ext cx="3269191" cy="1143635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4"/>
              </a:buBlip>
              <a:defRPr lang="fr-FR" sz="1400" b="1" kern="1200" cap="all" baseline="0" dirty="0" smtClean="0">
                <a:solidFill>
                  <a:schemeClr val="bg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chemeClr val="accent2"/>
              </a:buClr>
              <a:defRPr sz="1200">
                <a:solidFill>
                  <a:schemeClr val="bg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24" name="Espace réservé du texte 6">
            <a:extLst>
              <a:ext uri="{FF2B5EF4-FFF2-40B4-BE49-F238E27FC236}">
                <a16:creationId xmlns:a16="http://schemas.microsoft.com/office/drawing/2014/main" id="{32DDAF53-2ECB-4469-BE5F-0005AE4500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91599" y="3889046"/>
            <a:ext cx="3269191" cy="1143635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4"/>
              </a:buBlip>
              <a:defRPr lang="fr-FR" sz="1400" b="1" kern="1200" cap="all" baseline="0" dirty="0" smtClean="0">
                <a:solidFill>
                  <a:schemeClr val="bg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solidFill>
                  <a:schemeClr val="bg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25" name="Espace réservé du texte 6">
            <a:extLst>
              <a:ext uri="{FF2B5EF4-FFF2-40B4-BE49-F238E27FC236}">
                <a16:creationId xmlns:a16="http://schemas.microsoft.com/office/drawing/2014/main" id="{5A312A0B-60C3-496F-99EB-2373002AC4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58357" y="3889046"/>
            <a:ext cx="3269191" cy="1143635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4"/>
              </a:buBlip>
              <a:defRPr lang="fr-FR" sz="1400" b="1" kern="1200" cap="all" baseline="0" dirty="0" smtClean="0">
                <a:solidFill>
                  <a:schemeClr val="bg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solidFill>
                  <a:schemeClr val="bg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26" name="Espace réservé du texte 6">
            <a:extLst>
              <a:ext uri="{FF2B5EF4-FFF2-40B4-BE49-F238E27FC236}">
                <a16:creationId xmlns:a16="http://schemas.microsoft.com/office/drawing/2014/main" id="{FC035CEF-B0F5-4F8A-B299-141AC84E680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25115" y="3889046"/>
            <a:ext cx="3269191" cy="1143635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4"/>
              </a:buBlip>
              <a:defRPr lang="fr-FR" sz="1400" b="1" kern="1200" cap="all" baseline="0" dirty="0" smtClean="0">
                <a:solidFill>
                  <a:schemeClr val="bg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solidFill>
                  <a:schemeClr val="bg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69E27B67-AB39-794F-A21A-182BD7735293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7" name="Espace réservé du pied de page 4">
            <a:extLst>
              <a:ext uri="{FF2B5EF4-FFF2-40B4-BE49-F238E27FC236}">
                <a16:creationId xmlns:a16="http://schemas.microsoft.com/office/drawing/2014/main" id="{C2A17924-A976-4421-96E8-7A05DD510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49ECA80E-2B4E-496D-8E85-EB9656C30C1D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300375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4D9D1F31-1C1C-47A2-81CF-B5762E01314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DE431CD-2C3B-4C91-A36B-893F3A912ACB}"/>
              </a:ext>
            </a:extLst>
          </p:cNvPr>
          <p:cNvSpPr/>
          <p:nvPr userDrawn="1"/>
        </p:nvSpPr>
        <p:spPr>
          <a:xfrm>
            <a:off x="111600" y="111600"/>
            <a:ext cx="11967308" cy="61917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77B38B48-6182-4E78-8D8D-DA4A9CD20C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12949" y="1061114"/>
            <a:ext cx="3464929" cy="2059721"/>
          </a:xfrm>
        </p:spPr>
        <p:txBody>
          <a:bodyPr>
            <a:noAutofit/>
          </a:bodyPr>
          <a:lstStyle>
            <a:lvl1pPr marL="0" indent="0">
              <a:buNone/>
              <a:defRPr sz="2800" cap="all" baseline="0">
                <a:latin typeface="+mj-lt"/>
              </a:defRPr>
            </a:lvl1pPr>
          </a:lstStyle>
          <a:p>
            <a:pPr lvl="0"/>
            <a:endParaRPr lang="fr-FR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60E71184-B805-4056-AB07-C4661DFE07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12850" y="3812165"/>
            <a:ext cx="3465513" cy="185236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pPr lvl="0"/>
            <a:endParaRPr lang="fr-FR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FCCF792B-1B42-6E49-86DF-028AA0524FD2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2157662F-EC1F-4AC3-BC40-0236E5C70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07950EF6-5220-4EBD-9A80-C88F212FC76C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719193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8A4C179-E6D7-4257-B74A-E21E660FFDAE}"/>
              </a:ext>
            </a:extLst>
          </p:cNvPr>
          <p:cNvSpPr/>
          <p:nvPr userDrawn="1"/>
        </p:nvSpPr>
        <p:spPr>
          <a:xfrm>
            <a:off x="111600" y="111600"/>
            <a:ext cx="11967308" cy="61917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76412F59-8305-46A6-8BF8-988A587529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32756" y="3679636"/>
            <a:ext cx="3266412" cy="1949780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200" b="1" kern="1200" dirty="0" smtClean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chemeClr val="accent3"/>
              </a:buClr>
              <a:defRPr sz="1200"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  <a:p>
            <a:pPr lvl="1"/>
            <a:endParaRPr lang="en-US" noProof="0"/>
          </a:p>
          <a:p>
            <a:pPr lvl="1"/>
            <a:endParaRPr lang="en-US" noProof="0"/>
          </a:p>
        </p:txBody>
      </p:sp>
      <p:sp>
        <p:nvSpPr>
          <p:cNvPr id="19" name="Espace réservé du texte 6">
            <a:extLst>
              <a:ext uri="{FF2B5EF4-FFF2-40B4-BE49-F238E27FC236}">
                <a16:creationId xmlns:a16="http://schemas.microsoft.com/office/drawing/2014/main" id="{0F2296EB-B2F0-46D1-B6CA-ECB5B6A4E3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70585" y="3679636"/>
            <a:ext cx="3266412" cy="1949780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200" b="1" kern="1200" dirty="0" smtClean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chemeClr val="accent3"/>
              </a:buClr>
              <a:defRPr sz="1200"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F868C01-1376-3F46-BA65-65FA429A5C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49827" y="940977"/>
            <a:ext cx="7800388" cy="2020315"/>
          </a:xfrm>
        </p:spPr>
        <p:txBody>
          <a:bodyPr anchor="t" anchorCtr="0">
            <a:noAutofit/>
          </a:bodyPr>
          <a:lstStyle>
            <a:lvl1pPr marL="0" indent="0">
              <a:buNone/>
              <a:defRPr sz="28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4525E6AF-0B6E-624B-BB41-5117B2D79404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2" name="Espace réservé du pied de page 4">
            <a:extLst>
              <a:ext uri="{FF2B5EF4-FFF2-40B4-BE49-F238E27FC236}">
                <a16:creationId xmlns:a16="http://schemas.microsoft.com/office/drawing/2014/main" id="{34161336-DAD2-4785-A3C2-29E4FF281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D1F0C649-2514-4A36-8A54-7BEA87EA8B32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918042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8A4C179-E6D7-4257-B74A-E21E660FFDAE}"/>
              </a:ext>
            </a:extLst>
          </p:cNvPr>
          <p:cNvSpPr/>
          <p:nvPr userDrawn="1"/>
        </p:nvSpPr>
        <p:spPr>
          <a:xfrm>
            <a:off x="111600" y="111600"/>
            <a:ext cx="11967308" cy="61917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76412F59-8305-46A6-8BF8-988A587529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32756" y="3679636"/>
            <a:ext cx="3266412" cy="1949780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200" b="1" kern="1200" dirty="0" smtClean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2" name="Espace réservé du texte 6">
            <a:extLst>
              <a:ext uri="{FF2B5EF4-FFF2-40B4-BE49-F238E27FC236}">
                <a16:creationId xmlns:a16="http://schemas.microsoft.com/office/drawing/2014/main" id="{5EE6F67A-F945-4E8B-8DB9-9FEECE51A2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70585" y="3679636"/>
            <a:ext cx="3266412" cy="1949780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200" b="1" kern="1200" dirty="0" smtClean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A699F7E-8EA6-614F-A1F0-A79F4CFA0C5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49827" y="940977"/>
            <a:ext cx="7800388" cy="2020315"/>
          </a:xfrm>
        </p:spPr>
        <p:txBody>
          <a:bodyPr anchor="t" anchorCtr="0">
            <a:noAutofit/>
          </a:bodyPr>
          <a:lstStyle>
            <a:lvl1pPr marL="0" indent="0">
              <a:buNone/>
              <a:defRPr sz="28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A5F30755-0CE3-5B46-B5C6-A2E258FE62CC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6EF932D8-3168-438F-9477-0ACC99066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A23E5BAB-89BD-49BB-BF55-ED91F8436741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769673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8A4C179-E6D7-4257-B74A-E21E660FFDAE}"/>
              </a:ext>
            </a:extLst>
          </p:cNvPr>
          <p:cNvSpPr/>
          <p:nvPr userDrawn="1"/>
        </p:nvSpPr>
        <p:spPr>
          <a:xfrm>
            <a:off x="111600" y="111600"/>
            <a:ext cx="11967308" cy="61917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76412F59-8305-46A6-8BF8-988A587529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32756" y="3679636"/>
            <a:ext cx="3266412" cy="1949780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200" b="1" kern="1200" dirty="0" smtClean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CD3166"/>
              </a:buClr>
              <a:defRPr sz="1200"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1" name="Espace réservé du texte 6">
            <a:extLst>
              <a:ext uri="{FF2B5EF4-FFF2-40B4-BE49-F238E27FC236}">
                <a16:creationId xmlns:a16="http://schemas.microsoft.com/office/drawing/2014/main" id="{6733D982-BD72-4DDC-8CD8-8FFEFCADA2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70585" y="3679636"/>
            <a:ext cx="3266412" cy="1949780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200" b="1" kern="1200" dirty="0" smtClean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CD3166"/>
              </a:buClr>
              <a:defRPr sz="1200"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62539AF-96E4-42AF-BC26-A06BB63D49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49827" y="940977"/>
            <a:ext cx="7800388" cy="2020315"/>
          </a:xfrm>
        </p:spPr>
        <p:txBody>
          <a:bodyPr anchor="t" anchorCtr="0">
            <a:noAutofit/>
          </a:bodyPr>
          <a:lstStyle>
            <a:lvl1pPr marL="0" indent="0">
              <a:buNone/>
              <a:defRPr sz="28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1E26717A-2A96-8E46-B7A8-3CD5323C001D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D81EA2B2-78FE-4EF1-B22E-8404BDA0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8FC781F9-E24A-4A27-BB5F-C7DCAB08807C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994047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CD27203-7DBD-40F6-929E-7755E7010864}"/>
              </a:ext>
            </a:extLst>
          </p:cNvPr>
          <p:cNvSpPr/>
          <p:nvPr userDrawn="1"/>
        </p:nvSpPr>
        <p:spPr>
          <a:xfrm>
            <a:off x="559354" y="113090"/>
            <a:ext cx="11519554" cy="66271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7" name="Espace réservé pour une image  2">
            <a:extLst>
              <a:ext uri="{FF2B5EF4-FFF2-40B4-BE49-F238E27FC236}">
                <a16:creationId xmlns:a16="http://schemas.microsoft.com/office/drawing/2014/main" id="{3B7612B3-01C5-4C0B-8684-0EB1258B037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35469" y="116490"/>
            <a:ext cx="3841129" cy="6623730"/>
          </a:xfrm>
          <a:solidFill>
            <a:srgbClr val="F7F8F8"/>
          </a:solidFill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endParaRPr lang="en-US" noProof="0"/>
          </a:p>
        </p:txBody>
      </p:sp>
      <p:sp>
        <p:nvSpPr>
          <p:cNvPr id="15" name="Espace réservé du texte 6">
            <a:extLst>
              <a:ext uri="{FF2B5EF4-FFF2-40B4-BE49-F238E27FC236}">
                <a16:creationId xmlns:a16="http://schemas.microsoft.com/office/drawing/2014/main" id="{E662AE4C-EFCA-4B42-8FC1-634B70AC62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92734" y="2722396"/>
            <a:ext cx="6378642" cy="2907020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200" b="1" kern="1200" dirty="0" smtClean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006452"/>
              </a:buClr>
              <a:defRPr sz="1200"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9EBED89-D291-D74A-A4D5-4B48BE59B9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2734" y="1093375"/>
            <a:ext cx="6646132" cy="1037706"/>
          </a:xfrm>
        </p:spPr>
        <p:txBody>
          <a:bodyPr anchor="t" anchorCtr="0">
            <a:noAutofit/>
          </a:bodyPr>
          <a:lstStyle>
            <a:lvl1pPr marL="0" indent="0">
              <a:buNone/>
              <a:defRPr sz="28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C77A77F3-F829-7D41-8745-ED478ECA64D5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6" name="Espace réservé du pied de page 4">
            <a:extLst>
              <a:ext uri="{FF2B5EF4-FFF2-40B4-BE49-F238E27FC236}">
                <a16:creationId xmlns:a16="http://schemas.microsoft.com/office/drawing/2014/main" id="{DE4E7667-C13F-43AE-B97B-4C17B32C0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4D43AAAD-69B9-447B-B44D-1F4C5EDE0CAF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139132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CD27203-7DBD-40F6-929E-7755E7010864}"/>
              </a:ext>
            </a:extLst>
          </p:cNvPr>
          <p:cNvSpPr/>
          <p:nvPr userDrawn="1"/>
        </p:nvSpPr>
        <p:spPr>
          <a:xfrm>
            <a:off x="559354" y="113090"/>
            <a:ext cx="11519554" cy="66271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5" name="Espace réservé du texte 6">
            <a:extLst>
              <a:ext uri="{FF2B5EF4-FFF2-40B4-BE49-F238E27FC236}">
                <a16:creationId xmlns:a16="http://schemas.microsoft.com/office/drawing/2014/main" id="{E662AE4C-EFCA-4B42-8FC1-634B70AC62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92734" y="2722396"/>
            <a:ext cx="6378642" cy="2907020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200" b="0" kern="1200" dirty="0" smtClean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1739359-C8F4-6544-90F7-78AC563C46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2734" y="1093375"/>
            <a:ext cx="6646132" cy="1037706"/>
          </a:xfrm>
        </p:spPr>
        <p:txBody>
          <a:bodyPr anchor="t" anchorCtr="0">
            <a:noAutofit/>
          </a:bodyPr>
          <a:lstStyle>
            <a:lvl1pPr marL="0" indent="0">
              <a:buNone/>
              <a:defRPr sz="28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49014602-FFA5-2142-8BDA-F30C2A64E62E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4" name="Espace réservé pour une image  2">
            <a:extLst>
              <a:ext uri="{FF2B5EF4-FFF2-40B4-BE49-F238E27FC236}">
                <a16:creationId xmlns:a16="http://schemas.microsoft.com/office/drawing/2014/main" id="{73D845F3-96B6-43C0-8B43-DE328B0A8FA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35469" y="116490"/>
            <a:ext cx="3841129" cy="6623730"/>
          </a:xfrm>
          <a:solidFill>
            <a:srgbClr val="F7F8F8"/>
          </a:solidFill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endParaRPr lang="en-US" noProof="0"/>
          </a:p>
        </p:txBody>
      </p:sp>
      <p:sp>
        <p:nvSpPr>
          <p:cNvPr id="16" name="Espace réservé du pied de page 4">
            <a:extLst>
              <a:ext uri="{FF2B5EF4-FFF2-40B4-BE49-F238E27FC236}">
                <a16:creationId xmlns:a16="http://schemas.microsoft.com/office/drawing/2014/main" id="{0B31A663-51F5-4B63-B770-02F1C47B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FF65E520-CDF2-40B6-A267-23BC99CB3FF2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3133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CD27203-7DBD-40F6-929E-7755E7010864}"/>
              </a:ext>
            </a:extLst>
          </p:cNvPr>
          <p:cNvSpPr/>
          <p:nvPr userDrawn="1"/>
        </p:nvSpPr>
        <p:spPr>
          <a:xfrm>
            <a:off x="559354" y="113090"/>
            <a:ext cx="11519554" cy="66271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5" name="Espace réservé du texte 6">
            <a:extLst>
              <a:ext uri="{FF2B5EF4-FFF2-40B4-BE49-F238E27FC236}">
                <a16:creationId xmlns:a16="http://schemas.microsoft.com/office/drawing/2014/main" id="{E662AE4C-EFCA-4B42-8FC1-634B70AC62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91600" y="2722396"/>
            <a:ext cx="6378642" cy="2907020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200" b="0" kern="1200" dirty="0" smtClean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chemeClr val="accent1"/>
              </a:buClr>
              <a:defRPr sz="1200"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19CA2A6-34D7-224D-A599-37C5426CF2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2734" y="1093375"/>
            <a:ext cx="6646132" cy="1037706"/>
          </a:xfrm>
        </p:spPr>
        <p:txBody>
          <a:bodyPr anchor="t" anchorCtr="0">
            <a:noAutofit/>
          </a:bodyPr>
          <a:lstStyle>
            <a:lvl1pPr marL="0" indent="0">
              <a:buNone/>
              <a:defRPr sz="28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820707BD-9F64-1444-9BCD-A509FE40EA78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9" name="Espace réservé pour une image  2">
            <a:extLst>
              <a:ext uri="{FF2B5EF4-FFF2-40B4-BE49-F238E27FC236}">
                <a16:creationId xmlns:a16="http://schemas.microsoft.com/office/drawing/2014/main" id="{B2610434-5849-486D-A80A-7D27DD9C403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35469" y="116490"/>
            <a:ext cx="3841129" cy="6623730"/>
          </a:xfrm>
          <a:solidFill>
            <a:srgbClr val="F7F8F8"/>
          </a:solidFill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endParaRPr lang="en-US" noProof="0"/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1956C443-535F-47F7-8125-26173647D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798BB416-EAF7-4CD8-801B-33941D036E27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819682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purp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75DDD5D-CB37-4A94-B451-622A7935C14A}"/>
              </a:ext>
            </a:extLst>
          </p:cNvPr>
          <p:cNvSpPr/>
          <p:nvPr userDrawn="1"/>
        </p:nvSpPr>
        <p:spPr>
          <a:xfrm>
            <a:off x="559354" y="113090"/>
            <a:ext cx="11519554" cy="66271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19CA2A6-34D7-224D-A599-37C5426CF2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2733" y="411073"/>
            <a:ext cx="10508730" cy="362012"/>
          </a:xfrm>
        </p:spPr>
        <p:txBody>
          <a:bodyPr anchor="t" anchorCtr="0">
            <a:noAutofit/>
          </a:bodyPr>
          <a:lstStyle>
            <a:lvl1pPr marL="0" indent="0">
              <a:buNone/>
              <a:defRPr sz="28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3" name="Espace réservé du texte 6">
            <a:extLst>
              <a:ext uri="{FF2B5EF4-FFF2-40B4-BE49-F238E27FC236}">
                <a16:creationId xmlns:a16="http://schemas.microsoft.com/office/drawing/2014/main" id="{E03C0B55-241F-4D84-BBCE-06E83E91D9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1599" y="1347623"/>
            <a:ext cx="10508729" cy="4938878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400" b="1" kern="1200" cap="all" baseline="0" dirty="0" smtClean="0">
                <a:solidFill>
                  <a:srgbClr val="722F85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7747BF4-7E89-459E-8AC2-CE0993A2B7B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1598" y="821157"/>
            <a:ext cx="10508730" cy="460197"/>
          </a:xfrm>
        </p:spPr>
        <p:txBody>
          <a:bodyPr anchor="t" anchorCtr="0">
            <a:noAutofit/>
          </a:bodyPr>
          <a:lstStyle>
            <a:lvl1pPr marL="0" indent="0">
              <a:buNone/>
              <a:defRPr lang="en-US" sz="1800" kern="1200" cap="all" noProof="0" dirty="0">
                <a:solidFill>
                  <a:schemeClr val="accent3"/>
                </a:solidFill>
                <a:latin typeface="+mn-lt"/>
                <a:ea typeface="Inter-Bold" panose="02000803000000020004" pitchFamily="50" charset="0"/>
                <a:cs typeface="Inter-Bold" panose="02000803000000020004" pitchFamily="50" charset="0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7AA9B579-D83C-BF47-9E97-97FE0BD926E2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7429B79F-D4C7-4A1A-BF30-C84E90198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266A894F-7D24-46B1-AB69-2F379B518D37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567745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ist purple 2 white_b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19CA2A6-34D7-224D-A599-37C5426CF2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2733" y="411072"/>
            <a:ext cx="10508730" cy="460197"/>
          </a:xfrm>
        </p:spPr>
        <p:txBody>
          <a:bodyPr anchor="t" anchorCtr="0">
            <a:noAutofit/>
          </a:bodyPr>
          <a:lstStyle>
            <a:lvl1pPr marL="0" indent="0">
              <a:buNone/>
              <a:defRPr sz="28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3" name="Espace réservé du texte 6">
            <a:extLst>
              <a:ext uri="{FF2B5EF4-FFF2-40B4-BE49-F238E27FC236}">
                <a16:creationId xmlns:a16="http://schemas.microsoft.com/office/drawing/2014/main" id="{E03C0B55-241F-4D84-BBCE-06E83E91D9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1599" y="1347627"/>
            <a:ext cx="10508729" cy="4938874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400" b="1" kern="1200" cap="all" baseline="0" dirty="0" smtClean="0">
                <a:solidFill>
                  <a:srgbClr val="722F85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7747BF4-7E89-459E-8AC2-CE0993A2B7B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1598" y="879349"/>
            <a:ext cx="10508730" cy="460197"/>
          </a:xfrm>
        </p:spPr>
        <p:txBody>
          <a:bodyPr anchor="t" anchorCtr="0">
            <a:noAutofit/>
          </a:bodyPr>
          <a:lstStyle>
            <a:lvl1pPr marL="0" indent="0">
              <a:buNone/>
              <a:defRPr lang="en-US" sz="1800" kern="1200" cap="all" noProof="0" dirty="0">
                <a:solidFill>
                  <a:schemeClr val="accent3"/>
                </a:solidFill>
                <a:latin typeface="+mn-lt"/>
                <a:ea typeface="Inter-Bold" panose="02000803000000020004" pitchFamily="50" charset="0"/>
                <a:cs typeface="Inter-Bold" panose="02000803000000020004" pitchFamily="50" charset="0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7AA9B579-D83C-BF47-9E97-97FE0BD926E2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7429B79F-D4C7-4A1A-BF30-C84E90198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</p:spTree>
    <p:extLst>
      <p:ext uri="{BB962C8B-B14F-4D97-AF65-F5344CB8AC3E}">
        <p14:creationId xmlns:p14="http://schemas.microsoft.com/office/powerpoint/2010/main" val="370213755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purp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3D78C5B-C054-415E-A330-746515F67E39}"/>
              </a:ext>
            </a:extLst>
          </p:cNvPr>
          <p:cNvSpPr/>
          <p:nvPr userDrawn="1"/>
        </p:nvSpPr>
        <p:spPr>
          <a:xfrm>
            <a:off x="559354" y="113090"/>
            <a:ext cx="11519554" cy="66271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19CA2A6-34D7-224D-A599-37C5426CF2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2733" y="411072"/>
            <a:ext cx="10508730" cy="460197"/>
          </a:xfrm>
        </p:spPr>
        <p:txBody>
          <a:bodyPr anchor="t" anchorCtr="0">
            <a:noAutofit/>
          </a:bodyPr>
          <a:lstStyle>
            <a:lvl1pPr marL="0" indent="0">
              <a:buNone/>
              <a:defRPr sz="28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3" name="Espace réservé du texte 6">
            <a:extLst>
              <a:ext uri="{FF2B5EF4-FFF2-40B4-BE49-F238E27FC236}">
                <a16:creationId xmlns:a16="http://schemas.microsoft.com/office/drawing/2014/main" id="{E03C0B55-241F-4D84-BBCE-06E83E91D9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1600" y="1347629"/>
            <a:ext cx="4904400" cy="4938872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400" b="1" kern="1200" cap="all" baseline="0" dirty="0" smtClean="0">
                <a:solidFill>
                  <a:srgbClr val="722F85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7747BF4-7E89-459E-8AC2-CE0993A2B7B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1598" y="879350"/>
            <a:ext cx="10508730" cy="460197"/>
          </a:xfrm>
        </p:spPr>
        <p:txBody>
          <a:bodyPr anchor="t" anchorCtr="0">
            <a:noAutofit/>
          </a:bodyPr>
          <a:lstStyle>
            <a:lvl1pPr marL="0" indent="0">
              <a:buNone/>
              <a:defRPr lang="en-US" sz="1800" kern="1200" cap="all" noProof="0" dirty="0">
                <a:solidFill>
                  <a:schemeClr val="accent3"/>
                </a:solidFill>
                <a:latin typeface="+mn-lt"/>
                <a:ea typeface="Inter-Bold" panose="02000803000000020004" pitchFamily="50" charset="0"/>
                <a:cs typeface="Inter-Bold" panose="02000803000000020004" pitchFamily="50" charset="0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6" name="Espace réservé du texte 6">
            <a:extLst>
              <a:ext uri="{FF2B5EF4-FFF2-40B4-BE49-F238E27FC236}">
                <a16:creationId xmlns:a16="http://schemas.microsoft.com/office/drawing/2014/main" id="{25938E23-B38F-3449-B226-7BA671D83F2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19131" y="1347628"/>
            <a:ext cx="4904400" cy="4938872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400" b="1" kern="1200" cap="all" baseline="0" dirty="0" smtClean="0">
                <a:solidFill>
                  <a:srgbClr val="722F85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AC6617C3-683A-204F-A10F-05976726F4CA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9" name="Espace réservé du pied de page 4">
            <a:extLst>
              <a:ext uri="{FF2B5EF4-FFF2-40B4-BE49-F238E27FC236}">
                <a16:creationId xmlns:a16="http://schemas.microsoft.com/office/drawing/2014/main" id="{6BE1C4AD-324C-459A-9756-10C07D8C2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24561F3E-A342-4031-BB96-C082FD085058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658210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ist purple 1 white_b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19CA2A6-34D7-224D-A599-37C5426CF2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2733" y="411071"/>
            <a:ext cx="10508730" cy="460197"/>
          </a:xfrm>
        </p:spPr>
        <p:txBody>
          <a:bodyPr anchor="t" anchorCtr="0">
            <a:noAutofit/>
          </a:bodyPr>
          <a:lstStyle>
            <a:lvl1pPr marL="0" indent="0">
              <a:buNone/>
              <a:defRPr sz="28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3" name="Espace réservé du texte 6">
            <a:extLst>
              <a:ext uri="{FF2B5EF4-FFF2-40B4-BE49-F238E27FC236}">
                <a16:creationId xmlns:a16="http://schemas.microsoft.com/office/drawing/2014/main" id="{E03C0B55-241F-4D84-BBCE-06E83E91D9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1600" y="1347625"/>
            <a:ext cx="4904400" cy="4938875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400" b="1" kern="1200" cap="all" baseline="0" dirty="0" smtClean="0">
                <a:solidFill>
                  <a:srgbClr val="722F85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7747BF4-7E89-459E-8AC2-CE0993A2B7B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1598" y="879348"/>
            <a:ext cx="10508730" cy="460197"/>
          </a:xfrm>
        </p:spPr>
        <p:txBody>
          <a:bodyPr anchor="t" anchorCtr="0">
            <a:noAutofit/>
          </a:bodyPr>
          <a:lstStyle>
            <a:lvl1pPr marL="0" indent="0">
              <a:buNone/>
              <a:defRPr lang="en-US" sz="1800" kern="1200" cap="all" noProof="0" dirty="0">
                <a:solidFill>
                  <a:schemeClr val="accent3"/>
                </a:solidFill>
                <a:latin typeface="+mn-lt"/>
                <a:ea typeface="Inter-Bold" panose="02000803000000020004" pitchFamily="50" charset="0"/>
                <a:cs typeface="Inter-Bold" panose="02000803000000020004" pitchFamily="50" charset="0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6" name="Espace réservé du texte 6">
            <a:extLst>
              <a:ext uri="{FF2B5EF4-FFF2-40B4-BE49-F238E27FC236}">
                <a16:creationId xmlns:a16="http://schemas.microsoft.com/office/drawing/2014/main" id="{25938E23-B38F-3449-B226-7BA671D83F2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19131" y="1347624"/>
            <a:ext cx="4904400" cy="4938875"/>
          </a:xfrm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  <a:buFontTx/>
              <a:buBlip>
                <a:blip r:embed="rId3"/>
              </a:buBlip>
              <a:defRPr lang="fr-FR" sz="1400" b="1" kern="1200" cap="all" baseline="0" dirty="0" smtClean="0">
                <a:solidFill>
                  <a:srgbClr val="722F85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>
              <a:buClr>
                <a:srgbClr val="722F85"/>
              </a:buClr>
              <a:defRPr sz="1200">
                <a:latin typeface="Arial Nova Cond" panose="020B0506020202020204" pitchFamily="34" charset="0"/>
                <a:ea typeface="Inter-Bold" panose="02000803000000020004" pitchFamily="50" charset="0"/>
              </a:defRPr>
            </a:lvl2pPr>
          </a:lstStyle>
          <a:p>
            <a:pPr lvl="0"/>
            <a:r>
              <a:rPr lang="en-US" noProof="0"/>
              <a:t>First </a:t>
            </a:r>
          </a:p>
          <a:p>
            <a:pPr lvl="1"/>
            <a:r>
              <a:rPr lang="en-US" noProof="0"/>
              <a:t>Second</a:t>
            </a:r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AC6617C3-683A-204F-A10F-05976726F4CA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9" name="Espace réservé du pied de page 4">
            <a:extLst>
              <a:ext uri="{FF2B5EF4-FFF2-40B4-BE49-F238E27FC236}">
                <a16:creationId xmlns:a16="http://schemas.microsoft.com/office/drawing/2014/main" id="{6BE1C4AD-324C-459A-9756-10C07D8C2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</p:spTree>
    <p:extLst>
      <p:ext uri="{BB962C8B-B14F-4D97-AF65-F5344CB8AC3E}">
        <p14:creationId xmlns:p14="http://schemas.microsoft.com/office/powerpoint/2010/main" val="138704364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F86C047-33E7-4616-8B63-99BF0281023D}"/>
              </a:ext>
            </a:extLst>
          </p:cNvPr>
          <p:cNvSpPr/>
          <p:nvPr userDrawn="1"/>
        </p:nvSpPr>
        <p:spPr>
          <a:xfrm>
            <a:off x="526358" y="112620"/>
            <a:ext cx="11533256" cy="6627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1" name="Espace réservé pour une image  2">
            <a:extLst>
              <a:ext uri="{FF2B5EF4-FFF2-40B4-BE49-F238E27FC236}">
                <a16:creationId xmlns:a16="http://schemas.microsoft.com/office/drawing/2014/main" id="{3C41B86E-6CA9-4CF4-8187-C60E6E9402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6359" y="116490"/>
            <a:ext cx="3266412" cy="6623730"/>
          </a:xfrm>
          <a:solidFill>
            <a:srgbClr val="F7F8F8"/>
          </a:solidFill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endParaRPr lang="en-US" noProof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1C26347B-D066-4384-AD20-8D997F07C86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10320" y="1100030"/>
            <a:ext cx="7646400" cy="907676"/>
          </a:xfrm>
        </p:spPr>
        <p:txBody>
          <a:bodyPr anchor="t" anchorCtr="0">
            <a:noAutofit/>
          </a:bodyPr>
          <a:lstStyle>
            <a:lvl1pPr marL="0" indent="0">
              <a:buNone/>
              <a:defRPr sz="28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47DA4E0-6945-4A3B-A91E-B64CEFE697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40800" y="2167176"/>
            <a:ext cx="7236766" cy="460197"/>
          </a:xfrm>
        </p:spPr>
        <p:txBody>
          <a:bodyPr anchor="t" anchorCtr="0">
            <a:noAutofit/>
          </a:bodyPr>
          <a:lstStyle>
            <a:lvl1pPr marL="0" indent="0">
              <a:buNone/>
              <a:defRPr sz="20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BAC2F22B-2750-4EEE-AC69-119EB861D67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40800" y="4960290"/>
            <a:ext cx="7236766" cy="460197"/>
          </a:xfrm>
        </p:spPr>
        <p:txBody>
          <a:bodyPr anchor="t" anchorCtr="0">
            <a:noAutofit/>
          </a:bodyPr>
          <a:lstStyle>
            <a:lvl1pPr marL="0" indent="0">
              <a:buNone/>
              <a:defRPr sz="2000" cap="all" spc="0" baseline="0"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30" name="Espace réservé du texte 6">
            <a:extLst>
              <a:ext uri="{FF2B5EF4-FFF2-40B4-BE49-F238E27FC236}">
                <a16:creationId xmlns:a16="http://schemas.microsoft.com/office/drawing/2014/main" id="{3FD58D8F-0C80-4FFD-AB37-61BECFB754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40800" y="5625568"/>
            <a:ext cx="3438256" cy="1046902"/>
          </a:xfrm>
        </p:spPr>
        <p:txBody>
          <a:bodyPr/>
          <a:lstStyle>
            <a:lvl1pPr marL="288000" indent="-288000">
              <a:lnSpc>
                <a:spcPct val="130000"/>
              </a:lnSpc>
              <a:spcBef>
                <a:spcPts val="1500"/>
              </a:spcBef>
              <a:buClr>
                <a:schemeClr val="accent4"/>
              </a:buClr>
              <a:buSzPct val="160000"/>
              <a:buFontTx/>
              <a:buBlip>
                <a:blip r:embed="rId3"/>
              </a:buBlip>
              <a:defRPr lang="fr-FR" sz="1200" b="0" kern="1200" dirty="0" smtClean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 marL="457200" indent="0">
              <a:buClr>
                <a:schemeClr val="accent3"/>
              </a:buClr>
              <a:buNone/>
              <a:defRPr sz="1200">
                <a:latin typeface="Inter" panose="020B0502030000000004" pitchFamily="34" charset="0"/>
                <a:ea typeface="Inter" panose="020B0502030000000004" pitchFamily="34" charset="0"/>
              </a:defRPr>
            </a:lvl2pPr>
          </a:lstStyle>
          <a:p>
            <a:pPr lvl="0"/>
            <a:r>
              <a:rPr lang="en-US" noProof="0"/>
              <a:t>First </a:t>
            </a:r>
          </a:p>
        </p:txBody>
      </p:sp>
      <p:sp>
        <p:nvSpPr>
          <p:cNvPr id="32" name="Espace réservé du texte 6">
            <a:extLst>
              <a:ext uri="{FF2B5EF4-FFF2-40B4-BE49-F238E27FC236}">
                <a16:creationId xmlns:a16="http://schemas.microsoft.com/office/drawing/2014/main" id="{FA5775F6-2970-4383-9D5A-08698D6177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40801" y="2720583"/>
            <a:ext cx="3438256" cy="1949780"/>
          </a:xfrm>
        </p:spPr>
        <p:txBody>
          <a:bodyPr/>
          <a:lstStyle>
            <a:lvl1pPr marL="288000" indent="-288000">
              <a:lnSpc>
                <a:spcPct val="130000"/>
              </a:lnSpc>
              <a:spcBef>
                <a:spcPts val="1500"/>
              </a:spcBef>
              <a:buClr>
                <a:schemeClr val="accent4"/>
              </a:buClr>
              <a:buSzPct val="140000"/>
              <a:buFontTx/>
              <a:buBlip>
                <a:blip r:embed="rId4"/>
              </a:buBlip>
              <a:defRPr lang="fr-FR" sz="1200" b="0" kern="1200" dirty="0" smtClean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 marL="457200" indent="0">
              <a:buClr>
                <a:schemeClr val="accent3"/>
              </a:buClr>
              <a:buNone/>
              <a:defRPr sz="1200">
                <a:latin typeface="Inter" panose="020B0502030000000004" pitchFamily="34" charset="0"/>
                <a:ea typeface="Inter" panose="020B0502030000000004" pitchFamily="34" charset="0"/>
              </a:defRPr>
            </a:lvl2pPr>
          </a:lstStyle>
          <a:p>
            <a:pPr lvl="0"/>
            <a:r>
              <a:rPr lang="en-US" noProof="0"/>
              <a:t>First </a:t>
            </a:r>
          </a:p>
        </p:txBody>
      </p:sp>
      <p:sp>
        <p:nvSpPr>
          <p:cNvPr id="34" name="Espace réservé du texte 6">
            <a:extLst>
              <a:ext uri="{FF2B5EF4-FFF2-40B4-BE49-F238E27FC236}">
                <a16:creationId xmlns:a16="http://schemas.microsoft.com/office/drawing/2014/main" id="{E6A4716C-ABC0-4487-8B2E-222C07D8625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12395" y="2720583"/>
            <a:ext cx="3365171" cy="1949780"/>
          </a:xfrm>
        </p:spPr>
        <p:txBody>
          <a:bodyPr/>
          <a:lstStyle>
            <a:lvl1pPr marL="288000" indent="-288000">
              <a:lnSpc>
                <a:spcPct val="130000"/>
              </a:lnSpc>
              <a:spcBef>
                <a:spcPts val="1500"/>
              </a:spcBef>
              <a:buClr>
                <a:schemeClr val="accent4"/>
              </a:buClr>
              <a:buSzPct val="140000"/>
              <a:buFontTx/>
              <a:buBlip>
                <a:blip r:embed="rId4"/>
              </a:buBlip>
              <a:defRPr lang="fr-FR" sz="1200" b="0" kern="1200" dirty="0" smtClean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 marL="457200" indent="0">
              <a:buClr>
                <a:schemeClr val="accent3"/>
              </a:buClr>
              <a:buNone/>
              <a:defRPr sz="1200">
                <a:latin typeface="Inter" panose="020B0502030000000004" pitchFamily="34" charset="0"/>
                <a:ea typeface="Inter" panose="020B0502030000000004" pitchFamily="34" charset="0"/>
              </a:defRPr>
            </a:lvl2pPr>
          </a:lstStyle>
          <a:p>
            <a:pPr lvl="0"/>
            <a:r>
              <a:rPr lang="en-US" noProof="0"/>
              <a:t>First </a:t>
            </a:r>
          </a:p>
        </p:txBody>
      </p:sp>
      <p:sp>
        <p:nvSpPr>
          <p:cNvPr id="35" name="Espace réservé du texte 6">
            <a:extLst>
              <a:ext uri="{FF2B5EF4-FFF2-40B4-BE49-F238E27FC236}">
                <a16:creationId xmlns:a16="http://schemas.microsoft.com/office/drawing/2014/main" id="{55FD8DC5-4C9A-4635-BBC4-1EF835F5C0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12395" y="5625568"/>
            <a:ext cx="3365171" cy="1046902"/>
          </a:xfrm>
        </p:spPr>
        <p:txBody>
          <a:bodyPr/>
          <a:lstStyle>
            <a:lvl1pPr marL="288000" indent="-288000">
              <a:lnSpc>
                <a:spcPct val="130000"/>
              </a:lnSpc>
              <a:spcBef>
                <a:spcPts val="1500"/>
              </a:spcBef>
              <a:buClr>
                <a:schemeClr val="accent4"/>
              </a:buClr>
              <a:buSzPct val="160000"/>
              <a:buFontTx/>
              <a:buBlip>
                <a:blip r:embed="rId3"/>
              </a:buBlip>
              <a:defRPr lang="fr-FR" sz="1200" b="0" kern="1200" dirty="0" smtClean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defRPr>
            </a:lvl1pPr>
            <a:lvl2pPr marL="457200" indent="0">
              <a:buClr>
                <a:schemeClr val="accent3"/>
              </a:buClr>
              <a:buNone/>
              <a:defRPr sz="1200">
                <a:latin typeface="Inter" panose="020B0502030000000004" pitchFamily="34" charset="0"/>
                <a:ea typeface="Inter" panose="020B0502030000000004" pitchFamily="34" charset="0"/>
              </a:defRPr>
            </a:lvl2pPr>
          </a:lstStyle>
          <a:p>
            <a:pPr lvl="0"/>
            <a:r>
              <a:rPr lang="en-US" noProof="0"/>
              <a:t>First </a:t>
            </a:r>
          </a:p>
        </p:txBody>
      </p:sp>
      <p:sp>
        <p:nvSpPr>
          <p:cNvPr id="15" name="Espace réservé du numéro de diapositive 5">
            <a:extLst>
              <a:ext uri="{FF2B5EF4-FFF2-40B4-BE49-F238E27FC236}">
                <a16:creationId xmlns:a16="http://schemas.microsoft.com/office/drawing/2014/main" id="{84EAB1B2-05E4-3844-85DE-81BB2B57FA79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20" name="Espace réservé du pied de page 4">
            <a:extLst>
              <a:ext uri="{FF2B5EF4-FFF2-40B4-BE49-F238E27FC236}">
                <a16:creationId xmlns:a16="http://schemas.microsoft.com/office/drawing/2014/main" id="{0AFC629C-6D31-48CF-B4DD-C7E740AC6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58DAA3AF-F2C2-469D-AE2B-2456F18F1541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390691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AD99E08-023D-4F27-9DBA-14098951DD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9354" y="116490"/>
            <a:ext cx="11519554" cy="6623730"/>
          </a:xfrm>
          <a:prstGeom prst="rect">
            <a:avLst/>
          </a:prstGeom>
        </p:spPr>
      </p:pic>
      <p:pic>
        <p:nvPicPr>
          <p:cNvPr id="13" name="Graphique 12">
            <a:extLst>
              <a:ext uri="{FF2B5EF4-FFF2-40B4-BE49-F238E27FC236}">
                <a16:creationId xmlns:a16="http://schemas.microsoft.com/office/drawing/2014/main" id="{1E193859-5C4A-4735-AE34-35CE45B516A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130" t="11299" b="11897"/>
          <a:stretch>
            <a:fillRect/>
          </a:stretch>
        </p:blipFill>
        <p:spPr>
          <a:xfrm>
            <a:off x="556347" y="116490"/>
            <a:ext cx="8332991" cy="6623730"/>
          </a:xfrm>
          <a:custGeom>
            <a:avLst/>
            <a:gdLst>
              <a:gd name="connsiteX0" fmla="*/ 0 w 7785217"/>
              <a:gd name="connsiteY0" fmla="*/ 0 h 6188315"/>
              <a:gd name="connsiteX1" fmla="*/ 7785217 w 7785217"/>
              <a:gd name="connsiteY1" fmla="*/ 0 h 6188315"/>
              <a:gd name="connsiteX2" fmla="*/ 7785217 w 7785217"/>
              <a:gd name="connsiteY2" fmla="*/ 6188315 h 6188315"/>
              <a:gd name="connsiteX3" fmla="*/ 0 w 7785217"/>
              <a:gd name="connsiteY3" fmla="*/ 6188315 h 6188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85217" h="6188315">
                <a:moveTo>
                  <a:pt x="0" y="0"/>
                </a:moveTo>
                <a:lnTo>
                  <a:pt x="7785217" y="0"/>
                </a:lnTo>
                <a:lnTo>
                  <a:pt x="7785217" y="6188315"/>
                </a:lnTo>
                <a:lnTo>
                  <a:pt x="0" y="6188315"/>
                </a:lnTo>
                <a:close/>
              </a:path>
            </a:pathLst>
          </a:cu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1BE78D0-34AC-49E1-95EA-5374D40C3EF8}"/>
              </a:ext>
            </a:extLst>
          </p:cNvPr>
          <p:cNvSpPr/>
          <p:nvPr userDrawn="1"/>
        </p:nvSpPr>
        <p:spPr>
          <a:xfrm>
            <a:off x="559355" y="116490"/>
            <a:ext cx="11519553" cy="6623730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86C9ED41-8C64-AD46-9A04-507FE75C4A61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1" name="Espace réservé du pied de page 4">
            <a:extLst>
              <a:ext uri="{FF2B5EF4-FFF2-40B4-BE49-F238E27FC236}">
                <a16:creationId xmlns:a16="http://schemas.microsoft.com/office/drawing/2014/main" id="{DD44FED9-09CD-4113-9B5B-115E5FB1F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7AA71B0C-ED54-4B70-B0D8-DE60B293F3E7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224529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AD99E08-023D-4F27-9DBA-14098951DD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9354" y="116490"/>
            <a:ext cx="11519554" cy="6623730"/>
          </a:xfrm>
          <a:prstGeom prst="rect">
            <a:avLst/>
          </a:prstGeom>
        </p:spPr>
      </p:pic>
      <p:pic>
        <p:nvPicPr>
          <p:cNvPr id="13" name="Graphique 12">
            <a:extLst>
              <a:ext uri="{FF2B5EF4-FFF2-40B4-BE49-F238E27FC236}">
                <a16:creationId xmlns:a16="http://schemas.microsoft.com/office/drawing/2014/main" id="{1E193859-5C4A-4735-AE34-35CE45B516A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130" t="11299" b="11897"/>
          <a:stretch>
            <a:fillRect/>
          </a:stretch>
        </p:blipFill>
        <p:spPr>
          <a:xfrm>
            <a:off x="556347" y="116490"/>
            <a:ext cx="8332991" cy="6623730"/>
          </a:xfrm>
          <a:custGeom>
            <a:avLst/>
            <a:gdLst>
              <a:gd name="connsiteX0" fmla="*/ 0 w 7785217"/>
              <a:gd name="connsiteY0" fmla="*/ 0 h 6188315"/>
              <a:gd name="connsiteX1" fmla="*/ 7785217 w 7785217"/>
              <a:gd name="connsiteY1" fmla="*/ 0 h 6188315"/>
              <a:gd name="connsiteX2" fmla="*/ 7785217 w 7785217"/>
              <a:gd name="connsiteY2" fmla="*/ 6188315 h 6188315"/>
              <a:gd name="connsiteX3" fmla="*/ 0 w 7785217"/>
              <a:gd name="connsiteY3" fmla="*/ 6188315 h 6188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85217" h="6188315">
                <a:moveTo>
                  <a:pt x="0" y="0"/>
                </a:moveTo>
                <a:lnTo>
                  <a:pt x="7785217" y="0"/>
                </a:lnTo>
                <a:lnTo>
                  <a:pt x="7785217" y="6188315"/>
                </a:lnTo>
                <a:lnTo>
                  <a:pt x="0" y="6188315"/>
                </a:lnTo>
                <a:close/>
              </a:path>
            </a:pathLst>
          </a:cu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1BE78D0-34AC-49E1-95EA-5374D40C3EF8}"/>
              </a:ext>
            </a:extLst>
          </p:cNvPr>
          <p:cNvSpPr/>
          <p:nvPr userDrawn="1"/>
        </p:nvSpPr>
        <p:spPr>
          <a:xfrm>
            <a:off x="559356" y="116490"/>
            <a:ext cx="11519552" cy="6623730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5C478FBB-5A40-3C40-A81B-251D11AB93BD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1" name="Espace réservé du pied de page 4">
            <a:extLst>
              <a:ext uri="{FF2B5EF4-FFF2-40B4-BE49-F238E27FC236}">
                <a16:creationId xmlns:a16="http://schemas.microsoft.com/office/drawing/2014/main" id="{8C64E38A-CBBC-4D28-9C24-F5480F2EF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8C79B6C7-0D5A-46CB-B010-A99565A33B87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235969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AD99E08-023D-4F27-9DBA-14098951DD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9354" y="116490"/>
            <a:ext cx="11519554" cy="6623730"/>
          </a:xfrm>
          <a:prstGeom prst="rect">
            <a:avLst/>
          </a:prstGeom>
        </p:spPr>
      </p:pic>
      <p:pic>
        <p:nvPicPr>
          <p:cNvPr id="13" name="Graphique 12">
            <a:extLst>
              <a:ext uri="{FF2B5EF4-FFF2-40B4-BE49-F238E27FC236}">
                <a16:creationId xmlns:a16="http://schemas.microsoft.com/office/drawing/2014/main" id="{1E193859-5C4A-4735-AE34-35CE45B516A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130" t="11299" b="11897"/>
          <a:stretch>
            <a:fillRect/>
          </a:stretch>
        </p:blipFill>
        <p:spPr>
          <a:xfrm>
            <a:off x="556347" y="116490"/>
            <a:ext cx="8332991" cy="6623730"/>
          </a:xfrm>
          <a:custGeom>
            <a:avLst/>
            <a:gdLst>
              <a:gd name="connsiteX0" fmla="*/ 0 w 7785217"/>
              <a:gd name="connsiteY0" fmla="*/ 0 h 6188315"/>
              <a:gd name="connsiteX1" fmla="*/ 7785217 w 7785217"/>
              <a:gd name="connsiteY1" fmla="*/ 0 h 6188315"/>
              <a:gd name="connsiteX2" fmla="*/ 7785217 w 7785217"/>
              <a:gd name="connsiteY2" fmla="*/ 6188315 h 6188315"/>
              <a:gd name="connsiteX3" fmla="*/ 0 w 7785217"/>
              <a:gd name="connsiteY3" fmla="*/ 6188315 h 6188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85217" h="6188315">
                <a:moveTo>
                  <a:pt x="0" y="0"/>
                </a:moveTo>
                <a:lnTo>
                  <a:pt x="7785217" y="0"/>
                </a:lnTo>
                <a:lnTo>
                  <a:pt x="7785217" y="6188315"/>
                </a:lnTo>
                <a:lnTo>
                  <a:pt x="0" y="6188315"/>
                </a:lnTo>
                <a:close/>
              </a:path>
            </a:pathLst>
          </a:cu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1BE78D0-34AC-49E1-95EA-5374D40C3EF8}"/>
              </a:ext>
            </a:extLst>
          </p:cNvPr>
          <p:cNvSpPr/>
          <p:nvPr userDrawn="1"/>
        </p:nvSpPr>
        <p:spPr>
          <a:xfrm>
            <a:off x="558000" y="116490"/>
            <a:ext cx="11519554" cy="6623730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0AACFBD9-C208-42E6-B702-5B5135A201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386" y="116490"/>
            <a:ext cx="294582" cy="294582"/>
          </a:xfrm>
          <a:prstGeom prst="rect">
            <a:avLst/>
          </a:prstGeom>
        </p:spPr>
      </p:pic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745FB9D8-0BFF-3D4D-90EB-9D8D5EC6C712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0" name="Espace réservé du pied de page 4">
            <a:extLst>
              <a:ext uri="{FF2B5EF4-FFF2-40B4-BE49-F238E27FC236}">
                <a16:creationId xmlns:a16="http://schemas.microsoft.com/office/drawing/2014/main" id="{57691A74-49BA-4CB5-AB58-B27B0DE18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041ED70F-7FC4-461B-8EFF-537E36B35B73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973868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6C69108-8A03-4120-9EC5-52B62F76BA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3090" y="116487"/>
            <a:ext cx="11965817" cy="6188315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endParaRPr lang="en-US" noProof="0"/>
          </a:p>
        </p:txBody>
      </p:sp>
      <p:sp>
        <p:nvSpPr>
          <p:cNvPr id="62" name="Forme libre : forme 61">
            <a:extLst>
              <a:ext uri="{FF2B5EF4-FFF2-40B4-BE49-F238E27FC236}">
                <a16:creationId xmlns:a16="http://schemas.microsoft.com/office/drawing/2014/main" id="{02A4B9ED-2B80-40E2-8703-CF57B743F6AF}"/>
              </a:ext>
            </a:extLst>
          </p:cNvPr>
          <p:cNvSpPr/>
          <p:nvPr userDrawn="1"/>
        </p:nvSpPr>
        <p:spPr>
          <a:xfrm>
            <a:off x="113091" y="116491"/>
            <a:ext cx="7989178" cy="6188315"/>
          </a:xfrm>
          <a:custGeom>
            <a:avLst/>
            <a:gdLst>
              <a:gd name="connsiteX0" fmla="*/ 3934423 w 7989178"/>
              <a:gd name="connsiteY0" fmla="*/ 3197035 h 6188315"/>
              <a:gd name="connsiteX1" fmla="*/ 4951679 w 7989178"/>
              <a:gd name="connsiteY1" fmla="*/ 3197035 h 6188315"/>
              <a:gd name="connsiteX2" fmla="*/ 7942928 w 7989178"/>
              <a:gd name="connsiteY2" fmla="*/ 6188315 h 6188315"/>
              <a:gd name="connsiteX3" fmla="*/ 5908468 w 7989178"/>
              <a:gd name="connsiteY3" fmla="*/ 6188315 h 6188315"/>
              <a:gd name="connsiteX4" fmla="*/ 3934423 w 7989178"/>
              <a:gd name="connsiteY4" fmla="*/ 4214291 h 6188315"/>
              <a:gd name="connsiteX5" fmla="*/ 2757360 w 7989178"/>
              <a:gd name="connsiteY5" fmla="*/ 3197035 h 6188315"/>
              <a:gd name="connsiteX6" fmla="*/ 3774586 w 7989178"/>
              <a:gd name="connsiteY6" fmla="*/ 3197035 h 6188315"/>
              <a:gd name="connsiteX7" fmla="*/ 3774586 w 7989178"/>
              <a:gd name="connsiteY7" fmla="*/ 4214291 h 6188315"/>
              <a:gd name="connsiteX8" fmla="*/ 1800562 w 7989178"/>
              <a:gd name="connsiteY8" fmla="*/ 6188315 h 6188315"/>
              <a:gd name="connsiteX9" fmla="*/ 0 w 7989178"/>
              <a:gd name="connsiteY9" fmla="*/ 6188315 h 6188315"/>
              <a:gd name="connsiteX10" fmla="*/ 0 w 7989178"/>
              <a:gd name="connsiteY10" fmla="*/ 5954396 h 6188315"/>
              <a:gd name="connsiteX11" fmla="*/ 7763137 w 7989178"/>
              <a:gd name="connsiteY11" fmla="*/ 0 h 6188315"/>
              <a:gd name="connsiteX12" fmla="*/ 7989178 w 7989178"/>
              <a:gd name="connsiteY12" fmla="*/ 0 h 6188315"/>
              <a:gd name="connsiteX13" fmla="*/ 4951948 w 7989178"/>
              <a:gd name="connsiteY13" fmla="*/ 3037229 h 6188315"/>
              <a:gd name="connsiteX14" fmla="*/ 4725908 w 7989178"/>
              <a:gd name="connsiteY14" fmla="*/ 3037229 h 6188315"/>
              <a:gd name="connsiteX15" fmla="*/ 7310878 w 7989178"/>
              <a:gd name="connsiteY15" fmla="*/ 0 h 6188315"/>
              <a:gd name="connsiteX16" fmla="*/ 7536918 w 7989178"/>
              <a:gd name="connsiteY16" fmla="*/ 0 h 6188315"/>
              <a:gd name="connsiteX17" fmla="*/ 4499686 w 7989178"/>
              <a:gd name="connsiteY17" fmla="*/ 3037231 h 6188315"/>
              <a:gd name="connsiteX18" fmla="*/ 4273647 w 7989178"/>
              <a:gd name="connsiteY18" fmla="*/ 3037231 h 6188315"/>
              <a:gd name="connsiteX19" fmla="*/ 6858644 w 7989178"/>
              <a:gd name="connsiteY19" fmla="*/ 0 h 6188315"/>
              <a:gd name="connsiteX20" fmla="*/ 7084689 w 7989178"/>
              <a:gd name="connsiteY20" fmla="*/ 0 h 6188315"/>
              <a:gd name="connsiteX21" fmla="*/ 4047458 w 7989178"/>
              <a:gd name="connsiteY21" fmla="*/ 3037229 h 6188315"/>
              <a:gd name="connsiteX22" fmla="*/ 3934423 w 7989178"/>
              <a:gd name="connsiteY22" fmla="*/ 3037229 h 6188315"/>
              <a:gd name="connsiteX23" fmla="*/ 3934423 w 7989178"/>
              <a:gd name="connsiteY23" fmla="*/ 2924196 h 6188315"/>
              <a:gd name="connsiteX24" fmla="*/ 6406357 w 7989178"/>
              <a:gd name="connsiteY24" fmla="*/ 0 h 6188315"/>
              <a:gd name="connsiteX25" fmla="*/ 6632427 w 7989178"/>
              <a:gd name="connsiteY25" fmla="*/ 0 h 6188315"/>
              <a:gd name="connsiteX26" fmla="*/ 3934423 w 7989178"/>
              <a:gd name="connsiteY26" fmla="*/ 2698004 h 6188315"/>
              <a:gd name="connsiteX27" fmla="*/ 3934423 w 7989178"/>
              <a:gd name="connsiteY27" fmla="*/ 2471934 h 6188315"/>
              <a:gd name="connsiteX28" fmla="*/ 5954117 w 7989178"/>
              <a:gd name="connsiteY28" fmla="*/ 0 h 6188315"/>
              <a:gd name="connsiteX29" fmla="*/ 6180169 w 7989178"/>
              <a:gd name="connsiteY29" fmla="*/ 0 h 6188315"/>
              <a:gd name="connsiteX30" fmla="*/ 3934423 w 7989178"/>
              <a:gd name="connsiteY30" fmla="*/ 2245745 h 6188315"/>
              <a:gd name="connsiteX31" fmla="*/ 3934423 w 7989178"/>
              <a:gd name="connsiteY31" fmla="*/ 2019675 h 6188315"/>
              <a:gd name="connsiteX32" fmla="*/ 0 w 7989178"/>
              <a:gd name="connsiteY32" fmla="*/ 0 h 6188315"/>
              <a:gd name="connsiteX33" fmla="*/ 1754615 w 7989178"/>
              <a:gd name="connsiteY33" fmla="*/ 0 h 6188315"/>
              <a:gd name="connsiteX34" fmla="*/ 3774589 w 7989178"/>
              <a:gd name="connsiteY34" fmla="*/ 2019974 h 6188315"/>
              <a:gd name="connsiteX35" fmla="*/ 3774589 w 7989178"/>
              <a:gd name="connsiteY35" fmla="*/ 3037231 h 6188315"/>
              <a:gd name="connsiteX36" fmla="*/ 2757363 w 7989178"/>
              <a:gd name="connsiteY36" fmla="*/ 3037231 h 6188315"/>
              <a:gd name="connsiteX37" fmla="*/ 0 w 7989178"/>
              <a:gd name="connsiteY37" fmla="*/ 279895 h 6188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989178" h="6188315">
                <a:moveTo>
                  <a:pt x="3934423" y="3197035"/>
                </a:moveTo>
                <a:lnTo>
                  <a:pt x="4951679" y="3197035"/>
                </a:lnTo>
                <a:lnTo>
                  <a:pt x="7942928" y="6188315"/>
                </a:lnTo>
                <a:lnTo>
                  <a:pt x="5908468" y="6188315"/>
                </a:lnTo>
                <a:lnTo>
                  <a:pt x="3934423" y="4214291"/>
                </a:lnTo>
                <a:close/>
                <a:moveTo>
                  <a:pt x="2757360" y="3197035"/>
                </a:moveTo>
                <a:lnTo>
                  <a:pt x="3774586" y="3197035"/>
                </a:lnTo>
                <a:lnTo>
                  <a:pt x="3774586" y="4214291"/>
                </a:lnTo>
                <a:lnTo>
                  <a:pt x="1800562" y="6188315"/>
                </a:lnTo>
                <a:lnTo>
                  <a:pt x="0" y="6188315"/>
                </a:lnTo>
                <a:lnTo>
                  <a:pt x="0" y="5954396"/>
                </a:lnTo>
                <a:close/>
                <a:moveTo>
                  <a:pt x="7763137" y="0"/>
                </a:moveTo>
                <a:lnTo>
                  <a:pt x="7989178" y="0"/>
                </a:lnTo>
                <a:lnTo>
                  <a:pt x="4951948" y="3037229"/>
                </a:lnTo>
                <a:lnTo>
                  <a:pt x="4725908" y="3037229"/>
                </a:lnTo>
                <a:close/>
                <a:moveTo>
                  <a:pt x="7310878" y="0"/>
                </a:moveTo>
                <a:lnTo>
                  <a:pt x="7536918" y="0"/>
                </a:lnTo>
                <a:lnTo>
                  <a:pt x="4499686" y="3037231"/>
                </a:lnTo>
                <a:lnTo>
                  <a:pt x="4273647" y="3037231"/>
                </a:lnTo>
                <a:close/>
                <a:moveTo>
                  <a:pt x="6858644" y="0"/>
                </a:moveTo>
                <a:lnTo>
                  <a:pt x="7084689" y="0"/>
                </a:lnTo>
                <a:lnTo>
                  <a:pt x="4047458" y="3037229"/>
                </a:lnTo>
                <a:lnTo>
                  <a:pt x="3934423" y="3037229"/>
                </a:lnTo>
                <a:lnTo>
                  <a:pt x="3934423" y="2924196"/>
                </a:lnTo>
                <a:close/>
                <a:moveTo>
                  <a:pt x="6406357" y="0"/>
                </a:moveTo>
                <a:lnTo>
                  <a:pt x="6632427" y="0"/>
                </a:lnTo>
                <a:lnTo>
                  <a:pt x="3934423" y="2698004"/>
                </a:lnTo>
                <a:lnTo>
                  <a:pt x="3934423" y="2471934"/>
                </a:lnTo>
                <a:close/>
                <a:moveTo>
                  <a:pt x="5954117" y="0"/>
                </a:moveTo>
                <a:lnTo>
                  <a:pt x="6180169" y="0"/>
                </a:lnTo>
                <a:lnTo>
                  <a:pt x="3934423" y="2245745"/>
                </a:lnTo>
                <a:lnTo>
                  <a:pt x="3934423" y="2019675"/>
                </a:lnTo>
                <a:close/>
                <a:moveTo>
                  <a:pt x="0" y="0"/>
                </a:moveTo>
                <a:lnTo>
                  <a:pt x="1754615" y="0"/>
                </a:lnTo>
                <a:lnTo>
                  <a:pt x="3774589" y="2019974"/>
                </a:lnTo>
                <a:lnTo>
                  <a:pt x="3774589" y="3037231"/>
                </a:lnTo>
                <a:lnTo>
                  <a:pt x="2757363" y="3037231"/>
                </a:lnTo>
                <a:lnTo>
                  <a:pt x="0" y="279895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 w="1846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6D6D7455-FC66-504C-90C5-D7027B829959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0" name="Espace réservé du pied de page 4">
            <a:extLst>
              <a:ext uri="{FF2B5EF4-FFF2-40B4-BE49-F238E27FC236}">
                <a16:creationId xmlns:a16="http://schemas.microsoft.com/office/drawing/2014/main" id="{88A0C6D7-FA6C-400A-A6CB-C97B785C7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C5FB76-DCEC-435D-B44E-B8CDE9464F35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840674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CD4D91-58E7-4005-93FD-CFF1986F9464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42CFCA71-2FD3-46A0-BC72-1FA0871E173F}"/>
              </a:ext>
            </a:extLst>
          </p:cNvPr>
          <p:cNvSpPr/>
          <p:nvPr userDrawn="1"/>
        </p:nvSpPr>
        <p:spPr>
          <a:xfrm>
            <a:off x="0" y="0"/>
            <a:ext cx="12200164" cy="6858000"/>
          </a:xfrm>
          <a:custGeom>
            <a:avLst/>
            <a:gdLst>
              <a:gd name="connsiteX0" fmla="*/ 113089 w 12192000"/>
              <a:gd name="connsiteY0" fmla="*/ 116483 h 6858000"/>
              <a:gd name="connsiteX1" fmla="*/ 113089 w 12192000"/>
              <a:gd name="connsiteY1" fmla="*/ 6304798 h 6858000"/>
              <a:gd name="connsiteX2" fmla="*/ 12078906 w 12192000"/>
              <a:gd name="connsiteY2" fmla="*/ 6304798 h 6858000"/>
              <a:gd name="connsiteX3" fmla="*/ 12078906 w 12192000"/>
              <a:gd name="connsiteY3" fmla="*/ 116483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13089" y="116483"/>
                </a:moveTo>
                <a:lnTo>
                  <a:pt x="113089" y="6304798"/>
                </a:lnTo>
                <a:lnTo>
                  <a:pt x="12078906" y="6304798"/>
                </a:lnTo>
                <a:lnTo>
                  <a:pt x="12078906" y="11648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62" name="Forme libre : forme 61">
            <a:extLst>
              <a:ext uri="{FF2B5EF4-FFF2-40B4-BE49-F238E27FC236}">
                <a16:creationId xmlns:a16="http://schemas.microsoft.com/office/drawing/2014/main" id="{02A4B9ED-2B80-40E2-8703-CF57B743F6AF}"/>
              </a:ext>
            </a:extLst>
          </p:cNvPr>
          <p:cNvSpPr/>
          <p:nvPr userDrawn="1"/>
        </p:nvSpPr>
        <p:spPr>
          <a:xfrm>
            <a:off x="113091" y="116491"/>
            <a:ext cx="7989178" cy="6188315"/>
          </a:xfrm>
          <a:custGeom>
            <a:avLst/>
            <a:gdLst>
              <a:gd name="connsiteX0" fmla="*/ 3934423 w 7989178"/>
              <a:gd name="connsiteY0" fmla="*/ 3197035 h 6188315"/>
              <a:gd name="connsiteX1" fmla="*/ 4951679 w 7989178"/>
              <a:gd name="connsiteY1" fmla="*/ 3197035 h 6188315"/>
              <a:gd name="connsiteX2" fmla="*/ 7942928 w 7989178"/>
              <a:gd name="connsiteY2" fmla="*/ 6188315 h 6188315"/>
              <a:gd name="connsiteX3" fmla="*/ 5908468 w 7989178"/>
              <a:gd name="connsiteY3" fmla="*/ 6188315 h 6188315"/>
              <a:gd name="connsiteX4" fmla="*/ 3934423 w 7989178"/>
              <a:gd name="connsiteY4" fmla="*/ 4214291 h 6188315"/>
              <a:gd name="connsiteX5" fmla="*/ 2757360 w 7989178"/>
              <a:gd name="connsiteY5" fmla="*/ 3197035 h 6188315"/>
              <a:gd name="connsiteX6" fmla="*/ 3774586 w 7989178"/>
              <a:gd name="connsiteY6" fmla="*/ 3197035 h 6188315"/>
              <a:gd name="connsiteX7" fmla="*/ 3774586 w 7989178"/>
              <a:gd name="connsiteY7" fmla="*/ 4214291 h 6188315"/>
              <a:gd name="connsiteX8" fmla="*/ 1800562 w 7989178"/>
              <a:gd name="connsiteY8" fmla="*/ 6188315 h 6188315"/>
              <a:gd name="connsiteX9" fmla="*/ 0 w 7989178"/>
              <a:gd name="connsiteY9" fmla="*/ 6188315 h 6188315"/>
              <a:gd name="connsiteX10" fmla="*/ 0 w 7989178"/>
              <a:gd name="connsiteY10" fmla="*/ 5954396 h 6188315"/>
              <a:gd name="connsiteX11" fmla="*/ 7763137 w 7989178"/>
              <a:gd name="connsiteY11" fmla="*/ 0 h 6188315"/>
              <a:gd name="connsiteX12" fmla="*/ 7989178 w 7989178"/>
              <a:gd name="connsiteY12" fmla="*/ 0 h 6188315"/>
              <a:gd name="connsiteX13" fmla="*/ 4951948 w 7989178"/>
              <a:gd name="connsiteY13" fmla="*/ 3037229 h 6188315"/>
              <a:gd name="connsiteX14" fmla="*/ 4725908 w 7989178"/>
              <a:gd name="connsiteY14" fmla="*/ 3037229 h 6188315"/>
              <a:gd name="connsiteX15" fmla="*/ 7310878 w 7989178"/>
              <a:gd name="connsiteY15" fmla="*/ 0 h 6188315"/>
              <a:gd name="connsiteX16" fmla="*/ 7536918 w 7989178"/>
              <a:gd name="connsiteY16" fmla="*/ 0 h 6188315"/>
              <a:gd name="connsiteX17" fmla="*/ 4499686 w 7989178"/>
              <a:gd name="connsiteY17" fmla="*/ 3037231 h 6188315"/>
              <a:gd name="connsiteX18" fmla="*/ 4273647 w 7989178"/>
              <a:gd name="connsiteY18" fmla="*/ 3037231 h 6188315"/>
              <a:gd name="connsiteX19" fmla="*/ 6858644 w 7989178"/>
              <a:gd name="connsiteY19" fmla="*/ 0 h 6188315"/>
              <a:gd name="connsiteX20" fmla="*/ 7084689 w 7989178"/>
              <a:gd name="connsiteY20" fmla="*/ 0 h 6188315"/>
              <a:gd name="connsiteX21" fmla="*/ 4047458 w 7989178"/>
              <a:gd name="connsiteY21" fmla="*/ 3037229 h 6188315"/>
              <a:gd name="connsiteX22" fmla="*/ 3934423 w 7989178"/>
              <a:gd name="connsiteY22" fmla="*/ 3037229 h 6188315"/>
              <a:gd name="connsiteX23" fmla="*/ 3934423 w 7989178"/>
              <a:gd name="connsiteY23" fmla="*/ 2924196 h 6188315"/>
              <a:gd name="connsiteX24" fmla="*/ 6406357 w 7989178"/>
              <a:gd name="connsiteY24" fmla="*/ 0 h 6188315"/>
              <a:gd name="connsiteX25" fmla="*/ 6632427 w 7989178"/>
              <a:gd name="connsiteY25" fmla="*/ 0 h 6188315"/>
              <a:gd name="connsiteX26" fmla="*/ 3934423 w 7989178"/>
              <a:gd name="connsiteY26" fmla="*/ 2698004 h 6188315"/>
              <a:gd name="connsiteX27" fmla="*/ 3934423 w 7989178"/>
              <a:gd name="connsiteY27" fmla="*/ 2471934 h 6188315"/>
              <a:gd name="connsiteX28" fmla="*/ 5954117 w 7989178"/>
              <a:gd name="connsiteY28" fmla="*/ 0 h 6188315"/>
              <a:gd name="connsiteX29" fmla="*/ 6180169 w 7989178"/>
              <a:gd name="connsiteY29" fmla="*/ 0 h 6188315"/>
              <a:gd name="connsiteX30" fmla="*/ 3934423 w 7989178"/>
              <a:gd name="connsiteY30" fmla="*/ 2245745 h 6188315"/>
              <a:gd name="connsiteX31" fmla="*/ 3934423 w 7989178"/>
              <a:gd name="connsiteY31" fmla="*/ 2019675 h 6188315"/>
              <a:gd name="connsiteX32" fmla="*/ 0 w 7989178"/>
              <a:gd name="connsiteY32" fmla="*/ 0 h 6188315"/>
              <a:gd name="connsiteX33" fmla="*/ 1754615 w 7989178"/>
              <a:gd name="connsiteY33" fmla="*/ 0 h 6188315"/>
              <a:gd name="connsiteX34" fmla="*/ 3774589 w 7989178"/>
              <a:gd name="connsiteY34" fmla="*/ 2019974 h 6188315"/>
              <a:gd name="connsiteX35" fmla="*/ 3774589 w 7989178"/>
              <a:gd name="connsiteY35" fmla="*/ 3037231 h 6188315"/>
              <a:gd name="connsiteX36" fmla="*/ 2757363 w 7989178"/>
              <a:gd name="connsiteY36" fmla="*/ 3037231 h 6188315"/>
              <a:gd name="connsiteX37" fmla="*/ 0 w 7989178"/>
              <a:gd name="connsiteY37" fmla="*/ 279895 h 6188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989178" h="6188315">
                <a:moveTo>
                  <a:pt x="3934423" y="3197035"/>
                </a:moveTo>
                <a:lnTo>
                  <a:pt x="4951679" y="3197035"/>
                </a:lnTo>
                <a:lnTo>
                  <a:pt x="7942928" y="6188315"/>
                </a:lnTo>
                <a:lnTo>
                  <a:pt x="5908468" y="6188315"/>
                </a:lnTo>
                <a:lnTo>
                  <a:pt x="3934423" y="4214291"/>
                </a:lnTo>
                <a:close/>
                <a:moveTo>
                  <a:pt x="2757360" y="3197035"/>
                </a:moveTo>
                <a:lnTo>
                  <a:pt x="3774586" y="3197035"/>
                </a:lnTo>
                <a:lnTo>
                  <a:pt x="3774586" y="4214291"/>
                </a:lnTo>
                <a:lnTo>
                  <a:pt x="1800562" y="6188315"/>
                </a:lnTo>
                <a:lnTo>
                  <a:pt x="0" y="6188315"/>
                </a:lnTo>
                <a:lnTo>
                  <a:pt x="0" y="5954396"/>
                </a:lnTo>
                <a:close/>
                <a:moveTo>
                  <a:pt x="7763137" y="0"/>
                </a:moveTo>
                <a:lnTo>
                  <a:pt x="7989178" y="0"/>
                </a:lnTo>
                <a:lnTo>
                  <a:pt x="4951948" y="3037229"/>
                </a:lnTo>
                <a:lnTo>
                  <a:pt x="4725908" y="3037229"/>
                </a:lnTo>
                <a:close/>
                <a:moveTo>
                  <a:pt x="7310878" y="0"/>
                </a:moveTo>
                <a:lnTo>
                  <a:pt x="7536918" y="0"/>
                </a:lnTo>
                <a:lnTo>
                  <a:pt x="4499686" y="3037231"/>
                </a:lnTo>
                <a:lnTo>
                  <a:pt x="4273647" y="3037231"/>
                </a:lnTo>
                <a:close/>
                <a:moveTo>
                  <a:pt x="6858644" y="0"/>
                </a:moveTo>
                <a:lnTo>
                  <a:pt x="7084689" y="0"/>
                </a:lnTo>
                <a:lnTo>
                  <a:pt x="4047458" y="3037229"/>
                </a:lnTo>
                <a:lnTo>
                  <a:pt x="3934423" y="3037229"/>
                </a:lnTo>
                <a:lnTo>
                  <a:pt x="3934423" y="2924196"/>
                </a:lnTo>
                <a:close/>
                <a:moveTo>
                  <a:pt x="6406357" y="0"/>
                </a:moveTo>
                <a:lnTo>
                  <a:pt x="6632427" y="0"/>
                </a:lnTo>
                <a:lnTo>
                  <a:pt x="3934423" y="2698004"/>
                </a:lnTo>
                <a:lnTo>
                  <a:pt x="3934423" y="2471934"/>
                </a:lnTo>
                <a:close/>
                <a:moveTo>
                  <a:pt x="5954117" y="0"/>
                </a:moveTo>
                <a:lnTo>
                  <a:pt x="6180169" y="0"/>
                </a:lnTo>
                <a:lnTo>
                  <a:pt x="3934423" y="2245745"/>
                </a:lnTo>
                <a:lnTo>
                  <a:pt x="3934423" y="2019675"/>
                </a:lnTo>
                <a:close/>
                <a:moveTo>
                  <a:pt x="0" y="0"/>
                </a:moveTo>
                <a:lnTo>
                  <a:pt x="1754615" y="0"/>
                </a:lnTo>
                <a:lnTo>
                  <a:pt x="3774589" y="2019974"/>
                </a:lnTo>
                <a:lnTo>
                  <a:pt x="3774589" y="3037231"/>
                </a:lnTo>
                <a:lnTo>
                  <a:pt x="2757363" y="3037231"/>
                </a:lnTo>
                <a:lnTo>
                  <a:pt x="0" y="279895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 w="1846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E74FEBFB-7A60-8942-90F4-8CD70C8BC3F0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EF816185-E35B-4BE7-B8FC-5014E39F9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3A2A24-9380-4689-8637-229998D343FB}"/>
              </a:ext>
            </a:extLst>
          </p:cNvPr>
          <p:cNvSpPr txBox="1"/>
          <p:nvPr userDrawn="1"/>
        </p:nvSpPr>
        <p:spPr>
          <a:xfrm rot="16200000">
            <a:off x="11707268" y="3340514"/>
            <a:ext cx="858416" cy="176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5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C1-internal</a:t>
            </a:r>
            <a:endParaRPr lang="en-US" sz="55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596FA185-0B8A-4AD5-B568-ED1F3A268E4A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071878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9E628-9A89-457B-A1D6-35CB67899D6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1600" y="111600"/>
            <a:ext cx="11966400" cy="6631200"/>
          </a:xfr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538CD9AE-EE18-4381-8AF4-687CC5BE3ED3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020532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'élément multimédia 3">
            <a:extLst>
              <a:ext uri="{FF2B5EF4-FFF2-40B4-BE49-F238E27FC236}">
                <a16:creationId xmlns:a16="http://schemas.microsoft.com/office/drawing/2014/main" id="{7C1BF6B2-3DCB-4A16-8D34-317A82E60854}"/>
              </a:ext>
            </a:extLst>
          </p:cNvPr>
          <p:cNvSpPr>
            <a:spLocks noGrp="1"/>
          </p:cNvSpPr>
          <p:nvPr>
            <p:ph type="media" sz="quarter" idx="14"/>
          </p:nvPr>
        </p:nvSpPr>
        <p:spPr>
          <a:xfrm>
            <a:off x="113090" y="116346"/>
            <a:ext cx="11965817" cy="6188315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endParaRPr lang="en-US" noProof="0"/>
          </a:p>
        </p:txBody>
      </p:sp>
      <p:sp>
        <p:nvSpPr>
          <p:cNvPr id="62" name="Forme libre : forme 61">
            <a:extLst>
              <a:ext uri="{FF2B5EF4-FFF2-40B4-BE49-F238E27FC236}">
                <a16:creationId xmlns:a16="http://schemas.microsoft.com/office/drawing/2014/main" id="{02A4B9ED-2B80-40E2-8703-CF57B743F6AF}"/>
              </a:ext>
            </a:extLst>
          </p:cNvPr>
          <p:cNvSpPr/>
          <p:nvPr userDrawn="1"/>
        </p:nvSpPr>
        <p:spPr>
          <a:xfrm>
            <a:off x="113091" y="116491"/>
            <a:ext cx="7989178" cy="6188315"/>
          </a:xfrm>
          <a:custGeom>
            <a:avLst/>
            <a:gdLst>
              <a:gd name="connsiteX0" fmla="*/ 3934423 w 7989178"/>
              <a:gd name="connsiteY0" fmla="*/ 3197035 h 6188315"/>
              <a:gd name="connsiteX1" fmla="*/ 4951679 w 7989178"/>
              <a:gd name="connsiteY1" fmla="*/ 3197035 h 6188315"/>
              <a:gd name="connsiteX2" fmla="*/ 7942928 w 7989178"/>
              <a:gd name="connsiteY2" fmla="*/ 6188315 h 6188315"/>
              <a:gd name="connsiteX3" fmla="*/ 5908468 w 7989178"/>
              <a:gd name="connsiteY3" fmla="*/ 6188315 h 6188315"/>
              <a:gd name="connsiteX4" fmla="*/ 3934423 w 7989178"/>
              <a:gd name="connsiteY4" fmla="*/ 4214291 h 6188315"/>
              <a:gd name="connsiteX5" fmla="*/ 2757360 w 7989178"/>
              <a:gd name="connsiteY5" fmla="*/ 3197035 h 6188315"/>
              <a:gd name="connsiteX6" fmla="*/ 3774586 w 7989178"/>
              <a:gd name="connsiteY6" fmla="*/ 3197035 h 6188315"/>
              <a:gd name="connsiteX7" fmla="*/ 3774586 w 7989178"/>
              <a:gd name="connsiteY7" fmla="*/ 4214291 h 6188315"/>
              <a:gd name="connsiteX8" fmla="*/ 1800562 w 7989178"/>
              <a:gd name="connsiteY8" fmla="*/ 6188315 h 6188315"/>
              <a:gd name="connsiteX9" fmla="*/ 0 w 7989178"/>
              <a:gd name="connsiteY9" fmla="*/ 6188315 h 6188315"/>
              <a:gd name="connsiteX10" fmla="*/ 0 w 7989178"/>
              <a:gd name="connsiteY10" fmla="*/ 5954396 h 6188315"/>
              <a:gd name="connsiteX11" fmla="*/ 7763137 w 7989178"/>
              <a:gd name="connsiteY11" fmla="*/ 0 h 6188315"/>
              <a:gd name="connsiteX12" fmla="*/ 7989178 w 7989178"/>
              <a:gd name="connsiteY12" fmla="*/ 0 h 6188315"/>
              <a:gd name="connsiteX13" fmla="*/ 4951948 w 7989178"/>
              <a:gd name="connsiteY13" fmla="*/ 3037229 h 6188315"/>
              <a:gd name="connsiteX14" fmla="*/ 4725908 w 7989178"/>
              <a:gd name="connsiteY14" fmla="*/ 3037229 h 6188315"/>
              <a:gd name="connsiteX15" fmla="*/ 7310878 w 7989178"/>
              <a:gd name="connsiteY15" fmla="*/ 0 h 6188315"/>
              <a:gd name="connsiteX16" fmla="*/ 7536918 w 7989178"/>
              <a:gd name="connsiteY16" fmla="*/ 0 h 6188315"/>
              <a:gd name="connsiteX17" fmla="*/ 4499686 w 7989178"/>
              <a:gd name="connsiteY17" fmla="*/ 3037231 h 6188315"/>
              <a:gd name="connsiteX18" fmla="*/ 4273647 w 7989178"/>
              <a:gd name="connsiteY18" fmla="*/ 3037231 h 6188315"/>
              <a:gd name="connsiteX19" fmla="*/ 6858644 w 7989178"/>
              <a:gd name="connsiteY19" fmla="*/ 0 h 6188315"/>
              <a:gd name="connsiteX20" fmla="*/ 7084689 w 7989178"/>
              <a:gd name="connsiteY20" fmla="*/ 0 h 6188315"/>
              <a:gd name="connsiteX21" fmla="*/ 4047458 w 7989178"/>
              <a:gd name="connsiteY21" fmla="*/ 3037229 h 6188315"/>
              <a:gd name="connsiteX22" fmla="*/ 3934423 w 7989178"/>
              <a:gd name="connsiteY22" fmla="*/ 3037229 h 6188315"/>
              <a:gd name="connsiteX23" fmla="*/ 3934423 w 7989178"/>
              <a:gd name="connsiteY23" fmla="*/ 2924196 h 6188315"/>
              <a:gd name="connsiteX24" fmla="*/ 6406357 w 7989178"/>
              <a:gd name="connsiteY24" fmla="*/ 0 h 6188315"/>
              <a:gd name="connsiteX25" fmla="*/ 6632427 w 7989178"/>
              <a:gd name="connsiteY25" fmla="*/ 0 h 6188315"/>
              <a:gd name="connsiteX26" fmla="*/ 3934423 w 7989178"/>
              <a:gd name="connsiteY26" fmla="*/ 2698004 h 6188315"/>
              <a:gd name="connsiteX27" fmla="*/ 3934423 w 7989178"/>
              <a:gd name="connsiteY27" fmla="*/ 2471934 h 6188315"/>
              <a:gd name="connsiteX28" fmla="*/ 5954117 w 7989178"/>
              <a:gd name="connsiteY28" fmla="*/ 0 h 6188315"/>
              <a:gd name="connsiteX29" fmla="*/ 6180169 w 7989178"/>
              <a:gd name="connsiteY29" fmla="*/ 0 h 6188315"/>
              <a:gd name="connsiteX30" fmla="*/ 3934423 w 7989178"/>
              <a:gd name="connsiteY30" fmla="*/ 2245745 h 6188315"/>
              <a:gd name="connsiteX31" fmla="*/ 3934423 w 7989178"/>
              <a:gd name="connsiteY31" fmla="*/ 2019675 h 6188315"/>
              <a:gd name="connsiteX32" fmla="*/ 0 w 7989178"/>
              <a:gd name="connsiteY32" fmla="*/ 0 h 6188315"/>
              <a:gd name="connsiteX33" fmla="*/ 1754615 w 7989178"/>
              <a:gd name="connsiteY33" fmla="*/ 0 h 6188315"/>
              <a:gd name="connsiteX34" fmla="*/ 3774589 w 7989178"/>
              <a:gd name="connsiteY34" fmla="*/ 2019974 h 6188315"/>
              <a:gd name="connsiteX35" fmla="*/ 3774589 w 7989178"/>
              <a:gd name="connsiteY35" fmla="*/ 3037231 h 6188315"/>
              <a:gd name="connsiteX36" fmla="*/ 2757363 w 7989178"/>
              <a:gd name="connsiteY36" fmla="*/ 3037231 h 6188315"/>
              <a:gd name="connsiteX37" fmla="*/ 0 w 7989178"/>
              <a:gd name="connsiteY37" fmla="*/ 279895 h 6188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989178" h="6188315">
                <a:moveTo>
                  <a:pt x="3934423" y="3197035"/>
                </a:moveTo>
                <a:lnTo>
                  <a:pt x="4951679" y="3197035"/>
                </a:lnTo>
                <a:lnTo>
                  <a:pt x="7942928" y="6188315"/>
                </a:lnTo>
                <a:lnTo>
                  <a:pt x="5908468" y="6188315"/>
                </a:lnTo>
                <a:lnTo>
                  <a:pt x="3934423" y="4214291"/>
                </a:lnTo>
                <a:close/>
                <a:moveTo>
                  <a:pt x="2757360" y="3197035"/>
                </a:moveTo>
                <a:lnTo>
                  <a:pt x="3774586" y="3197035"/>
                </a:lnTo>
                <a:lnTo>
                  <a:pt x="3774586" y="4214291"/>
                </a:lnTo>
                <a:lnTo>
                  <a:pt x="1800562" y="6188315"/>
                </a:lnTo>
                <a:lnTo>
                  <a:pt x="0" y="6188315"/>
                </a:lnTo>
                <a:lnTo>
                  <a:pt x="0" y="5954396"/>
                </a:lnTo>
                <a:close/>
                <a:moveTo>
                  <a:pt x="7763137" y="0"/>
                </a:moveTo>
                <a:lnTo>
                  <a:pt x="7989178" y="0"/>
                </a:lnTo>
                <a:lnTo>
                  <a:pt x="4951948" y="3037229"/>
                </a:lnTo>
                <a:lnTo>
                  <a:pt x="4725908" y="3037229"/>
                </a:lnTo>
                <a:close/>
                <a:moveTo>
                  <a:pt x="7310878" y="0"/>
                </a:moveTo>
                <a:lnTo>
                  <a:pt x="7536918" y="0"/>
                </a:lnTo>
                <a:lnTo>
                  <a:pt x="4499686" y="3037231"/>
                </a:lnTo>
                <a:lnTo>
                  <a:pt x="4273647" y="3037231"/>
                </a:lnTo>
                <a:close/>
                <a:moveTo>
                  <a:pt x="6858644" y="0"/>
                </a:moveTo>
                <a:lnTo>
                  <a:pt x="7084689" y="0"/>
                </a:lnTo>
                <a:lnTo>
                  <a:pt x="4047458" y="3037229"/>
                </a:lnTo>
                <a:lnTo>
                  <a:pt x="3934423" y="3037229"/>
                </a:lnTo>
                <a:lnTo>
                  <a:pt x="3934423" y="2924196"/>
                </a:lnTo>
                <a:close/>
                <a:moveTo>
                  <a:pt x="6406357" y="0"/>
                </a:moveTo>
                <a:lnTo>
                  <a:pt x="6632427" y="0"/>
                </a:lnTo>
                <a:lnTo>
                  <a:pt x="3934423" y="2698004"/>
                </a:lnTo>
                <a:lnTo>
                  <a:pt x="3934423" y="2471934"/>
                </a:lnTo>
                <a:close/>
                <a:moveTo>
                  <a:pt x="5954117" y="0"/>
                </a:moveTo>
                <a:lnTo>
                  <a:pt x="6180169" y="0"/>
                </a:lnTo>
                <a:lnTo>
                  <a:pt x="3934423" y="2245745"/>
                </a:lnTo>
                <a:lnTo>
                  <a:pt x="3934423" y="2019675"/>
                </a:lnTo>
                <a:close/>
                <a:moveTo>
                  <a:pt x="0" y="0"/>
                </a:moveTo>
                <a:lnTo>
                  <a:pt x="1754615" y="0"/>
                </a:lnTo>
                <a:lnTo>
                  <a:pt x="3774589" y="2019974"/>
                </a:lnTo>
                <a:lnTo>
                  <a:pt x="3774589" y="3037231"/>
                </a:lnTo>
                <a:lnTo>
                  <a:pt x="2757363" y="3037231"/>
                </a:lnTo>
                <a:lnTo>
                  <a:pt x="0" y="279895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 w="1846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>
              <a:latin typeface="Inter-Bold" panose="02000803000000020004" pitchFamily="50" charset="0"/>
            </a:endParaRPr>
          </a:p>
        </p:txBody>
      </p:sp>
      <p:pic>
        <p:nvPicPr>
          <p:cNvPr id="49" name="Graphique 48">
            <a:extLst>
              <a:ext uri="{FF2B5EF4-FFF2-40B4-BE49-F238E27FC236}">
                <a16:creationId xmlns:a16="http://schemas.microsoft.com/office/drawing/2014/main" id="{45D35051-E602-4C35-AC0B-D8B3D0445AD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50273" y="6442860"/>
            <a:ext cx="294582" cy="294582"/>
          </a:xfrm>
          <a:prstGeom prst="rect">
            <a:avLst/>
          </a:prstGeom>
        </p:spPr>
      </p:pic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82193DCD-EF22-8149-86F6-46A750DFD41F}"/>
              </a:ext>
            </a:extLst>
          </p:cNvPr>
          <p:cNvSpPr txBox="1">
            <a:spLocks/>
          </p:cNvSpPr>
          <p:nvPr userDrawn="1"/>
        </p:nvSpPr>
        <p:spPr>
          <a:xfrm>
            <a:off x="1" y="6417896"/>
            <a:ext cx="5533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fr-FR"/>
            </a:defPPr>
            <a:lvl1pPr>
              <a:defRPr sz="800" b="1" spc="100" baseline="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fld id="{E131BF3F-52DC-45AE-BE17-ED4D9083521C}" type="slidenum">
              <a:rPr lang="en-US" noProof="0" smtClean="0">
                <a:latin typeface="Inter-Bold" panose="02000803000000020004" pitchFamily="50" charset="0"/>
              </a:rPr>
              <a:pPr lvl="0" algn="ctr"/>
              <a:t>‹N°›</a:t>
            </a:fld>
            <a:endParaRPr lang="en-US" noProof="0">
              <a:latin typeface="Inter-Bold" panose="02000803000000020004" pitchFamily="50" charset="0"/>
            </a:endParaRPr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33A3C7F9-8D04-48E8-B182-1741AD522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7564" y="6417896"/>
            <a:ext cx="7536874" cy="365125"/>
          </a:xfrm>
        </p:spPr>
        <p:txBody>
          <a:bodyPr/>
          <a:lstStyle>
            <a:lvl1pPr>
              <a:defRPr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069B2BF2-FC23-4E82-AB99-0C529A2C6393}"/>
              </a:ext>
            </a:extLst>
          </p:cNvPr>
          <p:cNvSpPr txBox="1"/>
          <p:nvPr userDrawn="1"/>
        </p:nvSpPr>
        <p:spPr>
          <a:xfrm rot="16200000">
            <a:off x="11434516" y="3351303"/>
            <a:ext cx="12746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1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11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255289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3941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6.xml"/><Relationship Id="rId26" Type="http://schemas.openxmlformats.org/officeDocument/2006/relationships/slideLayout" Target="../slideLayouts/slideLayout64.xml"/><Relationship Id="rId39" Type="http://schemas.openxmlformats.org/officeDocument/2006/relationships/tags" Target="../tags/tag1.xml"/><Relationship Id="rId21" Type="http://schemas.openxmlformats.org/officeDocument/2006/relationships/slideLayout" Target="../slideLayouts/slideLayout59.xml"/><Relationship Id="rId34" Type="http://schemas.openxmlformats.org/officeDocument/2006/relationships/slideLayout" Target="../slideLayouts/slideLayout72.xml"/><Relationship Id="rId7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slideLayout" Target="../slideLayouts/slideLayout58.xml"/><Relationship Id="rId29" Type="http://schemas.openxmlformats.org/officeDocument/2006/relationships/slideLayout" Target="../slideLayouts/slideLayout67.xml"/><Relationship Id="rId41" Type="http://schemas.openxmlformats.org/officeDocument/2006/relationships/image" Target="../media/image21.emf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24" Type="http://schemas.openxmlformats.org/officeDocument/2006/relationships/slideLayout" Target="../slideLayouts/slideLayout62.xml"/><Relationship Id="rId32" Type="http://schemas.openxmlformats.org/officeDocument/2006/relationships/slideLayout" Target="../slideLayouts/slideLayout70.xml"/><Relationship Id="rId37" Type="http://schemas.openxmlformats.org/officeDocument/2006/relationships/slideLayout" Target="../slideLayouts/slideLayout75.xml"/><Relationship Id="rId40" Type="http://schemas.openxmlformats.org/officeDocument/2006/relationships/oleObject" Target="../embeddings/oleObject1.bin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23" Type="http://schemas.openxmlformats.org/officeDocument/2006/relationships/slideLayout" Target="../slideLayouts/slideLayout61.xml"/><Relationship Id="rId28" Type="http://schemas.openxmlformats.org/officeDocument/2006/relationships/slideLayout" Target="../slideLayouts/slideLayout66.xml"/><Relationship Id="rId36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7.xml"/><Relationship Id="rId31" Type="http://schemas.openxmlformats.org/officeDocument/2006/relationships/slideLayout" Target="../slideLayouts/slideLayout69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60.xml"/><Relationship Id="rId27" Type="http://schemas.openxmlformats.org/officeDocument/2006/relationships/slideLayout" Target="../slideLayouts/slideLayout65.xml"/><Relationship Id="rId30" Type="http://schemas.openxmlformats.org/officeDocument/2006/relationships/slideLayout" Target="../slideLayouts/slideLayout68.xml"/><Relationship Id="rId35" Type="http://schemas.openxmlformats.org/officeDocument/2006/relationships/slideLayout" Target="../slideLayouts/slideLayout73.xml"/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5" Type="http://schemas.openxmlformats.org/officeDocument/2006/relationships/slideLayout" Target="../slideLayouts/slideLayout63.xml"/><Relationship Id="rId33" Type="http://schemas.openxmlformats.org/officeDocument/2006/relationships/slideLayout" Target="../slideLayouts/slideLayout71.xml"/><Relationship Id="rId3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643BD2D-A388-4FEA-B1DD-C7F8E34C5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CF4CA41-F901-4007-92E2-E5060E024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err="1"/>
              <a:t>Cliquez</a:t>
            </a:r>
            <a:r>
              <a:rPr lang="en-US" noProof="0"/>
              <a:t> pour modifier les styles du </a:t>
            </a:r>
            <a:r>
              <a:rPr lang="en-US" noProof="0" err="1"/>
              <a:t>texte</a:t>
            </a:r>
            <a:r>
              <a:rPr lang="en-US" noProof="0"/>
              <a:t> du masque</a:t>
            </a:r>
          </a:p>
          <a:p>
            <a:pPr lvl="1"/>
            <a:r>
              <a:rPr lang="en-US" noProof="0" err="1"/>
              <a:t>Deuxième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2"/>
            <a:r>
              <a:rPr lang="en-US" noProof="0" err="1"/>
              <a:t>Troisième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3"/>
            <a:r>
              <a:rPr lang="en-US" noProof="0" err="1"/>
              <a:t>Quatrième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4"/>
            <a:r>
              <a:rPr lang="en-US" noProof="0" err="1"/>
              <a:t>Cinquième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F3CD3F-4075-48BB-B5F5-A7E6234FA5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F1C070-11E6-4D91-AEAE-1D10391126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91CACD-577A-43A0-88CF-D3E8E4C3F6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E131BF3F-52DC-45AE-BE17-ED4D9083521C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5BC1C5-EA48-45A2-9F65-DE54E11B6DF0}"/>
              </a:ext>
            </a:extLst>
          </p:cNvPr>
          <p:cNvSpPr txBox="1"/>
          <p:nvPr userDrawn="1"/>
        </p:nvSpPr>
        <p:spPr>
          <a:xfrm rot="16200000">
            <a:off x="11434516" y="3374386"/>
            <a:ext cx="12746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8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4560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681" r:id="rId3"/>
    <p:sldLayoutId id="2147483698" r:id="rId4"/>
    <p:sldLayoutId id="2147483660" r:id="rId5"/>
    <p:sldLayoutId id="2147483663" r:id="rId6"/>
    <p:sldLayoutId id="2147483683" r:id="rId7"/>
    <p:sldLayoutId id="2147483691" r:id="rId8"/>
    <p:sldLayoutId id="2147483677" r:id="rId9"/>
    <p:sldLayoutId id="2147483672" r:id="rId10"/>
    <p:sldLayoutId id="2147483708" r:id="rId11"/>
    <p:sldLayoutId id="2147483699" r:id="rId12"/>
    <p:sldLayoutId id="2147483710" r:id="rId13"/>
    <p:sldLayoutId id="2147483662" r:id="rId14"/>
    <p:sldLayoutId id="2147483666" r:id="rId15"/>
    <p:sldLayoutId id="2147483714" r:id="rId16"/>
    <p:sldLayoutId id="2147483717" r:id="rId17"/>
    <p:sldLayoutId id="2147483711" r:id="rId18"/>
    <p:sldLayoutId id="2147483673" r:id="rId19"/>
    <p:sldLayoutId id="2147483704" r:id="rId20"/>
    <p:sldLayoutId id="2147483703" r:id="rId21"/>
    <p:sldLayoutId id="2147483701" r:id="rId22"/>
    <p:sldLayoutId id="2147483702" r:id="rId23"/>
    <p:sldLayoutId id="2147483700" r:id="rId24"/>
    <p:sldLayoutId id="2147483760" r:id="rId25"/>
    <p:sldLayoutId id="2147483715" r:id="rId26"/>
    <p:sldLayoutId id="2147483720" r:id="rId27"/>
    <p:sldLayoutId id="2147483718" r:id="rId28"/>
    <p:sldLayoutId id="2147483719" r:id="rId29"/>
    <p:sldLayoutId id="2147483709" r:id="rId30"/>
    <p:sldLayoutId id="2147483694" r:id="rId31"/>
    <p:sldLayoutId id="2147483695" r:id="rId32"/>
    <p:sldLayoutId id="2147483713" r:id="rId33"/>
    <p:sldLayoutId id="2147483665" r:id="rId34"/>
    <p:sldLayoutId id="2147483696" r:id="rId35"/>
    <p:sldLayoutId id="2147483705" r:id="rId36"/>
    <p:sldLayoutId id="2147483669" r:id="rId37"/>
    <p:sldLayoutId id="2147483668" r:id="rId38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Inter-Bold" panose="02000803000000020004" pitchFamily="50" charset="0"/>
          <a:ea typeface="Inter-Bold" panose="02000803000000020004" pitchFamily="50" charset="0"/>
          <a:cs typeface="Inter-Bold" panose="02000803000000020004" pitchFamily="5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60000"/>
        <a:buFont typeface="Courier New" panose="02070309020205020404" pitchFamily="49" charset="0"/>
        <a:buChar char="o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7B49E237-180F-18F1-57CB-9633E7628A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9"/>
            </p:custDataLst>
            <p:extLst>
              <p:ext uri="{D42A27DB-BD31-4B8C-83A1-F6EECF244321}">
                <p14:modId xmlns:p14="http://schemas.microsoft.com/office/powerpoint/2010/main" val="28258090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0" imgW="473" imgH="473" progId="TCLayout.ActiveDocument.1">
                  <p:embed/>
                </p:oleObj>
              </mc:Choice>
              <mc:Fallback>
                <p:oleObj name="Diapositive think-cell" r:id="rId40" imgW="473" imgH="473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7B49E237-180F-18F1-57CB-9633E7628A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643BD2D-A388-4FEA-B1DD-C7F8E34C5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err="1"/>
              <a:t>Modifiez</a:t>
            </a:r>
            <a:r>
              <a:rPr lang="en-US" noProof="0"/>
              <a:t> le style du </a:t>
            </a:r>
            <a:r>
              <a:rPr lang="en-US" noProof="0" err="1"/>
              <a:t>titre</a:t>
            </a:r>
            <a:endParaRPr lang="en-US" noProof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CF4CA41-F901-4007-92E2-E5060E024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err="1"/>
              <a:t>Cliquez</a:t>
            </a:r>
            <a:r>
              <a:rPr lang="en-US" noProof="0"/>
              <a:t> pour modifier les styles du </a:t>
            </a:r>
            <a:r>
              <a:rPr lang="en-US" noProof="0" err="1"/>
              <a:t>texte</a:t>
            </a:r>
            <a:r>
              <a:rPr lang="en-US" noProof="0"/>
              <a:t> du masque</a:t>
            </a:r>
          </a:p>
          <a:p>
            <a:pPr lvl="1"/>
            <a:r>
              <a:rPr lang="en-US" noProof="0" err="1"/>
              <a:t>Deuxième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2"/>
            <a:r>
              <a:rPr lang="en-US" noProof="0" err="1"/>
              <a:t>Troisième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3"/>
            <a:r>
              <a:rPr lang="en-US" noProof="0" err="1"/>
              <a:t>Quatrième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4"/>
            <a:r>
              <a:rPr lang="en-US" noProof="0" err="1"/>
              <a:t>Cinquième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F3CD3F-4075-48BB-B5F5-A7E6234FA5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F1C070-11E6-4D91-AEAE-1D10391126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en-US"/>
              <a:t>SQLI Group presentation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91CACD-577A-43A0-88CF-D3E8E4C3F6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fld id="{E131BF3F-52DC-45AE-BE17-ED4D9083521C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5BC1C5-EA48-45A2-9F65-DE54E11B6DF0}"/>
              </a:ext>
            </a:extLst>
          </p:cNvPr>
          <p:cNvSpPr txBox="1"/>
          <p:nvPr userDrawn="1"/>
        </p:nvSpPr>
        <p:spPr>
          <a:xfrm rot="16200000">
            <a:off x="11434516" y="3374386"/>
            <a:ext cx="12746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b="0" kern="1200" cap="all" spc="100" baseline="0">
                <a:solidFill>
                  <a:schemeClr val="tx1"/>
                </a:solidFill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C1-interne</a:t>
            </a:r>
            <a:endParaRPr lang="en-US" sz="800" b="0" kern="1200" cap="all" spc="100" baseline="0">
              <a:solidFill>
                <a:schemeClr val="tx1"/>
              </a:solidFill>
              <a:latin typeface="Arial Nova Cond" panose="020B0506020202020204" pitchFamily="34" charset="0"/>
              <a:ea typeface="Inter-Bold" panose="02000803000000020004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1256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  <p:sldLayoutId id="2147483779" r:id="rId18"/>
    <p:sldLayoutId id="2147483780" r:id="rId19"/>
    <p:sldLayoutId id="2147483781" r:id="rId20"/>
    <p:sldLayoutId id="2147483782" r:id="rId21"/>
    <p:sldLayoutId id="2147483783" r:id="rId22"/>
    <p:sldLayoutId id="2147483784" r:id="rId23"/>
    <p:sldLayoutId id="2147483785" r:id="rId24"/>
    <p:sldLayoutId id="2147483786" r:id="rId25"/>
    <p:sldLayoutId id="2147483787" r:id="rId26"/>
    <p:sldLayoutId id="2147483788" r:id="rId27"/>
    <p:sldLayoutId id="2147483789" r:id="rId28"/>
    <p:sldLayoutId id="2147483790" r:id="rId29"/>
    <p:sldLayoutId id="2147483791" r:id="rId30"/>
    <p:sldLayoutId id="2147483792" r:id="rId31"/>
    <p:sldLayoutId id="2147483793" r:id="rId32"/>
    <p:sldLayoutId id="2147483794" r:id="rId33"/>
    <p:sldLayoutId id="2147483795" r:id="rId34"/>
    <p:sldLayoutId id="2147483796" r:id="rId35"/>
    <p:sldLayoutId id="2147483797" r:id="rId36"/>
    <p:sldLayoutId id="2147483798" r:id="rId37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 Nova Cond" panose="020B0506020202020204" pitchFamily="34" charset="0"/>
          <a:ea typeface="Inter-Bold" panose="02000803000000020004" pitchFamily="50" charset="0"/>
          <a:cs typeface="Inter-Bold" panose="02000803000000020004" pitchFamily="5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 Nova Cond" panose="020B0506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60000"/>
        <a:buFont typeface="Courier New" panose="02070309020205020404" pitchFamily="49" charset="0"/>
        <a:buChar char="o"/>
        <a:defRPr sz="1100" kern="1200">
          <a:solidFill>
            <a:schemeClr val="tx1"/>
          </a:solidFill>
          <a:latin typeface="Arial Nova Cond" panose="020B0506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Arial Nova Cond" panose="020B0506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Arial Nova Cond" panose="020B0506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2.xml"/><Relationship Id="rId6" Type="http://schemas.openxmlformats.org/officeDocument/2006/relationships/image" Target="../media/image22.png"/><Relationship Id="rId5" Type="http://schemas.openxmlformats.org/officeDocument/2006/relationships/image" Target="../media/image15.png"/><Relationship Id="rId4" Type="http://schemas.openxmlformats.org/officeDocument/2006/relationships/image" Target="../media/image21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NULL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NULL" TargetMode="Externa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5.xml"/><Relationship Id="rId4" Type="http://schemas.openxmlformats.org/officeDocument/2006/relationships/hyperlink" Target="https://sqli468.sharepoint.com/sites/DELIVERY-REPOSITORY/SitePages/News-0014-FR-EN-PricingTemplateV24.aspx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D718CEE-6E14-4BF4-AEA4-D59705D5D2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60336" y="2844799"/>
            <a:ext cx="8941607" cy="1019261"/>
          </a:xfrm>
        </p:spPr>
        <p:txBody>
          <a:bodyPr anchor="ctr"/>
          <a:lstStyle/>
          <a:p>
            <a:r>
              <a:rPr lang="en-US" sz="2800">
                <a:latin typeface="Poppins Light" panose="00000400000000000000" pitchFamily="2" charset="0"/>
                <a:cs typeface="Poppins Light" panose="00000400000000000000" pitchFamily="2" charset="0"/>
              </a:rPr>
              <a:t>Client:</a:t>
            </a:r>
            <a:r>
              <a:rPr lang="en-US" sz="2800"/>
              <a:t> Company Name</a:t>
            </a:r>
          </a:p>
          <a:p>
            <a:r>
              <a:rPr lang="en-US" sz="2800">
                <a:latin typeface="Poppins Light" panose="00000400000000000000" pitchFamily="2" charset="0"/>
                <a:cs typeface="Poppins Light" panose="00000400000000000000" pitchFamily="2" charset="0"/>
              </a:rPr>
              <a:t>Project:</a:t>
            </a:r>
            <a:r>
              <a:rPr lang="en-US" sz="2800"/>
              <a:t> Project Name</a:t>
            </a:r>
            <a:endParaRPr lang="en-US" sz="2400">
              <a:solidFill>
                <a:srgbClr val="9AC0C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53D1FFBF-AFC6-47E9-9946-B3349230F2FA}"/>
              </a:ext>
            </a:extLst>
          </p:cNvPr>
          <p:cNvSpPr txBox="1"/>
          <p:nvPr/>
        </p:nvSpPr>
        <p:spPr>
          <a:xfrm rot="16200000">
            <a:off x="11434516" y="3374386"/>
            <a:ext cx="1274618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  <a:endParaRPr lang="en-US" sz="800" b="0" kern="1200" cap="all" spc="100" baseline="0">
              <a:solidFill>
                <a:schemeClr val="tx1"/>
              </a:solidFill>
              <a:latin typeface="+mn-lt"/>
              <a:ea typeface="Inter-Bold" panose="02000803000000020004" pitchFamily="50" charset="0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B1B693-0087-4C95-B216-C519745D4DAD}"/>
              </a:ext>
            </a:extLst>
          </p:cNvPr>
          <p:cNvSpPr/>
          <p:nvPr/>
        </p:nvSpPr>
        <p:spPr>
          <a:xfrm>
            <a:off x="1239359" y="3885426"/>
            <a:ext cx="997111" cy="83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261AA56-C519-161E-6FE6-F57436DF6FAB}"/>
              </a:ext>
            </a:extLst>
          </p:cNvPr>
          <p:cNvSpPr txBox="1">
            <a:spLocks/>
          </p:cNvSpPr>
          <p:nvPr/>
        </p:nvSpPr>
        <p:spPr>
          <a:xfrm>
            <a:off x="1160336" y="4360200"/>
            <a:ext cx="8941607" cy="6887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7800" i="0" kern="1200" cap="all" baseline="0">
                <a:solidFill>
                  <a:schemeClr val="bg1"/>
                </a:solidFill>
                <a:latin typeface="+mj-lt"/>
                <a:ea typeface="Inter-Bold" panose="02000803000000020004" pitchFamily="50" charset="0"/>
                <a:cs typeface="Inter-Bold" panose="02000803000000020004" pitchFamily="50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60000"/>
              <a:buFont typeface="Courier New" panose="02070309020205020404" pitchFamily="49" charset="0"/>
              <a:buChar char="o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solidFill>
                  <a:srgbClr val="9AC0C1"/>
                </a:solidFill>
              </a:rPr>
              <a:t>DEAL REVIEW </a:t>
            </a:r>
            <a:r>
              <a:rPr lang="en-US" sz="2400">
                <a:solidFill>
                  <a:srgbClr val="9AC0C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V.2.0 | YYYYMMDD</a:t>
            </a:r>
          </a:p>
        </p:txBody>
      </p:sp>
    </p:spTree>
    <p:extLst>
      <p:ext uri="{BB962C8B-B14F-4D97-AF65-F5344CB8AC3E}">
        <p14:creationId xmlns:p14="http://schemas.microsoft.com/office/powerpoint/2010/main" val="4233917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Objet 17" hidden="1">
            <a:extLst>
              <a:ext uri="{FF2B5EF4-FFF2-40B4-BE49-F238E27FC236}">
                <a16:creationId xmlns:a16="http://schemas.microsoft.com/office/drawing/2014/main" id="{5400EAA0-78E8-DAFF-8C11-FF67719064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473" imgH="473" progId="TCLayout.ActiveDocument.1">
                  <p:embed/>
                </p:oleObj>
              </mc:Choice>
              <mc:Fallback>
                <p:oleObj name="Diapositive think-cell" r:id="rId3" imgW="473" imgH="473" progId="TCLayout.ActiveDocument.1">
                  <p:embed/>
                  <p:pic>
                    <p:nvPicPr>
                      <p:cNvPr id="18" name="Objet 17" hidden="1">
                        <a:extLst>
                          <a:ext uri="{FF2B5EF4-FFF2-40B4-BE49-F238E27FC236}">
                            <a16:creationId xmlns:a16="http://schemas.microsoft.com/office/drawing/2014/main" id="{5400EAA0-78E8-DAFF-8C11-FF67719064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5B14E-2243-4366-B539-DA1B8EE0CC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2733" y="411072"/>
            <a:ext cx="10508730" cy="624772"/>
          </a:xfrm>
        </p:spPr>
        <p:txBody>
          <a:bodyPr/>
          <a:lstStyle/>
          <a:p>
            <a:r>
              <a:rPr lang="en-CH" sz="2800"/>
              <a:t>PLEASE READ</a:t>
            </a: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2391B6E5-3CAE-479A-9AE7-0BF92F083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225397" y="3246437"/>
            <a:ext cx="5010150" cy="365125"/>
          </a:xfrm>
        </p:spPr>
        <p:txBody>
          <a:bodyPr/>
          <a:lstStyle/>
          <a:p>
            <a:r>
              <a:rPr lang="en-CH"/>
              <a:t>SALES PROCESS V.4.0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C0E7281-8199-4B78-B94B-45C1C0693AEB}"/>
              </a:ext>
            </a:extLst>
          </p:cNvPr>
          <p:cNvSpPr txBox="1"/>
          <p:nvPr/>
        </p:nvSpPr>
        <p:spPr>
          <a:xfrm>
            <a:off x="1192733" y="838963"/>
            <a:ext cx="5666936" cy="3969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  <a:buClr>
                <a:schemeClr val="accent4"/>
              </a:buClr>
              <a:buSzPct val="140000"/>
            </a:pPr>
            <a:r>
              <a:rPr lang="en-CH" cap="all">
                <a:solidFill>
                  <a:schemeClr val="accent1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SOME IMPORTANT INFORMATION BEFORE START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C74EFEC-0D12-DDBC-789E-E3F36CF9C167}"/>
              </a:ext>
            </a:extLst>
          </p:cNvPr>
          <p:cNvSpPr txBox="1"/>
          <p:nvPr/>
        </p:nvSpPr>
        <p:spPr>
          <a:xfrm>
            <a:off x="1192733" y="1530073"/>
            <a:ext cx="10508729" cy="329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Clr>
                <a:schemeClr val="accent4"/>
              </a:buClr>
              <a:buSzPct val="140000"/>
              <a:buBlip>
                <a:blip r:embed="rId5"/>
              </a:buBlip>
            </a:pPr>
            <a:r>
              <a:rPr lang="en-CH" sz="1300" b="1">
                <a:latin typeface="Arial Nova Cond" panose="020B0506020202020204" pitchFamily="34" charset="0"/>
                <a:ea typeface="Inter-Bold" panose="02000803000000020004" pitchFamily="50" charset="0"/>
              </a:rPr>
              <a:t>Please refer to the document named </a:t>
            </a:r>
            <a:r>
              <a:rPr lang="en-CH" sz="1300" b="1" i="1">
                <a:latin typeface="Arial Nova Cond" panose="020B0506020202020204" pitchFamily="34" charset="0"/>
                <a:ea typeface="Inter-Bold" panose="02000803000000020004" pitchFamily="50" charset="0"/>
              </a:rPr>
              <a:t>Understand-The-Sales-Process-V4</a:t>
            </a:r>
            <a:r>
              <a:rPr lang="en-CH" sz="1300" b="1">
                <a:latin typeface="Arial Nova Cond" panose="020B0506020202020204" pitchFamily="34" charset="0"/>
                <a:ea typeface="Inter-Bold" panose="02000803000000020004" pitchFamily="50" charset="0"/>
              </a:rPr>
              <a:t> to learn more about this key phase of the Sales Process</a:t>
            </a:r>
            <a:br>
              <a:rPr lang="en-CH" sz="1300" b="1">
                <a:latin typeface="Arial Nova Cond" panose="020B0506020202020204" pitchFamily="34" charset="0"/>
                <a:ea typeface="Inter-Bold" panose="02000803000000020004" pitchFamily="50" charset="0"/>
              </a:rPr>
            </a:br>
            <a:r>
              <a:rPr lang="en-CH" sz="1300" b="1">
                <a:latin typeface="Arial Nova Cond" panose="020B0506020202020204" pitchFamily="34" charset="0"/>
                <a:ea typeface="Inter-Bold" panose="02000803000000020004" pitchFamily="50" charset="0"/>
              </a:rPr>
              <a:t>Please note that Delivery Managers remain at your disposal in case you have any questions related to the Sales Process</a:t>
            </a:r>
            <a:br>
              <a:rPr lang="en-CH" sz="1400" b="1">
                <a:latin typeface="Arial Nova Cond" panose="020B0506020202020204" pitchFamily="34" charset="0"/>
                <a:ea typeface="Inter-Bold" panose="02000803000000020004" pitchFamily="50" charset="0"/>
              </a:rPr>
            </a:b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Merci de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vous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référer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au document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intitulé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Understand-The-Sales-Process-V4 pour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en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savoir plus sur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cette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phase clef du process</a:t>
            </a:r>
            <a:b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</a:b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Nous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vous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rappelons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que les Delivery Managers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sont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à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votre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écoute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pour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toutes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vos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questions relatives au process</a:t>
            </a:r>
          </a:p>
          <a:p>
            <a:pPr marL="228600" indent="-22860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Clr>
                <a:schemeClr val="accent4"/>
              </a:buClr>
              <a:buSzPct val="140000"/>
              <a:buBlip>
                <a:blip r:embed="rId5"/>
              </a:buBlip>
            </a:pPr>
            <a:r>
              <a:rPr lang="en-CH" sz="1300" b="1">
                <a:latin typeface="Arial Nova Cond" panose="020B0506020202020204" pitchFamily="34" charset="0"/>
                <a:ea typeface="Inter-Bold" panose="02000803000000020004" pitchFamily="50" charset="0"/>
              </a:rPr>
              <a:t>This phase </a:t>
            </a:r>
            <a:r>
              <a:rPr lang="en-CH" sz="1300" b="1" i="1">
                <a:latin typeface="Arial Nova Cond" panose="020B0506020202020204" pitchFamily="34" charset="0"/>
                <a:ea typeface="Inter-Bold" panose="02000803000000020004" pitchFamily="50" charset="0"/>
              </a:rPr>
              <a:t>Offer</a:t>
            </a:r>
            <a:r>
              <a:rPr lang="en-CH" sz="1300" b="1">
                <a:latin typeface="Arial Nova Cond" panose="020B0506020202020204" pitchFamily="34" charset="0"/>
                <a:ea typeface="Inter-Bold" panose="02000803000000020004" pitchFamily="50" charset="0"/>
              </a:rPr>
              <a:t> of the Sales Process is mandatory for SQLI to validate the proposal and confirm the sending to the customer</a:t>
            </a:r>
            <a:br>
              <a:rPr lang="en-CH" sz="1400" b="1">
                <a:latin typeface="Arial Nova Cond" panose="020B0506020202020204" pitchFamily="34" charset="0"/>
                <a:ea typeface="Inter-Bold" panose="02000803000000020004" pitchFamily="50" charset="0"/>
              </a:rPr>
            </a:b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Cette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phase Offer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est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obligatoire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pour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valider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l’ultime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proposition et acter son envoi au client</a:t>
            </a:r>
          </a:p>
          <a:p>
            <a:pPr marL="228600" indent="-22860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Clr>
                <a:schemeClr val="accent4"/>
              </a:buClr>
              <a:buSzPct val="140000"/>
              <a:buBlip>
                <a:blip r:embed="rId5"/>
              </a:buBlip>
            </a:pPr>
            <a:r>
              <a:rPr lang="en-CH" sz="1300" b="1">
                <a:latin typeface="Arial Nova Cond" panose="020B0506020202020204" pitchFamily="34" charset="0"/>
                <a:ea typeface="Inter-Bold" panose="02000803000000020004" pitchFamily="50" charset="0"/>
              </a:rPr>
              <a:t>You can add slides and rearrange questions/answers on several slides to fit your content but please do not remove any questions</a:t>
            </a:r>
            <a:br>
              <a:rPr lang="en-CH" sz="1400" b="1">
                <a:latin typeface="Arial Nova Cond" panose="020B0506020202020204" pitchFamily="34" charset="0"/>
                <a:ea typeface="Inter-Bold" panose="02000803000000020004" pitchFamily="50" charset="0"/>
              </a:rPr>
            </a:b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Vous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pouvez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rajouter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des slides et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réorganiser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si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besoin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les questions/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réponses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sur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plusieurs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slides,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mais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merci de ne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supprimer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aucune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des questions</a:t>
            </a:r>
          </a:p>
          <a:p>
            <a:pPr marL="228600" indent="-22860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Clr>
                <a:schemeClr val="accent4"/>
              </a:buClr>
              <a:buSzPct val="140000"/>
              <a:buBlip>
                <a:blip r:embed="rId5"/>
              </a:buBlip>
            </a:pPr>
            <a:r>
              <a:rPr lang="en-CH" sz="1300" b="1">
                <a:latin typeface="Arial Nova Cond" panose="020B0506020202020204" pitchFamily="34" charset="0"/>
                <a:ea typeface="Inter-Bold" panose="02000803000000020004" pitchFamily="50" charset="0"/>
              </a:rPr>
              <a:t>« Recommended » tagged slides are not optional ones: if questions are relevant according to the context or if you have answers, please complete</a:t>
            </a:r>
            <a:b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</a:b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Les slides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taggués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Recommended ne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sont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pas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optionnels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: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si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vous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ls questions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sont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pertinentes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dans le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contexte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du bid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ou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si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vous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avez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les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réponses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idoines</a:t>
            </a:r>
            <a:r>
              <a:rPr lang="en-CH" sz="1200" i="1">
                <a:latin typeface="Arial Nova Cond" panose="020B0506020202020204" pitchFamily="34" charset="0"/>
                <a:ea typeface="Inter-Bold" panose="02000803000000020004" pitchFamily="50" charset="0"/>
              </a:rPr>
              <a:t>, merci de </a:t>
            </a:r>
            <a:r>
              <a:rPr lang="en-CH" sz="1200" i="1" err="1">
                <a:latin typeface="Arial Nova Cond" panose="020B0506020202020204" pitchFamily="34" charset="0"/>
                <a:ea typeface="Inter-Bold" panose="02000803000000020004" pitchFamily="50" charset="0"/>
              </a:rPr>
              <a:t>compléter</a:t>
            </a:r>
            <a:endParaRPr lang="en-CH" sz="1200" i="1">
              <a:latin typeface="Arial Nova Cond" panose="020B0506020202020204" pitchFamily="34" charset="0"/>
              <a:ea typeface="Inter-Bold" panose="02000803000000020004" pitchFamily="50" charset="0"/>
            </a:endParaRPr>
          </a:p>
        </p:txBody>
      </p:sp>
      <p:pic>
        <p:nvPicPr>
          <p:cNvPr id="24" name="Picture 28" descr="Solution - Icônes divers gratuites">
            <a:extLst>
              <a:ext uri="{FF2B5EF4-FFF2-40B4-BE49-F238E27FC236}">
                <a16:creationId xmlns:a16="http://schemas.microsoft.com/office/drawing/2014/main" id="{2B889B54-E23D-4B04-DC39-4B98D4104F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616" y="338472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B417E4CA-B277-ACAA-9CC9-4828F005EA89}"/>
              </a:ext>
            </a:extLst>
          </p:cNvPr>
          <p:cNvSpPr txBox="1"/>
          <p:nvPr/>
        </p:nvSpPr>
        <p:spPr>
          <a:xfrm>
            <a:off x="4434302" y="5441632"/>
            <a:ext cx="402558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H" sz="1400" b="1">
                <a:solidFill>
                  <a:schemeClr val="accent2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That said, it’s now your turn to play and win!</a:t>
            </a:r>
          </a:p>
          <a:p>
            <a:r>
              <a:rPr lang="en-CH" sz="1200" i="1" err="1">
                <a:solidFill>
                  <a:schemeClr val="accent2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Maintenant</a:t>
            </a:r>
            <a:r>
              <a:rPr lang="en-CH" sz="1200" i="1">
                <a:solidFill>
                  <a:schemeClr val="accent2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 que tout </a:t>
            </a:r>
            <a:r>
              <a:rPr lang="en-CH" sz="1200" i="1" err="1">
                <a:solidFill>
                  <a:schemeClr val="accent2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cela</a:t>
            </a:r>
            <a:r>
              <a:rPr lang="en-CH" sz="1200" i="1">
                <a:solidFill>
                  <a:schemeClr val="accent2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CH" sz="1200" i="1" err="1">
                <a:solidFill>
                  <a:schemeClr val="accent2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est</a:t>
            </a:r>
            <a:r>
              <a:rPr lang="en-CH" sz="1200" i="1">
                <a:solidFill>
                  <a:schemeClr val="accent2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en-CH" sz="1200" i="1" err="1">
                <a:solidFill>
                  <a:schemeClr val="accent2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dit</a:t>
            </a:r>
            <a:r>
              <a:rPr lang="en-CH" sz="1200" i="1">
                <a:solidFill>
                  <a:schemeClr val="accent2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, à </a:t>
            </a:r>
            <a:r>
              <a:rPr lang="en-CH" sz="1200" i="1" err="1">
                <a:solidFill>
                  <a:schemeClr val="accent2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vous</a:t>
            </a:r>
            <a:r>
              <a:rPr lang="en-CH" sz="1200" i="1">
                <a:solidFill>
                  <a:schemeClr val="accent2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 de </a:t>
            </a:r>
            <a:r>
              <a:rPr lang="en-CH" sz="1200" i="1" err="1">
                <a:solidFill>
                  <a:schemeClr val="accent2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jouer</a:t>
            </a:r>
            <a:r>
              <a:rPr lang="en-CH" sz="1200" i="1">
                <a:solidFill>
                  <a:schemeClr val="accent2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 et de </a:t>
            </a:r>
            <a:r>
              <a:rPr lang="en-CH" sz="1200" i="1" err="1">
                <a:solidFill>
                  <a:schemeClr val="accent2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gagner</a:t>
            </a:r>
            <a:r>
              <a:rPr lang="en-CH" sz="1200" i="1">
                <a:solidFill>
                  <a:schemeClr val="accent2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 !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F11D33A-A1CB-4881-A263-C78D612C8801}"/>
              </a:ext>
            </a:extLst>
          </p:cNvPr>
          <p:cNvSpPr txBox="1"/>
          <p:nvPr/>
        </p:nvSpPr>
        <p:spPr>
          <a:xfrm rot="16200000">
            <a:off x="11434516" y="3374386"/>
            <a:ext cx="1274618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sz="800" b="0" kern="1200" cap="all" spc="100" baseline="0">
                <a:solidFill>
                  <a:schemeClr val="tx1"/>
                </a:solidFill>
                <a:latin typeface="+mn-lt"/>
                <a:ea typeface="Inter-Bold" panose="02000803000000020004" pitchFamily="50" charset="0"/>
                <a:cs typeface="+mn-cs"/>
              </a:rPr>
              <a:t>C1-interne</a:t>
            </a:r>
          </a:p>
        </p:txBody>
      </p:sp>
    </p:spTree>
    <p:extLst>
      <p:ext uri="{BB962C8B-B14F-4D97-AF65-F5344CB8AC3E}">
        <p14:creationId xmlns:p14="http://schemas.microsoft.com/office/powerpoint/2010/main" val="3943731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0E6F05A-501D-1AEF-B94C-9110D14A2B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/>
              <a:t>SALES PROCESS</a:t>
            </a:r>
            <a:endParaRPr lang="en-US" sz="280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0F83DB-BDB0-5677-9865-770213909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SQLI Group PRESENTATION</a:t>
            </a:r>
          </a:p>
        </p:txBody>
      </p:sp>
      <p:sp>
        <p:nvSpPr>
          <p:cNvPr id="3" name="Flèche : pentagone 2">
            <a:extLst>
              <a:ext uri="{FF2B5EF4-FFF2-40B4-BE49-F238E27FC236}">
                <a16:creationId xmlns:a16="http://schemas.microsoft.com/office/drawing/2014/main" id="{82A82C85-2C96-B9D3-26DD-ECD0FB875CBA}"/>
              </a:ext>
            </a:extLst>
          </p:cNvPr>
          <p:cNvSpPr/>
          <p:nvPr/>
        </p:nvSpPr>
        <p:spPr>
          <a:xfrm>
            <a:off x="1683202" y="2313713"/>
            <a:ext cx="1846053" cy="482405"/>
          </a:xfrm>
          <a:prstGeom prst="homePlate">
            <a:avLst/>
          </a:prstGeom>
          <a:solidFill>
            <a:srgbClr val="CD31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fr-FR" sz="1200">
                <a:latin typeface="Arial Nova Cond" panose="020B0506020202020204" pitchFamily="34" charset="0"/>
              </a:rPr>
              <a:t>Business</a:t>
            </a:r>
          </a:p>
          <a:p>
            <a:pPr algn="ctr"/>
            <a:r>
              <a:rPr lang="fr-FR" sz="1200">
                <a:latin typeface="Arial Nova Cond" panose="020B0506020202020204" pitchFamily="34" charset="0"/>
              </a:rPr>
              <a:t>Qualification</a:t>
            </a:r>
          </a:p>
        </p:txBody>
      </p:sp>
      <p:sp>
        <p:nvSpPr>
          <p:cNvPr id="4" name="Flèche : chevron 3">
            <a:extLst>
              <a:ext uri="{FF2B5EF4-FFF2-40B4-BE49-F238E27FC236}">
                <a16:creationId xmlns:a16="http://schemas.microsoft.com/office/drawing/2014/main" id="{E200B458-EF44-94F8-AC76-71914044450F}"/>
              </a:ext>
            </a:extLst>
          </p:cNvPr>
          <p:cNvSpPr/>
          <p:nvPr/>
        </p:nvSpPr>
        <p:spPr>
          <a:xfrm>
            <a:off x="3323999" y="2313713"/>
            <a:ext cx="1846053" cy="482405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36000" rIns="36000" bIns="36000" rtlCol="0" anchor="ctr"/>
          <a:lstStyle/>
          <a:p>
            <a:pPr algn="ctr"/>
            <a:r>
              <a:rPr lang="fr-FR" sz="1200" err="1">
                <a:solidFill>
                  <a:schemeClr val="bg1"/>
                </a:solidFill>
                <a:latin typeface="Arial Nova Cond" panose="020B0506020202020204" pitchFamily="34" charset="0"/>
              </a:rPr>
              <a:t>Bid</a:t>
            </a:r>
            <a:r>
              <a:rPr lang="fr-FR" sz="1200">
                <a:solidFill>
                  <a:schemeClr val="bg1"/>
                </a:solidFill>
                <a:latin typeface="Arial Nova Cond" panose="020B0506020202020204" pitchFamily="34" charset="0"/>
              </a:rPr>
              <a:t> Reco.</a:t>
            </a:r>
          </a:p>
        </p:txBody>
      </p:sp>
      <p:sp>
        <p:nvSpPr>
          <p:cNvPr id="82" name="Flèche : chevron 81">
            <a:extLst>
              <a:ext uri="{FF2B5EF4-FFF2-40B4-BE49-F238E27FC236}">
                <a16:creationId xmlns:a16="http://schemas.microsoft.com/office/drawing/2014/main" id="{A1A35BCA-604D-66C1-0243-FBAB7237820D}"/>
              </a:ext>
            </a:extLst>
          </p:cNvPr>
          <p:cNvSpPr/>
          <p:nvPr/>
        </p:nvSpPr>
        <p:spPr>
          <a:xfrm>
            <a:off x="4964796" y="2313711"/>
            <a:ext cx="1846053" cy="482405"/>
          </a:xfrm>
          <a:prstGeom prst="chevron">
            <a:avLst/>
          </a:prstGeom>
          <a:solidFill>
            <a:srgbClr val="72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36000" rIns="36000" bIns="36000" rtlCol="0" anchor="ctr"/>
          <a:lstStyle/>
          <a:p>
            <a:pPr algn="ctr"/>
            <a:r>
              <a:rPr lang="fr-FR" sz="1200">
                <a:solidFill>
                  <a:schemeClr val="bg1"/>
                </a:solidFill>
                <a:latin typeface="Arial Nova Cond" panose="020B0506020202020204" pitchFamily="34" charset="0"/>
              </a:rPr>
              <a:t>Go/No Go</a:t>
            </a:r>
          </a:p>
        </p:txBody>
      </p:sp>
      <p:sp>
        <p:nvSpPr>
          <p:cNvPr id="83" name="Triangle isocèle 82">
            <a:extLst>
              <a:ext uri="{FF2B5EF4-FFF2-40B4-BE49-F238E27FC236}">
                <a16:creationId xmlns:a16="http://schemas.microsoft.com/office/drawing/2014/main" id="{4E522D24-4ADB-8F5D-2827-644FDE748442}"/>
              </a:ext>
            </a:extLst>
          </p:cNvPr>
          <p:cNvSpPr/>
          <p:nvPr/>
        </p:nvSpPr>
        <p:spPr>
          <a:xfrm>
            <a:off x="5295117" y="2468697"/>
            <a:ext cx="200025" cy="1724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84" name="Groupe 83">
            <a:extLst>
              <a:ext uri="{FF2B5EF4-FFF2-40B4-BE49-F238E27FC236}">
                <a16:creationId xmlns:a16="http://schemas.microsoft.com/office/drawing/2014/main" id="{D6B5A29C-5657-C402-9732-57C3DBECCFF9}"/>
              </a:ext>
            </a:extLst>
          </p:cNvPr>
          <p:cNvGrpSpPr/>
          <p:nvPr/>
        </p:nvGrpSpPr>
        <p:grpSpPr>
          <a:xfrm>
            <a:off x="1683202" y="5536209"/>
            <a:ext cx="3488786" cy="482405"/>
            <a:chOff x="897147" y="5036146"/>
            <a:chExt cx="3488786" cy="482405"/>
          </a:xfrm>
          <a:solidFill>
            <a:schemeClr val="accent1">
              <a:lumMod val="75000"/>
            </a:schemeClr>
          </a:solidFill>
        </p:grpSpPr>
        <p:sp>
          <p:nvSpPr>
            <p:cNvPr id="85" name="Flèche : pentagone 84">
              <a:extLst>
                <a:ext uri="{FF2B5EF4-FFF2-40B4-BE49-F238E27FC236}">
                  <a16:creationId xmlns:a16="http://schemas.microsoft.com/office/drawing/2014/main" id="{DD2DDB39-9417-B8D0-BDAE-5B116EA367A0}"/>
                </a:ext>
              </a:extLst>
            </p:cNvPr>
            <p:cNvSpPr/>
            <p:nvPr/>
          </p:nvSpPr>
          <p:spPr>
            <a:xfrm>
              <a:off x="897147" y="5036146"/>
              <a:ext cx="1846053" cy="482405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200" err="1">
                  <a:latin typeface="Arial Nova Cond" panose="020B0506020202020204" pitchFamily="34" charset="0"/>
                </a:rPr>
                <a:t>Proposal</a:t>
              </a:r>
              <a:r>
                <a:rPr lang="fr-FR" sz="1200">
                  <a:latin typeface="Arial Nova Cond" panose="020B0506020202020204" pitchFamily="34" charset="0"/>
                </a:rPr>
                <a:t> </a:t>
              </a:r>
              <a:r>
                <a:rPr lang="fr-FR" sz="1200" err="1">
                  <a:latin typeface="Arial Nova Cond" panose="020B0506020202020204" pitchFamily="34" charset="0"/>
                </a:rPr>
                <a:t>Sending</a:t>
              </a:r>
              <a:endParaRPr lang="fr-FR" sz="1200">
                <a:latin typeface="Arial Nova Cond" panose="020B0506020202020204" pitchFamily="34" charset="0"/>
              </a:endParaRPr>
            </a:p>
          </p:txBody>
        </p:sp>
        <p:sp>
          <p:nvSpPr>
            <p:cNvPr id="86" name="Flèche : chevron 85">
              <a:extLst>
                <a:ext uri="{FF2B5EF4-FFF2-40B4-BE49-F238E27FC236}">
                  <a16:creationId xmlns:a16="http://schemas.microsoft.com/office/drawing/2014/main" id="{E4DDC777-F221-C1CD-8302-3F9C7DF03239}"/>
                </a:ext>
              </a:extLst>
            </p:cNvPr>
            <p:cNvSpPr/>
            <p:nvPr/>
          </p:nvSpPr>
          <p:spPr>
            <a:xfrm>
              <a:off x="2539880" y="5036146"/>
              <a:ext cx="1846053" cy="482405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200">
                  <a:solidFill>
                    <a:schemeClr val="bg1"/>
                  </a:solidFill>
                  <a:latin typeface="Arial Nova Cond" panose="020B0506020202020204" pitchFamily="34" charset="0"/>
                </a:rPr>
                <a:t>Oral Pitch </a:t>
              </a:r>
              <a:br>
                <a:rPr lang="fr-FR" sz="1200">
                  <a:solidFill>
                    <a:schemeClr val="bg1"/>
                  </a:solidFill>
                  <a:latin typeface="Arial Nova Cond" panose="020B0506020202020204" pitchFamily="34" charset="0"/>
                </a:rPr>
              </a:br>
              <a:r>
                <a:rPr lang="fr-FR" sz="1200" err="1">
                  <a:solidFill>
                    <a:schemeClr val="bg1"/>
                  </a:solidFill>
                  <a:latin typeface="Arial Nova Cond" panose="020B0506020202020204" pitchFamily="34" charset="0"/>
                </a:rPr>
                <a:t>Preparation</a:t>
              </a:r>
              <a:endParaRPr lang="fr-FR" sz="1200">
                <a:solidFill>
                  <a:schemeClr val="bg1"/>
                </a:solidFill>
                <a:latin typeface="Arial Nova Cond" panose="020B0506020202020204" pitchFamily="34" charset="0"/>
              </a:endParaRPr>
            </a:p>
          </p:txBody>
        </p:sp>
      </p:grpSp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FF11D092-C09A-13FB-6D57-9D1F9F0F93BA}"/>
              </a:ext>
            </a:extLst>
          </p:cNvPr>
          <p:cNvCxnSpPr>
            <a:cxnSpLocks/>
          </p:cNvCxnSpPr>
          <p:nvPr/>
        </p:nvCxnSpPr>
        <p:spPr>
          <a:xfrm>
            <a:off x="3565831" y="1480750"/>
            <a:ext cx="342900" cy="0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eur droit 87">
            <a:extLst>
              <a:ext uri="{FF2B5EF4-FFF2-40B4-BE49-F238E27FC236}">
                <a16:creationId xmlns:a16="http://schemas.microsoft.com/office/drawing/2014/main" id="{D1987662-041E-4496-41A2-4D0372550A01}"/>
              </a:ext>
            </a:extLst>
          </p:cNvPr>
          <p:cNvCxnSpPr>
            <a:cxnSpLocks/>
          </p:cNvCxnSpPr>
          <p:nvPr/>
        </p:nvCxnSpPr>
        <p:spPr>
          <a:xfrm>
            <a:off x="6840367" y="2554916"/>
            <a:ext cx="342900" cy="0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E4A6384D-293B-B7CC-B1DC-E3C5693AF401}"/>
              </a:ext>
            </a:extLst>
          </p:cNvPr>
          <p:cNvCxnSpPr>
            <a:cxnSpLocks/>
          </p:cNvCxnSpPr>
          <p:nvPr/>
        </p:nvCxnSpPr>
        <p:spPr>
          <a:xfrm>
            <a:off x="8494030" y="3629082"/>
            <a:ext cx="342900" cy="0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eur droit 89">
            <a:extLst>
              <a:ext uri="{FF2B5EF4-FFF2-40B4-BE49-F238E27FC236}">
                <a16:creationId xmlns:a16="http://schemas.microsoft.com/office/drawing/2014/main" id="{7E154CEC-AE71-4E92-B43E-47AFDFC4B411}"/>
              </a:ext>
            </a:extLst>
          </p:cNvPr>
          <p:cNvCxnSpPr>
            <a:cxnSpLocks/>
          </p:cNvCxnSpPr>
          <p:nvPr/>
        </p:nvCxnSpPr>
        <p:spPr>
          <a:xfrm>
            <a:off x="6840367" y="4703248"/>
            <a:ext cx="342900" cy="0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eur droit 90">
            <a:extLst>
              <a:ext uri="{FF2B5EF4-FFF2-40B4-BE49-F238E27FC236}">
                <a16:creationId xmlns:a16="http://schemas.microsoft.com/office/drawing/2014/main" id="{F6C55B83-6A6A-B2B7-ED7D-BF957C3851ED}"/>
              </a:ext>
            </a:extLst>
          </p:cNvPr>
          <p:cNvCxnSpPr>
            <a:cxnSpLocks/>
          </p:cNvCxnSpPr>
          <p:nvPr/>
        </p:nvCxnSpPr>
        <p:spPr>
          <a:xfrm>
            <a:off x="1303726" y="2554916"/>
            <a:ext cx="342900" cy="0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FB785BE7-BFCB-81E6-D5C8-CF4B87DC8C78}"/>
              </a:ext>
            </a:extLst>
          </p:cNvPr>
          <p:cNvCxnSpPr>
            <a:cxnSpLocks/>
          </p:cNvCxnSpPr>
          <p:nvPr/>
        </p:nvCxnSpPr>
        <p:spPr>
          <a:xfrm>
            <a:off x="1303726" y="3629082"/>
            <a:ext cx="342900" cy="0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C5D55F9B-2B71-3A4F-707A-B7DBAFDD89B4}"/>
              </a:ext>
            </a:extLst>
          </p:cNvPr>
          <p:cNvCxnSpPr>
            <a:cxnSpLocks/>
          </p:cNvCxnSpPr>
          <p:nvPr/>
        </p:nvCxnSpPr>
        <p:spPr>
          <a:xfrm>
            <a:off x="1303726" y="4703248"/>
            <a:ext cx="342900" cy="0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eur droit 93">
            <a:extLst>
              <a:ext uri="{FF2B5EF4-FFF2-40B4-BE49-F238E27FC236}">
                <a16:creationId xmlns:a16="http://schemas.microsoft.com/office/drawing/2014/main" id="{CF23DB71-B93C-48CF-1598-C6293390FCE7}"/>
              </a:ext>
            </a:extLst>
          </p:cNvPr>
          <p:cNvCxnSpPr>
            <a:cxnSpLocks/>
          </p:cNvCxnSpPr>
          <p:nvPr/>
        </p:nvCxnSpPr>
        <p:spPr>
          <a:xfrm>
            <a:off x="1303726" y="5777411"/>
            <a:ext cx="342900" cy="0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eur droit 94">
            <a:extLst>
              <a:ext uri="{FF2B5EF4-FFF2-40B4-BE49-F238E27FC236}">
                <a16:creationId xmlns:a16="http://schemas.microsoft.com/office/drawing/2014/main" id="{7C32722B-DD41-7D34-E781-8276B3673BC6}"/>
              </a:ext>
            </a:extLst>
          </p:cNvPr>
          <p:cNvCxnSpPr>
            <a:cxnSpLocks/>
          </p:cNvCxnSpPr>
          <p:nvPr/>
        </p:nvCxnSpPr>
        <p:spPr>
          <a:xfrm>
            <a:off x="1303726" y="2017833"/>
            <a:ext cx="2599944" cy="0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68EAA248-F49C-0496-F4AF-A32B80237D64}"/>
              </a:ext>
            </a:extLst>
          </p:cNvPr>
          <p:cNvCxnSpPr>
            <a:cxnSpLocks/>
          </p:cNvCxnSpPr>
          <p:nvPr/>
        </p:nvCxnSpPr>
        <p:spPr>
          <a:xfrm>
            <a:off x="1303726" y="3091999"/>
            <a:ext cx="5879541" cy="0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A1218ACF-3C4B-A21A-9C9B-FF2B73219C7E}"/>
              </a:ext>
            </a:extLst>
          </p:cNvPr>
          <p:cNvCxnSpPr>
            <a:cxnSpLocks/>
          </p:cNvCxnSpPr>
          <p:nvPr/>
        </p:nvCxnSpPr>
        <p:spPr>
          <a:xfrm>
            <a:off x="1303726" y="4166165"/>
            <a:ext cx="7533204" cy="0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97">
            <a:extLst>
              <a:ext uri="{FF2B5EF4-FFF2-40B4-BE49-F238E27FC236}">
                <a16:creationId xmlns:a16="http://schemas.microsoft.com/office/drawing/2014/main" id="{759C0F19-7CCB-50E7-BADD-6DE98F4094C3}"/>
              </a:ext>
            </a:extLst>
          </p:cNvPr>
          <p:cNvCxnSpPr>
            <a:cxnSpLocks/>
          </p:cNvCxnSpPr>
          <p:nvPr/>
        </p:nvCxnSpPr>
        <p:spPr>
          <a:xfrm>
            <a:off x="1303726" y="3091997"/>
            <a:ext cx="0" cy="537085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 droit 98">
            <a:extLst>
              <a:ext uri="{FF2B5EF4-FFF2-40B4-BE49-F238E27FC236}">
                <a16:creationId xmlns:a16="http://schemas.microsoft.com/office/drawing/2014/main" id="{71AA5107-281F-3E21-112D-D19BD5581094}"/>
              </a:ext>
            </a:extLst>
          </p:cNvPr>
          <p:cNvCxnSpPr>
            <a:cxnSpLocks/>
          </p:cNvCxnSpPr>
          <p:nvPr/>
        </p:nvCxnSpPr>
        <p:spPr>
          <a:xfrm>
            <a:off x="1303726" y="4166163"/>
            <a:ext cx="0" cy="537085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eur droit 99">
            <a:extLst>
              <a:ext uri="{FF2B5EF4-FFF2-40B4-BE49-F238E27FC236}">
                <a16:creationId xmlns:a16="http://schemas.microsoft.com/office/drawing/2014/main" id="{1FF3B305-E180-C47F-3FF3-77DFD6345CDD}"/>
              </a:ext>
            </a:extLst>
          </p:cNvPr>
          <p:cNvCxnSpPr>
            <a:cxnSpLocks/>
          </p:cNvCxnSpPr>
          <p:nvPr/>
        </p:nvCxnSpPr>
        <p:spPr>
          <a:xfrm>
            <a:off x="1303726" y="5240326"/>
            <a:ext cx="0" cy="537085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eur droit 100">
            <a:extLst>
              <a:ext uri="{FF2B5EF4-FFF2-40B4-BE49-F238E27FC236}">
                <a16:creationId xmlns:a16="http://schemas.microsoft.com/office/drawing/2014/main" id="{FBFBB248-8979-3117-E847-B3881064525C}"/>
              </a:ext>
            </a:extLst>
          </p:cNvPr>
          <p:cNvCxnSpPr>
            <a:cxnSpLocks/>
          </p:cNvCxnSpPr>
          <p:nvPr/>
        </p:nvCxnSpPr>
        <p:spPr>
          <a:xfrm>
            <a:off x="1303726" y="2017831"/>
            <a:ext cx="0" cy="537085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eur droit 101">
            <a:extLst>
              <a:ext uri="{FF2B5EF4-FFF2-40B4-BE49-F238E27FC236}">
                <a16:creationId xmlns:a16="http://schemas.microsoft.com/office/drawing/2014/main" id="{700BB21A-00FD-4078-836F-DA91A0EAC5CD}"/>
              </a:ext>
            </a:extLst>
          </p:cNvPr>
          <p:cNvCxnSpPr>
            <a:cxnSpLocks/>
          </p:cNvCxnSpPr>
          <p:nvPr/>
        </p:nvCxnSpPr>
        <p:spPr>
          <a:xfrm>
            <a:off x="3903670" y="1480750"/>
            <a:ext cx="0" cy="537085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eur droit 102">
            <a:extLst>
              <a:ext uri="{FF2B5EF4-FFF2-40B4-BE49-F238E27FC236}">
                <a16:creationId xmlns:a16="http://schemas.microsoft.com/office/drawing/2014/main" id="{9E22C59E-22A4-F8F7-9279-58DBB2D70C42}"/>
              </a:ext>
            </a:extLst>
          </p:cNvPr>
          <p:cNvCxnSpPr>
            <a:cxnSpLocks/>
          </p:cNvCxnSpPr>
          <p:nvPr/>
        </p:nvCxnSpPr>
        <p:spPr>
          <a:xfrm>
            <a:off x="7183267" y="2554914"/>
            <a:ext cx="0" cy="537085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eur droit 103">
            <a:extLst>
              <a:ext uri="{FF2B5EF4-FFF2-40B4-BE49-F238E27FC236}">
                <a16:creationId xmlns:a16="http://schemas.microsoft.com/office/drawing/2014/main" id="{1189B385-0B32-2D73-490C-B2A91DF4956C}"/>
              </a:ext>
            </a:extLst>
          </p:cNvPr>
          <p:cNvCxnSpPr>
            <a:cxnSpLocks/>
          </p:cNvCxnSpPr>
          <p:nvPr/>
        </p:nvCxnSpPr>
        <p:spPr>
          <a:xfrm>
            <a:off x="8836930" y="3629082"/>
            <a:ext cx="0" cy="537085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eur droit 104">
            <a:extLst>
              <a:ext uri="{FF2B5EF4-FFF2-40B4-BE49-F238E27FC236}">
                <a16:creationId xmlns:a16="http://schemas.microsoft.com/office/drawing/2014/main" id="{323405E2-30DA-3D61-8810-FFD08E6CBC03}"/>
              </a:ext>
            </a:extLst>
          </p:cNvPr>
          <p:cNvCxnSpPr>
            <a:cxnSpLocks/>
          </p:cNvCxnSpPr>
          <p:nvPr/>
        </p:nvCxnSpPr>
        <p:spPr>
          <a:xfrm>
            <a:off x="7183267" y="4703248"/>
            <a:ext cx="0" cy="537085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eur droit 105">
            <a:extLst>
              <a:ext uri="{FF2B5EF4-FFF2-40B4-BE49-F238E27FC236}">
                <a16:creationId xmlns:a16="http://schemas.microsoft.com/office/drawing/2014/main" id="{6F56DBE4-7E63-86EA-7C81-9E9C5BF6FEBB}"/>
              </a:ext>
            </a:extLst>
          </p:cNvPr>
          <p:cNvCxnSpPr>
            <a:cxnSpLocks/>
          </p:cNvCxnSpPr>
          <p:nvPr/>
        </p:nvCxnSpPr>
        <p:spPr>
          <a:xfrm>
            <a:off x="1303726" y="5240331"/>
            <a:ext cx="5879541" cy="0"/>
          </a:xfrm>
          <a:prstGeom prst="line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Flèche : pentagone 106">
            <a:extLst>
              <a:ext uri="{FF2B5EF4-FFF2-40B4-BE49-F238E27FC236}">
                <a16:creationId xmlns:a16="http://schemas.microsoft.com/office/drawing/2014/main" id="{8DB55517-9FA7-45E9-14E2-B4E3047AA84A}"/>
              </a:ext>
            </a:extLst>
          </p:cNvPr>
          <p:cNvSpPr/>
          <p:nvPr/>
        </p:nvSpPr>
        <p:spPr>
          <a:xfrm>
            <a:off x="1683202" y="4462043"/>
            <a:ext cx="1846053" cy="482405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fr-FR" sz="1200" err="1">
                <a:latin typeface="Arial Nova Cond" panose="020B0506020202020204" pitchFamily="34" charset="0"/>
              </a:rPr>
              <a:t>Proposal</a:t>
            </a:r>
            <a:r>
              <a:rPr lang="fr-FR" sz="1200">
                <a:latin typeface="Arial Nova Cond" panose="020B0506020202020204" pitchFamily="34" charset="0"/>
              </a:rPr>
              <a:t> </a:t>
            </a:r>
            <a:r>
              <a:rPr lang="fr-FR" sz="1200" err="1">
                <a:latin typeface="Arial Nova Cond" panose="020B0506020202020204" pitchFamily="34" charset="0"/>
              </a:rPr>
              <a:t>Build</a:t>
            </a:r>
            <a:endParaRPr lang="fr-FR" sz="1200">
              <a:latin typeface="Arial Nova Cond" panose="020B0506020202020204" pitchFamily="34" charset="0"/>
            </a:endParaRPr>
          </a:p>
        </p:txBody>
      </p:sp>
      <p:sp>
        <p:nvSpPr>
          <p:cNvPr id="108" name="Flèche : chevron 107">
            <a:extLst>
              <a:ext uri="{FF2B5EF4-FFF2-40B4-BE49-F238E27FC236}">
                <a16:creationId xmlns:a16="http://schemas.microsoft.com/office/drawing/2014/main" id="{7224BB49-8FF0-7B92-652F-9384E818B28D}"/>
              </a:ext>
            </a:extLst>
          </p:cNvPr>
          <p:cNvSpPr/>
          <p:nvPr/>
        </p:nvSpPr>
        <p:spPr>
          <a:xfrm>
            <a:off x="4964796" y="4462043"/>
            <a:ext cx="1846053" cy="482405"/>
          </a:xfrm>
          <a:prstGeom prst="chevron">
            <a:avLst/>
          </a:prstGeom>
          <a:solidFill>
            <a:srgbClr val="72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36000" rIns="36000" bIns="36000" rtlCol="0" anchor="ctr"/>
          <a:lstStyle/>
          <a:p>
            <a:pPr algn="ctr"/>
            <a:r>
              <a:rPr lang="fr-FR" sz="1200">
                <a:solidFill>
                  <a:schemeClr val="bg1"/>
                </a:solidFill>
                <a:latin typeface="Arial Nova Cond" panose="020B0506020202020204" pitchFamily="34" charset="0"/>
              </a:rPr>
              <a:t>Deal </a:t>
            </a:r>
            <a:r>
              <a:rPr lang="fr-FR" sz="1200" err="1">
                <a:solidFill>
                  <a:schemeClr val="bg1"/>
                </a:solidFill>
                <a:latin typeface="Arial Nova Cond" panose="020B0506020202020204" pitchFamily="34" charset="0"/>
              </a:rPr>
              <a:t>Review</a:t>
            </a:r>
            <a:endParaRPr lang="fr-FR" sz="1200">
              <a:solidFill>
                <a:schemeClr val="bg1"/>
              </a:solidFill>
              <a:latin typeface="Arial Nova Cond" panose="020B0506020202020204" pitchFamily="34" charset="0"/>
            </a:endParaRPr>
          </a:p>
          <a:p>
            <a:pPr algn="ctr"/>
            <a:r>
              <a:rPr lang="fr-FR" sz="1200">
                <a:solidFill>
                  <a:schemeClr val="bg1"/>
                </a:solidFill>
                <a:latin typeface="Arial Nova Cond" panose="020B0506020202020204" pitchFamily="34" charset="0"/>
              </a:rPr>
              <a:t>(DAR)</a:t>
            </a:r>
          </a:p>
        </p:txBody>
      </p:sp>
      <p:grpSp>
        <p:nvGrpSpPr>
          <p:cNvPr id="109" name="Groupe 108">
            <a:extLst>
              <a:ext uri="{FF2B5EF4-FFF2-40B4-BE49-F238E27FC236}">
                <a16:creationId xmlns:a16="http://schemas.microsoft.com/office/drawing/2014/main" id="{5C66595A-2FD0-0E4E-8F3E-89C2093D59A4}"/>
              </a:ext>
            </a:extLst>
          </p:cNvPr>
          <p:cNvGrpSpPr/>
          <p:nvPr/>
        </p:nvGrpSpPr>
        <p:grpSpPr>
          <a:xfrm>
            <a:off x="7435238" y="4564747"/>
            <a:ext cx="2767107" cy="461665"/>
            <a:chOff x="7207473" y="4479402"/>
            <a:chExt cx="2767107" cy="461665"/>
          </a:xfrm>
        </p:grpSpPr>
        <p:grpSp>
          <p:nvGrpSpPr>
            <p:cNvPr id="110" name="Groupe 109">
              <a:extLst>
                <a:ext uri="{FF2B5EF4-FFF2-40B4-BE49-F238E27FC236}">
                  <a16:creationId xmlns:a16="http://schemas.microsoft.com/office/drawing/2014/main" id="{93F3E729-40DC-ED94-569F-85C73687B067}"/>
                </a:ext>
              </a:extLst>
            </p:cNvPr>
            <p:cNvGrpSpPr/>
            <p:nvPr/>
          </p:nvGrpSpPr>
          <p:grpSpPr>
            <a:xfrm>
              <a:off x="7207473" y="4483589"/>
              <a:ext cx="268625" cy="268624"/>
              <a:chOff x="6215114" y="4048714"/>
              <a:chExt cx="365127" cy="365126"/>
            </a:xfrm>
          </p:grpSpPr>
          <p:sp>
            <p:nvSpPr>
              <p:cNvPr id="112" name="Arc 111">
                <a:extLst>
                  <a:ext uri="{FF2B5EF4-FFF2-40B4-BE49-F238E27FC236}">
                    <a16:creationId xmlns:a16="http://schemas.microsoft.com/office/drawing/2014/main" id="{83BD5787-D1E8-8124-DB4D-6760A078DA6C}"/>
                  </a:ext>
                </a:extLst>
              </p:cNvPr>
              <p:cNvSpPr/>
              <p:nvPr/>
            </p:nvSpPr>
            <p:spPr>
              <a:xfrm>
                <a:off x="6215114" y="4048714"/>
                <a:ext cx="365126" cy="365126"/>
              </a:xfrm>
              <a:prstGeom prst="arc">
                <a:avLst>
                  <a:gd name="adj1" fmla="val 16200000"/>
                  <a:gd name="adj2" fmla="val 4007884"/>
                </a:avLst>
              </a:prstGeom>
              <a:ln w="12700">
                <a:solidFill>
                  <a:schemeClr val="accent1">
                    <a:lumMod val="75000"/>
                  </a:schemeClr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3" name="Arc 112">
                <a:extLst>
                  <a:ext uri="{FF2B5EF4-FFF2-40B4-BE49-F238E27FC236}">
                    <a16:creationId xmlns:a16="http://schemas.microsoft.com/office/drawing/2014/main" id="{0485A425-09DD-22F9-6C73-361BAA58DD24}"/>
                  </a:ext>
                </a:extLst>
              </p:cNvPr>
              <p:cNvSpPr/>
              <p:nvPr/>
            </p:nvSpPr>
            <p:spPr>
              <a:xfrm rot="10800000">
                <a:off x="6215115" y="4048714"/>
                <a:ext cx="365126" cy="365126"/>
              </a:xfrm>
              <a:prstGeom prst="arc">
                <a:avLst>
                  <a:gd name="adj1" fmla="val 16200000"/>
                  <a:gd name="adj2" fmla="val 4007884"/>
                </a:avLst>
              </a:prstGeom>
              <a:ln w="12700">
                <a:solidFill>
                  <a:schemeClr val="accent1">
                    <a:lumMod val="75000"/>
                  </a:schemeClr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11" name="ZoneTexte 110">
              <a:extLst>
                <a:ext uri="{FF2B5EF4-FFF2-40B4-BE49-F238E27FC236}">
                  <a16:creationId xmlns:a16="http://schemas.microsoft.com/office/drawing/2014/main" id="{F0AEE0F4-7DFF-1603-E06C-F0FCF66519E8}"/>
                </a:ext>
              </a:extLst>
            </p:cNvPr>
            <p:cNvSpPr txBox="1"/>
            <p:nvPr/>
          </p:nvSpPr>
          <p:spPr>
            <a:xfrm>
              <a:off x="7497595" y="4479402"/>
              <a:ext cx="24769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>
                  <a:solidFill>
                    <a:schemeClr val="accent1">
                      <a:lumMod val="75000"/>
                    </a:schemeClr>
                  </a:solidFill>
                  <a:latin typeface="Arial Nova Cond" panose="020B0506020202020204" pitchFamily="34" charset="0"/>
                </a:rPr>
                <a:t>Rounds of </a:t>
              </a:r>
              <a:r>
                <a:rPr lang="fr-FR" sz="1200" err="1">
                  <a:solidFill>
                    <a:schemeClr val="accent1">
                      <a:lumMod val="75000"/>
                    </a:schemeClr>
                  </a:solidFill>
                  <a:latin typeface="Arial Nova Cond" panose="020B0506020202020204" pitchFamily="34" charset="0"/>
                </a:rPr>
                <a:t>Build</a:t>
              </a:r>
              <a:r>
                <a:rPr lang="fr-FR" sz="1200">
                  <a:solidFill>
                    <a:schemeClr val="accent1">
                      <a:lumMod val="75000"/>
                    </a:schemeClr>
                  </a:solidFill>
                  <a:latin typeface="Arial Nova Cond" panose="020B0506020202020204" pitchFamily="34" charset="0"/>
                </a:rPr>
                <a:t> finalisation / Deal </a:t>
              </a:r>
              <a:r>
                <a:rPr lang="fr-FR" sz="1200" err="1">
                  <a:solidFill>
                    <a:schemeClr val="accent1">
                      <a:lumMod val="75000"/>
                    </a:schemeClr>
                  </a:solidFill>
                  <a:latin typeface="Arial Nova Cond" panose="020B0506020202020204" pitchFamily="34" charset="0"/>
                </a:rPr>
                <a:t>Review</a:t>
              </a:r>
              <a:endParaRPr lang="fr-FR" sz="1200">
                <a:solidFill>
                  <a:schemeClr val="accent1">
                    <a:lumMod val="75000"/>
                  </a:schemeClr>
                </a:solidFill>
                <a:latin typeface="Arial Nova Cond" panose="020B0506020202020204" pitchFamily="34" charset="0"/>
              </a:endParaRPr>
            </a:p>
          </p:txBody>
        </p:sp>
      </p:grpSp>
      <p:sp>
        <p:nvSpPr>
          <p:cNvPr id="114" name="Triangle isocèle 113">
            <a:extLst>
              <a:ext uri="{FF2B5EF4-FFF2-40B4-BE49-F238E27FC236}">
                <a16:creationId xmlns:a16="http://schemas.microsoft.com/office/drawing/2014/main" id="{ABA46765-F718-9611-37AF-E73A80B176AA}"/>
              </a:ext>
            </a:extLst>
          </p:cNvPr>
          <p:cNvSpPr/>
          <p:nvPr/>
        </p:nvSpPr>
        <p:spPr>
          <a:xfrm>
            <a:off x="5265401" y="4617028"/>
            <a:ext cx="200025" cy="1724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15" name="Groupe 114">
            <a:extLst>
              <a:ext uri="{FF2B5EF4-FFF2-40B4-BE49-F238E27FC236}">
                <a16:creationId xmlns:a16="http://schemas.microsoft.com/office/drawing/2014/main" id="{E01C2A5E-A137-B0E7-3399-7F555987DBE8}"/>
              </a:ext>
            </a:extLst>
          </p:cNvPr>
          <p:cNvGrpSpPr/>
          <p:nvPr/>
        </p:nvGrpSpPr>
        <p:grpSpPr>
          <a:xfrm>
            <a:off x="10309110" y="6314493"/>
            <a:ext cx="1427932" cy="261610"/>
            <a:chOff x="10309110" y="6314493"/>
            <a:chExt cx="1427932" cy="261610"/>
          </a:xfrm>
        </p:grpSpPr>
        <p:sp>
          <p:nvSpPr>
            <p:cNvPr id="116" name="Triangle isocèle 115">
              <a:extLst>
                <a:ext uri="{FF2B5EF4-FFF2-40B4-BE49-F238E27FC236}">
                  <a16:creationId xmlns:a16="http://schemas.microsoft.com/office/drawing/2014/main" id="{3D4F2F67-0C71-2E14-9A9E-BE501D1AA46E}"/>
                </a:ext>
              </a:extLst>
            </p:cNvPr>
            <p:cNvSpPr/>
            <p:nvPr/>
          </p:nvSpPr>
          <p:spPr>
            <a:xfrm>
              <a:off x="10309110" y="6384798"/>
              <a:ext cx="140361" cy="121001"/>
            </a:xfrm>
            <a:prstGeom prst="triangl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722F85"/>
                </a:solidFill>
              </a:endParaRPr>
            </a:p>
          </p:txBody>
        </p:sp>
        <p:sp>
          <p:nvSpPr>
            <p:cNvPr id="117" name="ZoneTexte 116">
              <a:extLst>
                <a:ext uri="{FF2B5EF4-FFF2-40B4-BE49-F238E27FC236}">
                  <a16:creationId xmlns:a16="http://schemas.microsoft.com/office/drawing/2014/main" id="{7346BB93-FE08-F662-EDF5-8144AD21E298}"/>
                </a:ext>
              </a:extLst>
            </p:cNvPr>
            <p:cNvSpPr txBox="1"/>
            <p:nvPr/>
          </p:nvSpPr>
          <p:spPr>
            <a:xfrm>
              <a:off x="10427068" y="6314493"/>
              <a:ext cx="130997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Arial Nova Cond" panose="020B0506020202020204" pitchFamily="34" charset="0"/>
                </a:rPr>
                <a:t>Decision</a:t>
              </a:r>
              <a:r>
                <a:rPr lang="fr-FR" sz="1100">
                  <a:solidFill>
                    <a:schemeClr val="tx2">
                      <a:lumMod val="60000"/>
                      <a:lumOff val="40000"/>
                    </a:schemeClr>
                  </a:solidFill>
                  <a:latin typeface="Arial Nova Cond" panose="020B0506020202020204" pitchFamily="34" charset="0"/>
                </a:rPr>
                <a:t> </a:t>
              </a:r>
              <a:r>
                <a:rPr lang="fr-FR" sz="110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Arial Nova Cond" panose="020B0506020202020204" pitchFamily="34" charset="0"/>
                </a:rPr>
                <a:t>Milestones</a:t>
              </a:r>
              <a:endParaRPr lang="fr-FR" sz="1100">
                <a:solidFill>
                  <a:schemeClr val="tx2">
                    <a:lumMod val="60000"/>
                    <a:lumOff val="40000"/>
                  </a:schemeClr>
                </a:solidFill>
                <a:latin typeface="Arial Nova Cond" panose="020B0506020202020204" pitchFamily="34" charset="0"/>
              </a:endParaRPr>
            </a:p>
          </p:txBody>
        </p:sp>
      </p:grpSp>
      <p:grpSp>
        <p:nvGrpSpPr>
          <p:cNvPr id="118" name="Groupe 117">
            <a:extLst>
              <a:ext uri="{FF2B5EF4-FFF2-40B4-BE49-F238E27FC236}">
                <a16:creationId xmlns:a16="http://schemas.microsoft.com/office/drawing/2014/main" id="{18D3171A-7160-59B0-C30B-016FAC562069}"/>
              </a:ext>
            </a:extLst>
          </p:cNvPr>
          <p:cNvGrpSpPr/>
          <p:nvPr/>
        </p:nvGrpSpPr>
        <p:grpSpPr>
          <a:xfrm>
            <a:off x="5908169" y="6314493"/>
            <a:ext cx="810988" cy="261610"/>
            <a:chOff x="5627753" y="6314493"/>
            <a:chExt cx="810988" cy="261610"/>
          </a:xfrm>
        </p:grpSpPr>
        <p:sp>
          <p:nvSpPr>
            <p:cNvPr id="119" name="Flèche : chevron 118">
              <a:extLst>
                <a:ext uri="{FF2B5EF4-FFF2-40B4-BE49-F238E27FC236}">
                  <a16:creationId xmlns:a16="http://schemas.microsoft.com/office/drawing/2014/main" id="{BFE19B87-84AF-D64A-0163-C5D90DA36BD9}"/>
                </a:ext>
              </a:extLst>
            </p:cNvPr>
            <p:cNvSpPr/>
            <p:nvPr/>
          </p:nvSpPr>
          <p:spPr>
            <a:xfrm>
              <a:off x="5627753" y="6395773"/>
              <a:ext cx="160020" cy="99051"/>
            </a:xfrm>
            <a:prstGeom prst="chevron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20" name="ZoneTexte 119">
              <a:extLst>
                <a:ext uri="{FF2B5EF4-FFF2-40B4-BE49-F238E27FC236}">
                  <a16:creationId xmlns:a16="http://schemas.microsoft.com/office/drawing/2014/main" id="{1BD52E76-9A9F-D171-B1F4-5A4A3BBB5D9C}"/>
                </a:ext>
              </a:extLst>
            </p:cNvPr>
            <p:cNvSpPr txBox="1"/>
            <p:nvPr/>
          </p:nvSpPr>
          <p:spPr>
            <a:xfrm>
              <a:off x="5755541" y="6314493"/>
              <a:ext cx="68320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Arial Nova Cond" panose="020B0506020202020204" pitchFamily="34" charset="0"/>
                </a:rPr>
                <a:t>Activities</a:t>
              </a:r>
              <a:endParaRPr lang="fr-FR" sz="1100">
                <a:solidFill>
                  <a:schemeClr val="tx2">
                    <a:lumMod val="60000"/>
                    <a:lumOff val="40000"/>
                  </a:schemeClr>
                </a:solidFill>
                <a:latin typeface="Arial Nova Cond" panose="020B0506020202020204" pitchFamily="34" charset="0"/>
              </a:endParaRPr>
            </a:p>
          </p:txBody>
        </p:sp>
      </p:grpSp>
      <p:sp>
        <p:nvSpPr>
          <p:cNvPr id="121" name="ZoneTexte 120">
            <a:extLst>
              <a:ext uri="{FF2B5EF4-FFF2-40B4-BE49-F238E27FC236}">
                <a16:creationId xmlns:a16="http://schemas.microsoft.com/office/drawing/2014/main" id="{6D9B4750-8D1B-8286-C775-23A06EF6B647}"/>
              </a:ext>
            </a:extLst>
          </p:cNvPr>
          <p:cNvSpPr txBox="1"/>
          <p:nvPr/>
        </p:nvSpPr>
        <p:spPr>
          <a:xfrm>
            <a:off x="910281" y="2070106"/>
            <a:ext cx="1017907" cy="215444"/>
          </a:xfrm>
          <a:prstGeom prst="rect">
            <a:avLst/>
          </a:prstGeom>
          <a:solidFill>
            <a:srgbClr val="F2F2F2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fr-FR" sz="1400" b="1" cap="all">
                <a:solidFill>
                  <a:schemeClr val="accent1">
                    <a:lumMod val="75000"/>
                  </a:schemeClr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ASSESSMENT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4C60AB0A-B27D-D243-4A89-E7BBE73673A0}"/>
              </a:ext>
            </a:extLst>
          </p:cNvPr>
          <p:cNvSpPr txBox="1"/>
          <p:nvPr/>
        </p:nvSpPr>
        <p:spPr>
          <a:xfrm>
            <a:off x="910281" y="3144421"/>
            <a:ext cx="1039965" cy="215444"/>
          </a:xfrm>
          <a:prstGeom prst="rect">
            <a:avLst/>
          </a:prstGeom>
          <a:solidFill>
            <a:srgbClr val="F2F2F2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400" b="1" cap="all">
                <a:solidFill>
                  <a:schemeClr val="accent1">
                    <a:lumMod val="75000"/>
                  </a:schemeClr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solutioning</a:t>
            </a:r>
          </a:p>
        </p:txBody>
      </p:sp>
      <p:sp>
        <p:nvSpPr>
          <p:cNvPr id="123" name="ZoneTexte 122">
            <a:extLst>
              <a:ext uri="{FF2B5EF4-FFF2-40B4-BE49-F238E27FC236}">
                <a16:creationId xmlns:a16="http://schemas.microsoft.com/office/drawing/2014/main" id="{6F7E572A-F658-E100-1140-2DB5606C9F2A}"/>
              </a:ext>
            </a:extLst>
          </p:cNvPr>
          <p:cNvSpPr txBox="1"/>
          <p:nvPr/>
        </p:nvSpPr>
        <p:spPr>
          <a:xfrm>
            <a:off x="910281" y="4218737"/>
            <a:ext cx="485710" cy="215444"/>
          </a:xfrm>
          <a:prstGeom prst="rect">
            <a:avLst/>
          </a:prstGeom>
          <a:solidFill>
            <a:srgbClr val="F2F2F2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fr-FR" sz="1400" b="1" cap="all">
                <a:solidFill>
                  <a:schemeClr val="accent1">
                    <a:lumMod val="75000"/>
                  </a:schemeClr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OFFER</a:t>
            </a:r>
          </a:p>
        </p:txBody>
      </p:sp>
      <p:sp>
        <p:nvSpPr>
          <p:cNvPr id="124" name="Flèche : pentagone 123">
            <a:extLst>
              <a:ext uri="{FF2B5EF4-FFF2-40B4-BE49-F238E27FC236}">
                <a16:creationId xmlns:a16="http://schemas.microsoft.com/office/drawing/2014/main" id="{275EBFCC-7FE8-08B3-5A8A-A2733290D6F6}"/>
              </a:ext>
            </a:extLst>
          </p:cNvPr>
          <p:cNvSpPr/>
          <p:nvPr/>
        </p:nvSpPr>
        <p:spPr>
          <a:xfrm>
            <a:off x="1683202" y="3387878"/>
            <a:ext cx="1846053" cy="482405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fr-FR" sz="1200">
                <a:latin typeface="Arial Nova Cond" panose="020B0506020202020204" pitchFamily="34" charset="0"/>
              </a:rPr>
              <a:t>Solution </a:t>
            </a:r>
            <a:r>
              <a:rPr lang="fr-FR" sz="1200" err="1">
                <a:latin typeface="Arial Nova Cond" panose="020B0506020202020204" pitchFamily="34" charset="0"/>
              </a:rPr>
              <a:t>Build</a:t>
            </a:r>
            <a:endParaRPr lang="fr-FR" sz="1200">
              <a:latin typeface="Arial Nova Cond" panose="020B0506020202020204" pitchFamily="34" charset="0"/>
            </a:endParaRPr>
          </a:p>
        </p:txBody>
      </p:sp>
      <p:sp>
        <p:nvSpPr>
          <p:cNvPr id="125" name="Flèche : chevron 124">
            <a:extLst>
              <a:ext uri="{FF2B5EF4-FFF2-40B4-BE49-F238E27FC236}">
                <a16:creationId xmlns:a16="http://schemas.microsoft.com/office/drawing/2014/main" id="{2F5B3150-3493-BD69-E1AA-A61F44DC43E1}"/>
              </a:ext>
            </a:extLst>
          </p:cNvPr>
          <p:cNvSpPr/>
          <p:nvPr/>
        </p:nvSpPr>
        <p:spPr>
          <a:xfrm>
            <a:off x="3325935" y="3387878"/>
            <a:ext cx="1846053" cy="482405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" bIns="36000" rtlCol="0" anchor="ctr"/>
          <a:lstStyle/>
          <a:p>
            <a:pPr algn="ctr"/>
            <a:r>
              <a:rPr lang="fr-FR" sz="1200">
                <a:solidFill>
                  <a:schemeClr val="bg1"/>
                </a:solidFill>
                <a:latin typeface="Arial Nova Cond" panose="020B0506020202020204" pitchFamily="34" charset="0"/>
              </a:rPr>
              <a:t>Solution Reco.</a:t>
            </a:r>
          </a:p>
        </p:txBody>
      </p:sp>
      <p:sp>
        <p:nvSpPr>
          <p:cNvPr id="126" name="Flèche : chevron 125">
            <a:extLst>
              <a:ext uri="{FF2B5EF4-FFF2-40B4-BE49-F238E27FC236}">
                <a16:creationId xmlns:a16="http://schemas.microsoft.com/office/drawing/2014/main" id="{3F78DDC3-46FF-AE07-8AB2-BAED72E75105}"/>
              </a:ext>
            </a:extLst>
          </p:cNvPr>
          <p:cNvSpPr/>
          <p:nvPr/>
        </p:nvSpPr>
        <p:spPr>
          <a:xfrm>
            <a:off x="6611401" y="3387878"/>
            <a:ext cx="1846053" cy="482405"/>
          </a:xfrm>
          <a:prstGeom prst="chevron">
            <a:avLst/>
          </a:prstGeom>
          <a:solidFill>
            <a:srgbClr val="72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36000" rIns="36000" bIns="36000" rtlCol="0" anchor="ctr"/>
          <a:lstStyle/>
          <a:p>
            <a:pPr algn="ctr"/>
            <a:r>
              <a:rPr lang="fr-FR" sz="1200">
                <a:solidFill>
                  <a:schemeClr val="bg1"/>
                </a:solidFill>
                <a:latin typeface="Arial Nova Cond" panose="020B0506020202020204" pitchFamily="34" charset="0"/>
              </a:rPr>
              <a:t>Solution</a:t>
            </a:r>
            <a:br>
              <a:rPr lang="fr-FR" sz="1200">
                <a:solidFill>
                  <a:schemeClr val="bg1"/>
                </a:solidFill>
                <a:latin typeface="Arial Nova Cond" panose="020B0506020202020204" pitchFamily="34" charset="0"/>
              </a:rPr>
            </a:br>
            <a:r>
              <a:rPr lang="fr-FR" sz="1200" err="1">
                <a:solidFill>
                  <a:schemeClr val="bg1"/>
                </a:solidFill>
                <a:latin typeface="Arial Nova Cond" panose="020B0506020202020204" pitchFamily="34" charset="0"/>
              </a:rPr>
              <a:t>Review</a:t>
            </a:r>
            <a:endParaRPr lang="fr-FR" sz="1200">
              <a:solidFill>
                <a:schemeClr val="bg1"/>
              </a:solidFill>
              <a:latin typeface="Arial Nova Cond" panose="020B0506020202020204" pitchFamily="34" charset="0"/>
            </a:endParaRPr>
          </a:p>
        </p:txBody>
      </p:sp>
      <p:sp>
        <p:nvSpPr>
          <p:cNvPr id="127" name="Triangle isocèle 126">
            <a:extLst>
              <a:ext uri="{FF2B5EF4-FFF2-40B4-BE49-F238E27FC236}">
                <a16:creationId xmlns:a16="http://schemas.microsoft.com/office/drawing/2014/main" id="{A4AC8707-BBD3-F4B3-3D08-E84610338BA6}"/>
              </a:ext>
            </a:extLst>
          </p:cNvPr>
          <p:cNvSpPr/>
          <p:nvPr/>
        </p:nvSpPr>
        <p:spPr>
          <a:xfrm>
            <a:off x="6956937" y="3542862"/>
            <a:ext cx="200025" cy="1724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28" name="Groupe 127">
            <a:extLst>
              <a:ext uri="{FF2B5EF4-FFF2-40B4-BE49-F238E27FC236}">
                <a16:creationId xmlns:a16="http://schemas.microsoft.com/office/drawing/2014/main" id="{9ADA8DEF-0874-90BE-99AF-37E05ED82765}"/>
              </a:ext>
            </a:extLst>
          </p:cNvPr>
          <p:cNvGrpSpPr/>
          <p:nvPr/>
        </p:nvGrpSpPr>
        <p:grpSpPr>
          <a:xfrm>
            <a:off x="9065400" y="3489002"/>
            <a:ext cx="2745005" cy="276999"/>
            <a:chOff x="7207473" y="4479402"/>
            <a:chExt cx="2745005" cy="276999"/>
          </a:xfrm>
        </p:grpSpPr>
        <p:grpSp>
          <p:nvGrpSpPr>
            <p:cNvPr id="129" name="Groupe 128">
              <a:extLst>
                <a:ext uri="{FF2B5EF4-FFF2-40B4-BE49-F238E27FC236}">
                  <a16:creationId xmlns:a16="http://schemas.microsoft.com/office/drawing/2014/main" id="{F2B64E79-81C7-8BA0-02BA-634783F56FFC}"/>
                </a:ext>
              </a:extLst>
            </p:cNvPr>
            <p:cNvGrpSpPr/>
            <p:nvPr/>
          </p:nvGrpSpPr>
          <p:grpSpPr>
            <a:xfrm>
              <a:off x="7207473" y="4483589"/>
              <a:ext cx="268625" cy="268624"/>
              <a:chOff x="6215114" y="4048714"/>
              <a:chExt cx="365127" cy="365126"/>
            </a:xfrm>
          </p:grpSpPr>
          <p:sp>
            <p:nvSpPr>
              <p:cNvPr id="131" name="Arc 130">
                <a:extLst>
                  <a:ext uri="{FF2B5EF4-FFF2-40B4-BE49-F238E27FC236}">
                    <a16:creationId xmlns:a16="http://schemas.microsoft.com/office/drawing/2014/main" id="{0EB1430D-851A-58F5-C585-78D24D6A0F12}"/>
                  </a:ext>
                </a:extLst>
              </p:cNvPr>
              <p:cNvSpPr/>
              <p:nvPr/>
            </p:nvSpPr>
            <p:spPr>
              <a:xfrm>
                <a:off x="6215114" y="4048714"/>
                <a:ext cx="365126" cy="365126"/>
              </a:xfrm>
              <a:prstGeom prst="arc">
                <a:avLst>
                  <a:gd name="adj1" fmla="val 16200000"/>
                  <a:gd name="adj2" fmla="val 4007884"/>
                </a:avLst>
              </a:prstGeom>
              <a:ln w="12700">
                <a:solidFill>
                  <a:schemeClr val="accent1">
                    <a:lumMod val="75000"/>
                  </a:schemeClr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32" name="Arc 131">
                <a:extLst>
                  <a:ext uri="{FF2B5EF4-FFF2-40B4-BE49-F238E27FC236}">
                    <a16:creationId xmlns:a16="http://schemas.microsoft.com/office/drawing/2014/main" id="{637A89EB-80C3-0F36-CF37-D7690923B6DC}"/>
                  </a:ext>
                </a:extLst>
              </p:cNvPr>
              <p:cNvSpPr/>
              <p:nvPr/>
            </p:nvSpPr>
            <p:spPr>
              <a:xfrm rot="10800000">
                <a:off x="6215115" y="4048714"/>
                <a:ext cx="365126" cy="365126"/>
              </a:xfrm>
              <a:prstGeom prst="arc">
                <a:avLst>
                  <a:gd name="adj1" fmla="val 16200000"/>
                  <a:gd name="adj2" fmla="val 4007884"/>
                </a:avLst>
              </a:prstGeom>
              <a:ln w="12700">
                <a:solidFill>
                  <a:schemeClr val="accent1">
                    <a:lumMod val="75000"/>
                  </a:schemeClr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30" name="ZoneTexte 129">
              <a:extLst>
                <a:ext uri="{FF2B5EF4-FFF2-40B4-BE49-F238E27FC236}">
                  <a16:creationId xmlns:a16="http://schemas.microsoft.com/office/drawing/2014/main" id="{52E04DFF-EABC-8A4F-8E90-7243A2DA2891}"/>
                </a:ext>
              </a:extLst>
            </p:cNvPr>
            <p:cNvSpPr txBox="1"/>
            <p:nvPr/>
          </p:nvSpPr>
          <p:spPr>
            <a:xfrm>
              <a:off x="7497595" y="4479402"/>
              <a:ext cx="245488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>
                  <a:solidFill>
                    <a:schemeClr val="accent1">
                      <a:lumMod val="75000"/>
                    </a:schemeClr>
                  </a:solidFill>
                  <a:latin typeface="Arial Nova Cond" panose="020B0506020202020204" pitchFamily="34" charset="0"/>
                </a:rPr>
                <a:t>Rounds of </a:t>
              </a:r>
              <a:r>
                <a:rPr lang="fr-FR" sz="1200" err="1">
                  <a:solidFill>
                    <a:schemeClr val="accent1">
                      <a:lumMod val="75000"/>
                    </a:schemeClr>
                  </a:solidFill>
                  <a:latin typeface="Arial Nova Cond" panose="020B0506020202020204" pitchFamily="34" charset="0"/>
                </a:rPr>
                <a:t>rework</a:t>
              </a:r>
              <a:r>
                <a:rPr lang="fr-FR" sz="1200">
                  <a:solidFill>
                    <a:schemeClr val="accent1">
                      <a:lumMod val="75000"/>
                    </a:schemeClr>
                  </a:solidFill>
                  <a:latin typeface="Arial Nova Cond" panose="020B0506020202020204" pitchFamily="34" charset="0"/>
                </a:rPr>
                <a:t> / Solution </a:t>
              </a:r>
              <a:r>
                <a:rPr lang="fr-FR" sz="1200" err="1">
                  <a:solidFill>
                    <a:schemeClr val="accent1">
                      <a:lumMod val="75000"/>
                    </a:schemeClr>
                  </a:solidFill>
                  <a:latin typeface="Arial Nova Cond" panose="020B0506020202020204" pitchFamily="34" charset="0"/>
                </a:rPr>
                <a:t>Reviews</a:t>
              </a:r>
              <a:endParaRPr lang="fr-FR" sz="1200">
                <a:solidFill>
                  <a:schemeClr val="accent1">
                    <a:lumMod val="75000"/>
                  </a:schemeClr>
                </a:solidFill>
                <a:latin typeface="Arial Nova Cond" panose="020B0506020202020204" pitchFamily="34" charset="0"/>
              </a:endParaRPr>
            </a:p>
          </p:txBody>
        </p:sp>
      </p:grpSp>
      <p:sp>
        <p:nvSpPr>
          <p:cNvPr id="133" name="ZoneTexte 132">
            <a:extLst>
              <a:ext uri="{FF2B5EF4-FFF2-40B4-BE49-F238E27FC236}">
                <a16:creationId xmlns:a16="http://schemas.microsoft.com/office/drawing/2014/main" id="{16803FC9-7DAB-1E59-C414-60323FDA4150}"/>
              </a:ext>
            </a:extLst>
          </p:cNvPr>
          <p:cNvSpPr txBox="1"/>
          <p:nvPr/>
        </p:nvSpPr>
        <p:spPr>
          <a:xfrm>
            <a:off x="910281" y="5293427"/>
            <a:ext cx="1035476" cy="215444"/>
          </a:xfrm>
          <a:prstGeom prst="rect">
            <a:avLst/>
          </a:prstGeom>
          <a:solidFill>
            <a:srgbClr val="F2F2F2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fr-FR" sz="1400" b="1" cap="all">
                <a:solidFill>
                  <a:schemeClr val="accent1">
                    <a:lumMod val="75000"/>
                  </a:schemeClr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FINALIZATION</a:t>
            </a:r>
          </a:p>
        </p:txBody>
      </p:sp>
      <p:sp>
        <p:nvSpPr>
          <p:cNvPr id="134" name="Flèche : chevron 133">
            <a:extLst>
              <a:ext uri="{FF2B5EF4-FFF2-40B4-BE49-F238E27FC236}">
                <a16:creationId xmlns:a16="http://schemas.microsoft.com/office/drawing/2014/main" id="{4B5DBCC6-F3F5-BC95-09AB-799F029CD7DB}"/>
              </a:ext>
            </a:extLst>
          </p:cNvPr>
          <p:cNvSpPr/>
          <p:nvPr/>
        </p:nvSpPr>
        <p:spPr>
          <a:xfrm>
            <a:off x="4968668" y="3386118"/>
            <a:ext cx="1846053" cy="482405"/>
          </a:xfrm>
          <a:prstGeom prst="chevron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rIns="36000" bIns="36000" rtlCol="0" anchor="ctr"/>
          <a:lstStyle/>
          <a:p>
            <a:pPr algn="ctr"/>
            <a:r>
              <a:rPr lang="fr-FR" sz="1200">
                <a:solidFill>
                  <a:schemeClr val="bg1"/>
                </a:solidFill>
                <a:latin typeface="Arial Nova Cond" panose="020B0506020202020204" pitchFamily="34" charset="0"/>
              </a:rPr>
              <a:t>Delivery</a:t>
            </a:r>
          </a:p>
          <a:p>
            <a:pPr algn="ctr"/>
            <a:r>
              <a:rPr lang="fr-FR" sz="1200">
                <a:solidFill>
                  <a:schemeClr val="bg1"/>
                </a:solidFill>
                <a:latin typeface="Arial Nova Cond" panose="020B0506020202020204" pitchFamily="34" charset="0"/>
              </a:rPr>
              <a:t>Visa</a:t>
            </a:r>
          </a:p>
        </p:txBody>
      </p:sp>
      <p:sp>
        <p:nvSpPr>
          <p:cNvPr id="135" name="Forme libre : forme 134">
            <a:extLst>
              <a:ext uri="{FF2B5EF4-FFF2-40B4-BE49-F238E27FC236}">
                <a16:creationId xmlns:a16="http://schemas.microsoft.com/office/drawing/2014/main" id="{06758D9A-DA15-A546-366D-3A571FBDCF16}"/>
              </a:ext>
            </a:extLst>
          </p:cNvPr>
          <p:cNvSpPr/>
          <p:nvPr/>
        </p:nvSpPr>
        <p:spPr>
          <a:xfrm>
            <a:off x="3707635" y="2458926"/>
            <a:ext cx="153248" cy="181922"/>
          </a:xfrm>
          <a:custGeom>
            <a:avLst/>
            <a:gdLst>
              <a:gd name="connsiteX0" fmla="*/ 0 w 153248"/>
              <a:gd name="connsiteY0" fmla="*/ 0 h 181922"/>
              <a:gd name="connsiteX1" fmla="*/ 119380 w 153248"/>
              <a:gd name="connsiteY1" fmla="*/ 0 h 181922"/>
              <a:gd name="connsiteX2" fmla="*/ 119380 w 153248"/>
              <a:gd name="connsiteY2" fmla="*/ 35850 h 181922"/>
              <a:gd name="connsiteX3" fmla="*/ 153248 w 153248"/>
              <a:gd name="connsiteY3" fmla="*/ 35850 h 181922"/>
              <a:gd name="connsiteX4" fmla="*/ 153248 w 153248"/>
              <a:gd name="connsiteY4" fmla="*/ 181922 h 181922"/>
              <a:gd name="connsiteX5" fmla="*/ 0 w 153248"/>
              <a:gd name="connsiteY5" fmla="*/ 181922 h 18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248" h="181922">
                <a:moveTo>
                  <a:pt x="0" y="0"/>
                </a:moveTo>
                <a:lnTo>
                  <a:pt x="119380" y="0"/>
                </a:lnTo>
                <a:lnTo>
                  <a:pt x="119380" y="35850"/>
                </a:lnTo>
                <a:lnTo>
                  <a:pt x="153248" y="35850"/>
                </a:lnTo>
                <a:lnTo>
                  <a:pt x="153248" y="181922"/>
                </a:lnTo>
                <a:lnTo>
                  <a:pt x="0" y="18192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36" name="Forme libre : forme 135">
            <a:extLst>
              <a:ext uri="{FF2B5EF4-FFF2-40B4-BE49-F238E27FC236}">
                <a16:creationId xmlns:a16="http://schemas.microsoft.com/office/drawing/2014/main" id="{49136806-6735-A3D9-7129-310796AE5255}"/>
              </a:ext>
            </a:extLst>
          </p:cNvPr>
          <p:cNvSpPr/>
          <p:nvPr/>
        </p:nvSpPr>
        <p:spPr>
          <a:xfrm>
            <a:off x="3707635" y="3539398"/>
            <a:ext cx="153248" cy="181922"/>
          </a:xfrm>
          <a:custGeom>
            <a:avLst/>
            <a:gdLst>
              <a:gd name="connsiteX0" fmla="*/ 0 w 153248"/>
              <a:gd name="connsiteY0" fmla="*/ 0 h 181922"/>
              <a:gd name="connsiteX1" fmla="*/ 119380 w 153248"/>
              <a:gd name="connsiteY1" fmla="*/ 0 h 181922"/>
              <a:gd name="connsiteX2" fmla="*/ 119380 w 153248"/>
              <a:gd name="connsiteY2" fmla="*/ 35850 h 181922"/>
              <a:gd name="connsiteX3" fmla="*/ 153248 w 153248"/>
              <a:gd name="connsiteY3" fmla="*/ 35850 h 181922"/>
              <a:gd name="connsiteX4" fmla="*/ 153248 w 153248"/>
              <a:gd name="connsiteY4" fmla="*/ 181922 h 181922"/>
              <a:gd name="connsiteX5" fmla="*/ 0 w 153248"/>
              <a:gd name="connsiteY5" fmla="*/ 181922 h 18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248" h="181922">
                <a:moveTo>
                  <a:pt x="0" y="0"/>
                </a:moveTo>
                <a:lnTo>
                  <a:pt x="119380" y="0"/>
                </a:lnTo>
                <a:lnTo>
                  <a:pt x="119380" y="35850"/>
                </a:lnTo>
                <a:lnTo>
                  <a:pt x="153248" y="35850"/>
                </a:lnTo>
                <a:lnTo>
                  <a:pt x="153248" y="181922"/>
                </a:lnTo>
                <a:lnTo>
                  <a:pt x="0" y="18192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37" name="Forme libre : forme 136">
            <a:extLst>
              <a:ext uri="{FF2B5EF4-FFF2-40B4-BE49-F238E27FC236}">
                <a16:creationId xmlns:a16="http://schemas.microsoft.com/office/drawing/2014/main" id="{B3ADE3EE-C861-F940-A742-E07CDAF94813}"/>
              </a:ext>
            </a:extLst>
          </p:cNvPr>
          <p:cNvSpPr/>
          <p:nvPr/>
        </p:nvSpPr>
        <p:spPr>
          <a:xfrm rot="18900000">
            <a:off x="5352219" y="3531191"/>
            <a:ext cx="192937" cy="122809"/>
          </a:xfrm>
          <a:custGeom>
            <a:avLst/>
            <a:gdLst>
              <a:gd name="connsiteX0" fmla="*/ 0 w 229235"/>
              <a:gd name="connsiteY0" fmla="*/ 0 h 145913"/>
              <a:gd name="connsiteX1" fmla="*/ 45719 w 229235"/>
              <a:gd name="connsiteY1" fmla="*/ 0 h 145913"/>
              <a:gd name="connsiteX2" fmla="*/ 45719 w 229235"/>
              <a:gd name="connsiteY2" fmla="*/ 98436 h 145913"/>
              <a:gd name="connsiteX3" fmla="*/ 229235 w 229235"/>
              <a:gd name="connsiteY3" fmla="*/ 98436 h 145913"/>
              <a:gd name="connsiteX4" fmla="*/ 229235 w 229235"/>
              <a:gd name="connsiteY4" fmla="*/ 145913 h 145913"/>
              <a:gd name="connsiteX5" fmla="*/ 1 w 229235"/>
              <a:gd name="connsiteY5" fmla="*/ 145913 h 145913"/>
              <a:gd name="connsiteX6" fmla="*/ 1 w 229235"/>
              <a:gd name="connsiteY6" fmla="*/ 144151 h 145913"/>
              <a:gd name="connsiteX7" fmla="*/ 0 w 229235"/>
              <a:gd name="connsiteY7" fmla="*/ 144151 h 14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9235" h="145913">
                <a:moveTo>
                  <a:pt x="0" y="0"/>
                </a:moveTo>
                <a:lnTo>
                  <a:pt x="45719" y="0"/>
                </a:lnTo>
                <a:lnTo>
                  <a:pt x="45719" y="98436"/>
                </a:lnTo>
                <a:lnTo>
                  <a:pt x="229235" y="98436"/>
                </a:lnTo>
                <a:lnTo>
                  <a:pt x="229235" y="145913"/>
                </a:lnTo>
                <a:lnTo>
                  <a:pt x="1" y="145913"/>
                </a:lnTo>
                <a:lnTo>
                  <a:pt x="1" y="144151"/>
                </a:lnTo>
                <a:lnTo>
                  <a:pt x="0" y="14415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38" name="Flèche : chevron 137">
            <a:extLst>
              <a:ext uri="{FF2B5EF4-FFF2-40B4-BE49-F238E27FC236}">
                <a16:creationId xmlns:a16="http://schemas.microsoft.com/office/drawing/2014/main" id="{D432BF84-01D8-F3B6-378D-F068B49DC038}"/>
              </a:ext>
            </a:extLst>
          </p:cNvPr>
          <p:cNvSpPr/>
          <p:nvPr/>
        </p:nvSpPr>
        <p:spPr>
          <a:xfrm>
            <a:off x="3323999" y="4464678"/>
            <a:ext cx="1846053" cy="482405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36000" rIns="36000" bIns="36000" rtlCol="0" anchor="ctr"/>
          <a:lstStyle/>
          <a:p>
            <a:pPr algn="ctr"/>
            <a:r>
              <a:rPr lang="fr-FR" sz="1200" err="1">
                <a:solidFill>
                  <a:schemeClr val="bg1"/>
                </a:solidFill>
                <a:latin typeface="Arial Nova Cond" panose="020B0506020202020204" pitchFamily="34" charset="0"/>
              </a:rPr>
              <a:t>Proposal</a:t>
            </a:r>
            <a:endParaRPr lang="fr-FR" sz="1200">
              <a:solidFill>
                <a:schemeClr val="bg1"/>
              </a:solidFill>
              <a:latin typeface="Arial Nova Cond" panose="020B0506020202020204" pitchFamily="34" charset="0"/>
            </a:endParaRPr>
          </a:p>
        </p:txBody>
      </p:sp>
      <p:sp>
        <p:nvSpPr>
          <p:cNvPr id="139" name="Forme libre : forme 138">
            <a:extLst>
              <a:ext uri="{FF2B5EF4-FFF2-40B4-BE49-F238E27FC236}">
                <a16:creationId xmlns:a16="http://schemas.microsoft.com/office/drawing/2014/main" id="{C3F927C8-EA76-261C-4E4A-131ECACE5487}"/>
              </a:ext>
            </a:extLst>
          </p:cNvPr>
          <p:cNvSpPr/>
          <p:nvPr/>
        </p:nvSpPr>
        <p:spPr>
          <a:xfrm>
            <a:off x="3707635" y="4607320"/>
            <a:ext cx="153248" cy="181922"/>
          </a:xfrm>
          <a:custGeom>
            <a:avLst/>
            <a:gdLst>
              <a:gd name="connsiteX0" fmla="*/ 0 w 153248"/>
              <a:gd name="connsiteY0" fmla="*/ 0 h 181922"/>
              <a:gd name="connsiteX1" fmla="*/ 119380 w 153248"/>
              <a:gd name="connsiteY1" fmla="*/ 0 h 181922"/>
              <a:gd name="connsiteX2" fmla="*/ 119380 w 153248"/>
              <a:gd name="connsiteY2" fmla="*/ 35850 h 181922"/>
              <a:gd name="connsiteX3" fmla="*/ 153248 w 153248"/>
              <a:gd name="connsiteY3" fmla="*/ 35850 h 181922"/>
              <a:gd name="connsiteX4" fmla="*/ 153248 w 153248"/>
              <a:gd name="connsiteY4" fmla="*/ 181922 h 181922"/>
              <a:gd name="connsiteX5" fmla="*/ 0 w 153248"/>
              <a:gd name="connsiteY5" fmla="*/ 181922 h 18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248" h="181922">
                <a:moveTo>
                  <a:pt x="0" y="0"/>
                </a:moveTo>
                <a:lnTo>
                  <a:pt x="119380" y="0"/>
                </a:lnTo>
                <a:lnTo>
                  <a:pt x="119380" y="35850"/>
                </a:lnTo>
                <a:lnTo>
                  <a:pt x="153248" y="35850"/>
                </a:lnTo>
                <a:lnTo>
                  <a:pt x="153248" y="181922"/>
                </a:lnTo>
                <a:lnTo>
                  <a:pt x="0" y="18192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grpSp>
        <p:nvGrpSpPr>
          <p:cNvPr id="140" name="Groupe 139">
            <a:extLst>
              <a:ext uri="{FF2B5EF4-FFF2-40B4-BE49-F238E27FC236}">
                <a16:creationId xmlns:a16="http://schemas.microsoft.com/office/drawing/2014/main" id="{8D941D4D-1C97-CF30-5E24-A8EE6C68CE88}"/>
              </a:ext>
            </a:extLst>
          </p:cNvPr>
          <p:cNvGrpSpPr/>
          <p:nvPr/>
        </p:nvGrpSpPr>
        <p:grpSpPr>
          <a:xfrm>
            <a:off x="6962794" y="6314493"/>
            <a:ext cx="1539319" cy="261610"/>
            <a:chOff x="6868355" y="6314493"/>
            <a:chExt cx="1539319" cy="261610"/>
          </a:xfrm>
        </p:grpSpPr>
        <p:sp>
          <p:nvSpPr>
            <p:cNvPr id="141" name="Forme libre : forme 140">
              <a:extLst>
                <a:ext uri="{FF2B5EF4-FFF2-40B4-BE49-F238E27FC236}">
                  <a16:creationId xmlns:a16="http://schemas.microsoft.com/office/drawing/2014/main" id="{B4A0189C-2D26-CC86-86D7-02796FFC0B87}"/>
                </a:ext>
              </a:extLst>
            </p:cNvPr>
            <p:cNvSpPr/>
            <p:nvPr/>
          </p:nvSpPr>
          <p:spPr>
            <a:xfrm>
              <a:off x="6868355" y="6361578"/>
              <a:ext cx="116034" cy="137745"/>
            </a:xfrm>
            <a:custGeom>
              <a:avLst/>
              <a:gdLst>
                <a:gd name="connsiteX0" fmla="*/ 0 w 153248"/>
                <a:gd name="connsiteY0" fmla="*/ 0 h 181922"/>
                <a:gd name="connsiteX1" fmla="*/ 119380 w 153248"/>
                <a:gd name="connsiteY1" fmla="*/ 0 h 181922"/>
                <a:gd name="connsiteX2" fmla="*/ 119380 w 153248"/>
                <a:gd name="connsiteY2" fmla="*/ 35850 h 181922"/>
                <a:gd name="connsiteX3" fmla="*/ 153248 w 153248"/>
                <a:gd name="connsiteY3" fmla="*/ 35850 h 181922"/>
                <a:gd name="connsiteX4" fmla="*/ 153248 w 153248"/>
                <a:gd name="connsiteY4" fmla="*/ 181922 h 181922"/>
                <a:gd name="connsiteX5" fmla="*/ 0 w 153248"/>
                <a:gd name="connsiteY5" fmla="*/ 181922 h 181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248" h="181922">
                  <a:moveTo>
                    <a:pt x="0" y="0"/>
                  </a:moveTo>
                  <a:lnTo>
                    <a:pt x="119380" y="0"/>
                  </a:lnTo>
                  <a:lnTo>
                    <a:pt x="119380" y="35850"/>
                  </a:lnTo>
                  <a:lnTo>
                    <a:pt x="153248" y="35850"/>
                  </a:lnTo>
                  <a:lnTo>
                    <a:pt x="153248" y="181922"/>
                  </a:lnTo>
                  <a:lnTo>
                    <a:pt x="0" y="181922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722F85"/>
                </a:solidFill>
              </a:endParaRPr>
            </a:p>
          </p:txBody>
        </p:sp>
        <p:sp>
          <p:nvSpPr>
            <p:cNvPr id="142" name="ZoneTexte 141">
              <a:extLst>
                <a:ext uri="{FF2B5EF4-FFF2-40B4-BE49-F238E27FC236}">
                  <a16:creationId xmlns:a16="http://schemas.microsoft.com/office/drawing/2014/main" id="{ED020116-086A-016E-33A4-E1F24094EF3B}"/>
                </a:ext>
              </a:extLst>
            </p:cNvPr>
            <p:cNvSpPr txBox="1"/>
            <p:nvPr/>
          </p:nvSpPr>
          <p:spPr>
            <a:xfrm>
              <a:off x="6966254" y="6314493"/>
              <a:ext cx="1441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Arial Nova Cond" panose="020B0506020202020204" pitchFamily="34" charset="0"/>
                </a:rPr>
                <a:t>Mandatory</a:t>
              </a:r>
              <a:r>
                <a:rPr lang="fr-FR" sz="1100">
                  <a:solidFill>
                    <a:schemeClr val="tx2">
                      <a:lumMod val="60000"/>
                      <a:lumOff val="40000"/>
                    </a:schemeClr>
                  </a:solidFill>
                  <a:latin typeface="Arial Nova Cond" panose="020B0506020202020204" pitchFamily="34" charset="0"/>
                </a:rPr>
                <a:t> documents</a:t>
              </a:r>
            </a:p>
          </p:txBody>
        </p:sp>
      </p:grpSp>
      <p:grpSp>
        <p:nvGrpSpPr>
          <p:cNvPr id="143" name="Groupe 142">
            <a:extLst>
              <a:ext uri="{FF2B5EF4-FFF2-40B4-BE49-F238E27FC236}">
                <a16:creationId xmlns:a16="http://schemas.microsoft.com/office/drawing/2014/main" id="{2BFF8EBA-0DAD-E20D-BCB0-C5746CF4D05E}"/>
              </a:ext>
            </a:extLst>
          </p:cNvPr>
          <p:cNvGrpSpPr/>
          <p:nvPr/>
        </p:nvGrpSpPr>
        <p:grpSpPr>
          <a:xfrm>
            <a:off x="8745750" y="6314493"/>
            <a:ext cx="1319722" cy="261610"/>
            <a:chOff x="8502576" y="6314493"/>
            <a:chExt cx="1319722" cy="261610"/>
          </a:xfrm>
        </p:grpSpPr>
        <p:sp>
          <p:nvSpPr>
            <p:cNvPr id="144" name="Forme libre : forme 143">
              <a:extLst>
                <a:ext uri="{FF2B5EF4-FFF2-40B4-BE49-F238E27FC236}">
                  <a16:creationId xmlns:a16="http://schemas.microsoft.com/office/drawing/2014/main" id="{0451587A-1689-CF99-3B89-940CE4B8C63A}"/>
                </a:ext>
              </a:extLst>
            </p:cNvPr>
            <p:cNvSpPr/>
            <p:nvPr/>
          </p:nvSpPr>
          <p:spPr>
            <a:xfrm rot="18900000">
              <a:off x="8502576" y="6383956"/>
              <a:ext cx="146085" cy="92987"/>
            </a:xfrm>
            <a:custGeom>
              <a:avLst/>
              <a:gdLst>
                <a:gd name="connsiteX0" fmla="*/ 0 w 229235"/>
                <a:gd name="connsiteY0" fmla="*/ 0 h 145913"/>
                <a:gd name="connsiteX1" fmla="*/ 45719 w 229235"/>
                <a:gd name="connsiteY1" fmla="*/ 0 h 145913"/>
                <a:gd name="connsiteX2" fmla="*/ 45719 w 229235"/>
                <a:gd name="connsiteY2" fmla="*/ 98436 h 145913"/>
                <a:gd name="connsiteX3" fmla="*/ 229235 w 229235"/>
                <a:gd name="connsiteY3" fmla="*/ 98436 h 145913"/>
                <a:gd name="connsiteX4" fmla="*/ 229235 w 229235"/>
                <a:gd name="connsiteY4" fmla="*/ 145913 h 145913"/>
                <a:gd name="connsiteX5" fmla="*/ 1 w 229235"/>
                <a:gd name="connsiteY5" fmla="*/ 145913 h 145913"/>
                <a:gd name="connsiteX6" fmla="*/ 1 w 229235"/>
                <a:gd name="connsiteY6" fmla="*/ 144151 h 145913"/>
                <a:gd name="connsiteX7" fmla="*/ 0 w 229235"/>
                <a:gd name="connsiteY7" fmla="*/ 144151 h 14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235" h="145913">
                  <a:moveTo>
                    <a:pt x="0" y="0"/>
                  </a:moveTo>
                  <a:lnTo>
                    <a:pt x="45719" y="0"/>
                  </a:lnTo>
                  <a:lnTo>
                    <a:pt x="45719" y="98436"/>
                  </a:lnTo>
                  <a:lnTo>
                    <a:pt x="229235" y="98436"/>
                  </a:lnTo>
                  <a:lnTo>
                    <a:pt x="229235" y="145913"/>
                  </a:lnTo>
                  <a:lnTo>
                    <a:pt x="1" y="145913"/>
                  </a:lnTo>
                  <a:lnTo>
                    <a:pt x="1" y="144151"/>
                  </a:lnTo>
                  <a:lnTo>
                    <a:pt x="0" y="144151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722F85"/>
                </a:solidFill>
              </a:endParaRPr>
            </a:p>
          </p:txBody>
        </p:sp>
        <p:sp>
          <p:nvSpPr>
            <p:cNvPr id="145" name="ZoneTexte 144">
              <a:extLst>
                <a:ext uri="{FF2B5EF4-FFF2-40B4-BE49-F238E27FC236}">
                  <a16:creationId xmlns:a16="http://schemas.microsoft.com/office/drawing/2014/main" id="{7F78E0D9-4CFD-7C79-9BE0-1D10F3E114FD}"/>
                </a:ext>
              </a:extLst>
            </p:cNvPr>
            <p:cNvSpPr txBox="1"/>
            <p:nvPr/>
          </p:nvSpPr>
          <p:spPr>
            <a:xfrm>
              <a:off x="8613313" y="6314493"/>
              <a:ext cx="120898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Arial Nova Cond" panose="020B0506020202020204" pitchFamily="34" charset="0"/>
                </a:rPr>
                <a:t>Mandatory</a:t>
              </a:r>
              <a:r>
                <a:rPr lang="fr-FR" sz="1100">
                  <a:solidFill>
                    <a:schemeClr val="tx2">
                      <a:lumMod val="60000"/>
                      <a:lumOff val="40000"/>
                    </a:schemeClr>
                  </a:solidFill>
                  <a:latin typeface="Arial Nova Cond" panose="020B0506020202020204" pitchFamily="34" charset="0"/>
                </a:rPr>
                <a:t> checks</a:t>
              </a:r>
            </a:p>
          </p:txBody>
        </p:sp>
      </p:grpSp>
      <p:grpSp>
        <p:nvGrpSpPr>
          <p:cNvPr id="146" name="Groupe 145">
            <a:extLst>
              <a:ext uri="{FF2B5EF4-FFF2-40B4-BE49-F238E27FC236}">
                <a16:creationId xmlns:a16="http://schemas.microsoft.com/office/drawing/2014/main" id="{E359AF7F-74DB-AE2F-0393-6E4BFB5D665B}"/>
              </a:ext>
            </a:extLst>
          </p:cNvPr>
          <p:cNvGrpSpPr/>
          <p:nvPr/>
        </p:nvGrpSpPr>
        <p:grpSpPr>
          <a:xfrm>
            <a:off x="6611400" y="5536209"/>
            <a:ext cx="1846053" cy="482405"/>
            <a:chOff x="6611400" y="5536209"/>
            <a:chExt cx="1846053" cy="482405"/>
          </a:xfrm>
        </p:grpSpPr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780AAB63-E743-47C8-720C-0C79AE2BF2B4}"/>
                </a:ext>
              </a:extLst>
            </p:cNvPr>
            <p:cNvSpPr/>
            <p:nvPr/>
          </p:nvSpPr>
          <p:spPr>
            <a:xfrm>
              <a:off x="8181975" y="5536209"/>
              <a:ext cx="275478" cy="48239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fr-FR" sz="1200">
                <a:solidFill>
                  <a:schemeClr val="bg1"/>
                </a:solidFill>
                <a:latin typeface="Arial Nova Cond" panose="020B0506020202020204" pitchFamily="34" charset="0"/>
              </a:endParaRPr>
            </a:p>
          </p:txBody>
        </p:sp>
        <p:sp>
          <p:nvSpPr>
            <p:cNvPr id="148" name="Flèche : chevron 147">
              <a:extLst>
                <a:ext uri="{FF2B5EF4-FFF2-40B4-BE49-F238E27FC236}">
                  <a16:creationId xmlns:a16="http://schemas.microsoft.com/office/drawing/2014/main" id="{0DB4C79C-98D0-14C3-6D77-FCFC0609C094}"/>
                </a:ext>
              </a:extLst>
            </p:cNvPr>
            <p:cNvSpPr/>
            <p:nvPr/>
          </p:nvSpPr>
          <p:spPr>
            <a:xfrm>
              <a:off x="6611400" y="5536209"/>
              <a:ext cx="1846053" cy="482405"/>
            </a:xfrm>
            <a:prstGeom prst="chevron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r"/>
              <a:r>
                <a:rPr lang="fr-FR" sz="1200">
                  <a:solidFill>
                    <a:schemeClr val="bg1"/>
                  </a:solidFill>
                  <a:latin typeface="Arial Nova Cond" panose="020B0506020202020204" pitchFamily="34" charset="0"/>
                </a:rPr>
                <a:t>Win/</a:t>
              </a:r>
              <a:r>
                <a:rPr lang="fr-FR" sz="1200" err="1">
                  <a:solidFill>
                    <a:schemeClr val="bg1"/>
                  </a:solidFill>
                  <a:latin typeface="Arial Nova Cond" panose="020B0506020202020204" pitchFamily="34" charset="0"/>
                </a:rPr>
                <a:t>Loss</a:t>
              </a:r>
              <a:r>
                <a:rPr lang="fr-FR" sz="1200">
                  <a:solidFill>
                    <a:schemeClr val="bg1"/>
                  </a:solidFill>
                  <a:latin typeface="Arial Nova Cond" panose="020B0506020202020204" pitchFamily="34" charset="0"/>
                </a:rPr>
                <a:t> </a:t>
              </a:r>
              <a:r>
                <a:rPr lang="fr-FR" sz="1200" err="1">
                  <a:solidFill>
                    <a:schemeClr val="bg1"/>
                  </a:solidFill>
                  <a:latin typeface="Arial Nova Cond" panose="020B0506020202020204" pitchFamily="34" charset="0"/>
                </a:rPr>
                <a:t>Review</a:t>
              </a:r>
              <a:endParaRPr lang="fr-FR" sz="1200">
                <a:solidFill>
                  <a:schemeClr val="bg1"/>
                </a:solidFill>
                <a:latin typeface="Arial Nova Cond" panose="020B0506020202020204" pitchFamily="34" charset="0"/>
              </a:endParaRPr>
            </a:p>
          </p:txBody>
        </p:sp>
      </p:grpSp>
      <p:sp>
        <p:nvSpPr>
          <p:cNvPr id="149" name="Flèche : pentagone 148">
            <a:extLst>
              <a:ext uri="{FF2B5EF4-FFF2-40B4-BE49-F238E27FC236}">
                <a16:creationId xmlns:a16="http://schemas.microsoft.com/office/drawing/2014/main" id="{2EB6E38E-B87D-C111-7BB1-AE57E4E6C4B9}"/>
              </a:ext>
            </a:extLst>
          </p:cNvPr>
          <p:cNvSpPr/>
          <p:nvPr/>
        </p:nvSpPr>
        <p:spPr>
          <a:xfrm>
            <a:off x="1683202" y="1239548"/>
            <a:ext cx="1846053" cy="482405"/>
          </a:xfrm>
          <a:prstGeom prst="homePlate">
            <a:avLst/>
          </a:prstGeom>
          <a:solidFill>
            <a:srgbClr val="44BC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36000" rIns="36000" bIns="36000" rtlCol="0" anchor="ctr"/>
          <a:lstStyle/>
          <a:p>
            <a:pPr algn="ctr"/>
            <a:r>
              <a:rPr lang="fr-FR" sz="1200" err="1">
                <a:latin typeface="Arial Nova Cond" panose="020B0506020202020204" pitchFamily="34" charset="0"/>
              </a:rPr>
              <a:t>Selected</a:t>
            </a:r>
            <a:endParaRPr lang="fr-FR" sz="1200">
              <a:latin typeface="Arial Nova Cond" panose="020B0506020202020204" pitchFamily="34" charset="0"/>
            </a:endParaRPr>
          </a:p>
          <a:p>
            <a:pPr algn="ctr"/>
            <a:r>
              <a:rPr lang="fr-FR" sz="1200">
                <a:latin typeface="Arial Nova Cond" panose="020B0506020202020204" pitchFamily="34" charset="0"/>
              </a:rPr>
              <a:t>Opportunity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232E1C3F-45BB-3A86-5018-EBCC4F7FC642}"/>
              </a:ext>
            </a:extLst>
          </p:cNvPr>
          <p:cNvSpPr txBox="1"/>
          <p:nvPr/>
        </p:nvSpPr>
        <p:spPr>
          <a:xfrm>
            <a:off x="910281" y="941791"/>
            <a:ext cx="1138068" cy="215444"/>
          </a:xfrm>
          <a:prstGeom prst="rect">
            <a:avLst/>
          </a:prstGeom>
          <a:solidFill>
            <a:srgbClr val="F2F2F2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fr-FR" sz="1400" b="1" cap="all" err="1">
                <a:solidFill>
                  <a:schemeClr val="accent5">
                    <a:lumMod val="50000"/>
                  </a:schemeClr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INitialization</a:t>
            </a:r>
            <a:endParaRPr lang="fr-FR" sz="1400" b="1" cap="all">
              <a:solidFill>
                <a:schemeClr val="accent5">
                  <a:lumMod val="50000"/>
                </a:schemeClr>
              </a:solidFill>
              <a:latin typeface="Arial Nova Cond" panose="020B0506020202020204" pitchFamily="34" charset="0"/>
              <a:ea typeface="Inter-Bold" panose="02000803000000020004" pitchFamily="50" charset="0"/>
            </a:endParaRPr>
          </a:p>
        </p:txBody>
      </p:sp>
      <p:sp>
        <p:nvSpPr>
          <p:cNvPr id="151" name="Triangle isocèle 150">
            <a:extLst>
              <a:ext uri="{FF2B5EF4-FFF2-40B4-BE49-F238E27FC236}">
                <a16:creationId xmlns:a16="http://schemas.microsoft.com/office/drawing/2014/main" id="{9E92466B-DB4E-B9B6-50FE-4E76A5E84E7B}"/>
              </a:ext>
            </a:extLst>
          </p:cNvPr>
          <p:cNvSpPr/>
          <p:nvPr/>
        </p:nvSpPr>
        <p:spPr>
          <a:xfrm>
            <a:off x="1929097" y="1394128"/>
            <a:ext cx="200025" cy="1724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6632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202A1737-5FF1-C807-F13F-01B883AE96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err="1"/>
              <a:t>Proposal</a:t>
            </a:r>
            <a:r>
              <a:rPr lang="fr-FR"/>
              <a:t> Stakeholders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EA80667-5225-749B-95E3-69825EB1E9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CH"/>
              <a:t>The </a:t>
            </a:r>
            <a:r>
              <a:rPr lang="fr-CH" err="1"/>
              <a:t>bid</a:t>
            </a:r>
            <a:r>
              <a:rPr lang="fr-CH"/>
              <a:t> manager</a:t>
            </a:r>
          </a:p>
          <a:p>
            <a:endParaRPr lang="fr-CH"/>
          </a:p>
          <a:p>
            <a:endParaRPr lang="fr-CH"/>
          </a:p>
          <a:p>
            <a:endParaRPr lang="fr-CH"/>
          </a:p>
          <a:p>
            <a:r>
              <a:rPr lang="fr-CH"/>
              <a:t>The team</a:t>
            </a:r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B4B23AA-2BFF-2592-0785-FC9CA0188DE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Who is involved in proposal drafting?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FBB0D2-B6C6-3B80-8533-D837CE36B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Sales Process V.4.0</a:t>
            </a:r>
          </a:p>
        </p:txBody>
      </p:sp>
      <p:pic>
        <p:nvPicPr>
          <p:cNvPr id="6" name="Picture 30" descr="Offers Icon - Download in Line Style">
            <a:extLst>
              <a:ext uri="{FF2B5EF4-FFF2-40B4-BE49-F238E27FC236}">
                <a16:creationId xmlns:a16="http://schemas.microsoft.com/office/drawing/2014/main" id="{FA105248-CD49-45E5-1553-75D265D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049" y="198831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931A05EC-9BBF-F2F5-7DE5-314778EAD82F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5EDC218-7DDB-6C2E-4036-11890490C725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D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MANDATORY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D437F6B-F9FA-2FF0-1948-6F615EFC7BC3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  <p:graphicFrame>
        <p:nvGraphicFramePr>
          <p:cNvPr id="10" name="Tableau 3">
            <a:extLst>
              <a:ext uri="{FF2B5EF4-FFF2-40B4-BE49-F238E27FC236}">
                <a16:creationId xmlns:a16="http://schemas.microsoft.com/office/drawing/2014/main" id="{CD4A9AE2-6B69-EFBC-C6EF-43A3069B95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067173"/>
              </p:ext>
            </p:extLst>
          </p:nvPr>
        </p:nvGraphicFramePr>
        <p:xfrm>
          <a:off x="974033" y="3407939"/>
          <a:ext cx="10430070" cy="239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281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2745281">
                  <a:extLst>
                    <a:ext uri="{9D8B030D-6E8A-4147-A177-3AD203B41FA5}">
                      <a16:colId xmlns:a16="http://schemas.microsoft.com/office/drawing/2014/main" val="3007692051"/>
                    </a:ext>
                  </a:extLst>
                </a:gridCol>
                <a:gridCol w="616689">
                  <a:extLst>
                    <a:ext uri="{9D8B030D-6E8A-4147-A177-3AD203B41FA5}">
                      <a16:colId xmlns:a16="http://schemas.microsoft.com/office/drawing/2014/main" val="22444307"/>
                    </a:ext>
                  </a:extLst>
                </a:gridCol>
                <a:gridCol w="3125972">
                  <a:extLst>
                    <a:ext uri="{9D8B030D-6E8A-4147-A177-3AD203B41FA5}">
                      <a16:colId xmlns:a16="http://schemas.microsoft.com/office/drawing/2014/main" val="3963041803"/>
                    </a:ext>
                  </a:extLst>
                </a:gridCol>
                <a:gridCol w="1196847">
                  <a:extLst>
                    <a:ext uri="{9D8B030D-6E8A-4147-A177-3AD203B41FA5}">
                      <a16:colId xmlns:a16="http://schemas.microsoft.com/office/drawing/2014/main" val="19743633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200" err="1">
                          <a:latin typeface="Arial Nova Cond" panose="020B0506020202020204" pitchFamily="34" charset="0"/>
                        </a:rPr>
                        <a:t>Firstname</a:t>
                      </a:r>
                      <a:r>
                        <a:rPr lang="fr-FR" sz="1200">
                          <a:latin typeface="Arial Nova Cond" panose="020B0506020202020204" pitchFamily="34" charset="0"/>
                        </a:rPr>
                        <a:t> LASTNAME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31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Job </a:t>
                      </a:r>
                      <a:r>
                        <a:rPr lang="fr-FR" sz="1200" err="1">
                          <a:latin typeface="Arial Nova Cond" panose="020B0506020202020204" pitchFamily="34" charset="0"/>
                        </a:rPr>
                        <a:t>title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err="1">
                          <a:latin typeface="Arial Nova Cond" panose="020B0506020202020204" pitchFamily="34" charset="0"/>
                        </a:rPr>
                        <a:t>Entity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err="1">
                          <a:latin typeface="Arial Nova Cond" panose="020B0506020202020204" pitchFamily="34" charset="0"/>
                        </a:rPr>
                        <a:t>Role</a:t>
                      </a:r>
                      <a:r>
                        <a:rPr lang="fr-FR" sz="1200">
                          <a:latin typeface="Arial Nova Cond" panose="020B0506020202020204" pitchFamily="34" charset="0"/>
                        </a:rPr>
                        <a:t> on the </a:t>
                      </a:r>
                      <a:r>
                        <a:rPr lang="fr-FR" sz="1200" err="1">
                          <a:latin typeface="Arial Nova Cond" panose="020B0506020202020204" pitchFamily="34" charset="0"/>
                        </a:rPr>
                        <a:t>presale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MD </a:t>
                      </a:r>
                      <a:r>
                        <a:rPr lang="fr-FR" sz="1200" err="1">
                          <a:latin typeface="Arial Nova Cond" panose="020B0506020202020204" pitchFamily="34" charset="0"/>
                        </a:rPr>
                        <a:t>Workload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CDD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C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4227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5979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C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1178511"/>
                  </a:ext>
                </a:extLst>
              </a:tr>
            </a:tbl>
          </a:graphicData>
        </a:graphic>
      </p:graphicFrame>
      <p:graphicFrame>
        <p:nvGraphicFramePr>
          <p:cNvPr id="11" name="Tableau 3">
            <a:extLst>
              <a:ext uri="{FF2B5EF4-FFF2-40B4-BE49-F238E27FC236}">
                <a16:creationId xmlns:a16="http://schemas.microsoft.com/office/drawing/2014/main" id="{AD127EBD-EDA6-6126-1BAC-18DD364113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911967"/>
              </p:ext>
            </p:extLst>
          </p:nvPr>
        </p:nvGraphicFramePr>
        <p:xfrm>
          <a:off x="974033" y="1830966"/>
          <a:ext cx="7304098" cy="7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281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2745281">
                  <a:extLst>
                    <a:ext uri="{9D8B030D-6E8A-4147-A177-3AD203B41FA5}">
                      <a16:colId xmlns:a16="http://schemas.microsoft.com/office/drawing/2014/main" val="3007692051"/>
                    </a:ext>
                  </a:extLst>
                </a:gridCol>
                <a:gridCol w="616689">
                  <a:extLst>
                    <a:ext uri="{9D8B030D-6E8A-4147-A177-3AD203B41FA5}">
                      <a16:colId xmlns:a16="http://schemas.microsoft.com/office/drawing/2014/main" val="22444307"/>
                    </a:ext>
                  </a:extLst>
                </a:gridCol>
                <a:gridCol w="1196847">
                  <a:extLst>
                    <a:ext uri="{9D8B030D-6E8A-4147-A177-3AD203B41FA5}">
                      <a16:colId xmlns:a16="http://schemas.microsoft.com/office/drawing/2014/main" val="19743633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200" err="1">
                          <a:latin typeface="Arial Nova Cond" panose="020B0506020202020204" pitchFamily="34" charset="0"/>
                        </a:rPr>
                        <a:t>Firstname</a:t>
                      </a:r>
                      <a:r>
                        <a:rPr lang="fr-FR" sz="1200">
                          <a:latin typeface="Arial Nova Cond" panose="020B0506020202020204" pitchFamily="34" charset="0"/>
                        </a:rPr>
                        <a:t> LASTNAME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31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Job </a:t>
                      </a:r>
                      <a:r>
                        <a:rPr lang="fr-FR" sz="1200" err="1">
                          <a:latin typeface="Arial Nova Cond" panose="020B0506020202020204" pitchFamily="34" charset="0"/>
                        </a:rPr>
                        <a:t>title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err="1">
                          <a:latin typeface="Arial Nova Cond" panose="020B0506020202020204" pitchFamily="34" charset="0"/>
                        </a:rPr>
                        <a:t>Entity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MD </a:t>
                      </a:r>
                      <a:r>
                        <a:rPr lang="fr-FR" sz="1200" err="1">
                          <a:latin typeface="Arial Nova Cond" panose="020B0506020202020204" pitchFamily="34" charset="0"/>
                        </a:rPr>
                        <a:t>Workload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CDD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</a:tbl>
          </a:graphicData>
        </a:graphic>
      </p:graphicFrame>
      <p:grpSp>
        <p:nvGrpSpPr>
          <p:cNvPr id="12" name="Groupe 11">
            <a:extLst>
              <a:ext uri="{FF2B5EF4-FFF2-40B4-BE49-F238E27FC236}">
                <a16:creationId xmlns:a16="http://schemas.microsoft.com/office/drawing/2014/main" id="{59981470-095B-ADC4-A222-1F1533C87608}"/>
              </a:ext>
            </a:extLst>
          </p:cNvPr>
          <p:cNvGrpSpPr/>
          <p:nvPr/>
        </p:nvGrpSpPr>
        <p:grpSpPr>
          <a:xfrm>
            <a:off x="5098342" y="5126396"/>
            <a:ext cx="3552825" cy="1320532"/>
            <a:chOff x="5739511" y="1663757"/>
            <a:chExt cx="3552825" cy="1320532"/>
          </a:xfrm>
        </p:grpSpPr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961C9FEC-7E91-24F2-44FC-03BA6A924392}"/>
                </a:ext>
              </a:extLst>
            </p:cNvPr>
            <p:cNvSpPr txBox="1"/>
            <p:nvPr/>
          </p:nvSpPr>
          <p:spPr>
            <a:xfrm>
              <a:off x="5739511" y="1663758"/>
              <a:ext cx="3552825" cy="1320531"/>
            </a:xfrm>
            <a:prstGeom prst="rect">
              <a:avLst/>
            </a:prstGeom>
            <a:solidFill>
              <a:srgbClr val="E5EEF7"/>
            </a:solidFill>
            <a:ln>
              <a:solidFill>
                <a:srgbClr val="336699"/>
              </a:solidFill>
            </a:ln>
            <a:effectLst>
              <a:outerShdw dist="50800" dir="2700000" algn="tl" rotWithShape="0">
                <a:schemeClr val="bg1">
                  <a:lumMod val="8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tIns="90000" rIns="90000" bIns="90000" rtlCol="0" anchor="t">
              <a:spAutoFit/>
            </a:bodyPr>
            <a:lstStyle>
              <a:defPPr>
                <a:defRPr lang="fr-FR"/>
              </a:defPPr>
              <a:lvl1pPr>
                <a:spcBef>
                  <a:spcPts val="1800"/>
                </a:spcBef>
                <a:spcAft>
                  <a:spcPts val="1800"/>
                </a:spcAft>
                <a:defRPr sz="1400" b="1">
                  <a:solidFill>
                    <a:srgbClr val="5E9BA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fr-FR" sz="1200">
                  <a:solidFill>
                    <a:srgbClr val="336699"/>
                  </a:solidFill>
                </a:rPr>
                <a:t>Most of the slides in </a:t>
              </a:r>
              <a:r>
                <a:rPr lang="fr-FR" sz="1200" err="1">
                  <a:solidFill>
                    <a:srgbClr val="336699"/>
                  </a:solidFill>
                </a:rPr>
                <a:t>this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presentation</a:t>
              </a:r>
              <a:r>
                <a:rPr lang="fr-FR" sz="1200">
                  <a:solidFill>
                    <a:srgbClr val="336699"/>
                  </a:solidFill>
                </a:rPr>
                <a:t> are </a:t>
              </a:r>
              <a:r>
                <a:rPr lang="fr-FR" sz="1200" err="1">
                  <a:solidFill>
                    <a:srgbClr val="336699"/>
                  </a:solidFill>
                </a:rPr>
                <a:t>reused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from</a:t>
              </a:r>
              <a:r>
                <a:rPr lang="fr-FR" sz="1200">
                  <a:solidFill>
                    <a:srgbClr val="336699"/>
                  </a:solidFill>
                </a:rPr>
                <a:t> Go/No Go and </a:t>
              </a:r>
              <a:r>
                <a:rPr lang="fr-FR" sz="1200" err="1">
                  <a:solidFill>
                    <a:srgbClr val="336699"/>
                  </a:solidFill>
                </a:rPr>
                <a:t>Solutioning</a:t>
              </a:r>
              <a:r>
                <a:rPr lang="fr-FR" sz="1200">
                  <a:solidFill>
                    <a:srgbClr val="336699"/>
                  </a:solidFill>
                </a:rPr>
                <a:t> deck.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fr-FR" sz="1100" b="0" i="1">
                  <a:solidFill>
                    <a:srgbClr val="336699"/>
                  </a:solidFill>
                </a:rPr>
                <a:t>La grande majorité des slides de cette présentation est héritée des présentations passées.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BA48A0C-C542-BE33-5293-27DA599BAA1A}"/>
                </a:ext>
              </a:extLst>
            </p:cNvPr>
            <p:cNvSpPr/>
            <p:nvPr/>
          </p:nvSpPr>
          <p:spPr>
            <a:xfrm>
              <a:off x="5739511" y="1663757"/>
              <a:ext cx="467360" cy="1320531"/>
            </a:xfrm>
            <a:prstGeom prst="rect">
              <a:avLst/>
            </a:prstGeom>
            <a:solidFill>
              <a:srgbClr val="336699"/>
            </a:solidFill>
            <a:ln w="12700">
              <a:solidFill>
                <a:srgbClr val="336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i="1">
                  <a:latin typeface="Bodoni MT Black" panose="02070A03080606020203" pitchFamily="18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6535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A268C41-EA06-6AB1-110B-BA9F0CD06A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/>
              <a:t>Associated documents</a:t>
            </a:r>
            <a:endParaRPr lang="en-US" sz="28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5E49A2-4B24-70F1-F8A0-9909AA6C25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CH"/>
              <a:t>Work documents</a:t>
            </a:r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886A8C6-589A-4702-BBDB-6B9B1C93C5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cap="all" err="1">
                <a:solidFill>
                  <a:schemeClr val="accent3"/>
                </a:solidFill>
                <a:ea typeface="Inter-Bold"/>
                <a:cs typeface="Inter-Bold"/>
              </a:rPr>
              <a:t>Internal</a:t>
            </a:r>
            <a:r>
              <a:rPr lang="fr-FR" cap="all">
                <a:solidFill>
                  <a:schemeClr val="accent3"/>
                </a:solidFill>
                <a:ea typeface="Inter-Bold"/>
                <a:cs typeface="Inter-Bold"/>
              </a:rPr>
              <a:t> </a:t>
            </a:r>
            <a:r>
              <a:rPr lang="fr-FR" cap="all" err="1">
                <a:solidFill>
                  <a:schemeClr val="accent3"/>
                </a:solidFill>
                <a:ea typeface="Inter-Bold"/>
                <a:cs typeface="Inter-Bold"/>
              </a:rPr>
              <a:t>Proposal</a:t>
            </a:r>
            <a:r>
              <a:rPr lang="fr-FR" cap="all">
                <a:solidFill>
                  <a:schemeClr val="accent3"/>
                </a:solidFill>
                <a:ea typeface="Inter-Bold"/>
                <a:cs typeface="Inter-Bold"/>
              </a:rPr>
              <a:t> </a:t>
            </a:r>
            <a:r>
              <a:rPr lang="fr-FR" cap="all" err="1">
                <a:solidFill>
                  <a:schemeClr val="accent3"/>
                </a:solidFill>
                <a:ea typeface="Inter-Bold"/>
                <a:cs typeface="Inter-Bold"/>
              </a:rPr>
              <a:t>work</a:t>
            </a:r>
            <a:r>
              <a:rPr lang="fr-FR" cap="all">
                <a:solidFill>
                  <a:schemeClr val="accent3"/>
                </a:solidFill>
                <a:ea typeface="Inter-Bold"/>
                <a:cs typeface="Inter-Bold"/>
              </a:rPr>
              <a:t> documents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512CF76-C2D6-0B98-42EF-DBD45EF62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Sales Process V.4.0</a:t>
            </a:r>
          </a:p>
        </p:txBody>
      </p:sp>
      <p:pic>
        <p:nvPicPr>
          <p:cNvPr id="6" name="Picture 30" descr="Offers Icon - Download in Line Style">
            <a:extLst>
              <a:ext uri="{FF2B5EF4-FFF2-40B4-BE49-F238E27FC236}">
                <a16:creationId xmlns:a16="http://schemas.microsoft.com/office/drawing/2014/main" id="{56C43E3B-D4F2-7255-0F0C-65E8CE39D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049" y="198831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14C6E672-208C-C4B8-75F8-FC5400400B44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D811E18-5ED7-26D1-65E6-BA59DEF483A8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RECOMMENDED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6F06FB5-34CD-5D5B-C8C1-B95348709B1A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0088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  <p:graphicFrame>
        <p:nvGraphicFramePr>
          <p:cNvPr id="10" name="Tableau 3">
            <a:extLst>
              <a:ext uri="{FF2B5EF4-FFF2-40B4-BE49-F238E27FC236}">
                <a16:creationId xmlns:a16="http://schemas.microsoft.com/office/drawing/2014/main" id="{93B08756-DFC8-AEFF-C64F-26840CCCC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823381"/>
              </p:ext>
            </p:extLst>
          </p:nvPr>
        </p:nvGraphicFramePr>
        <p:xfrm>
          <a:off x="974035" y="1854009"/>
          <a:ext cx="10508731" cy="239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2258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3887505">
                  <a:extLst>
                    <a:ext uri="{9D8B030D-6E8A-4147-A177-3AD203B41FA5}">
                      <a16:colId xmlns:a16="http://schemas.microsoft.com/office/drawing/2014/main" val="1909130819"/>
                    </a:ext>
                  </a:extLst>
                </a:gridCol>
                <a:gridCol w="1077242">
                  <a:extLst>
                    <a:ext uri="{9D8B030D-6E8A-4147-A177-3AD203B41FA5}">
                      <a16:colId xmlns:a16="http://schemas.microsoft.com/office/drawing/2014/main" val="3007692051"/>
                    </a:ext>
                  </a:extLst>
                </a:gridCol>
                <a:gridCol w="1077242">
                  <a:extLst>
                    <a:ext uri="{9D8B030D-6E8A-4147-A177-3AD203B41FA5}">
                      <a16:colId xmlns:a16="http://schemas.microsoft.com/office/drawing/2014/main" val="3963041803"/>
                    </a:ext>
                  </a:extLst>
                </a:gridCol>
                <a:gridCol w="1077242">
                  <a:extLst>
                    <a:ext uri="{9D8B030D-6E8A-4147-A177-3AD203B41FA5}">
                      <a16:colId xmlns:a16="http://schemas.microsoft.com/office/drawing/2014/main" val="32472524"/>
                    </a:ext>
                  </a:extLst>
                </a:gridCol>
                <a:gridCol w="1077242">
                  <a:extLst>
                    <a:ext uri="{9D8B030D-6E8A-4147-A177-3AD203B41FA5}">
                      <a16:colId xmlns:a16="http://schemas.microsoft.com/office/drawing/2014/main" val="28786224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Description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File Name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Format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Version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Date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Link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#1 - 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hlinkClick r:id="rId3" invalidUrl="http:///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Link</a:t>
                      </a:r>
                      <a:endParaRPr lang="fr-F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#2 - 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>
                          <a:latin typeface="Arial Nova Cond" panose="020B0506020202020204" pitchFamily="34" charset="0"/>
                        </a:rPr>
                        <a:t>#3 - 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4227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>
                          <a:latin typeface="Arial Nova Cond" panose="020B0506020202020204" pitchFamily="34" charset="0"/>
                        </a:rPr>
                        <a:t>#4 - 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5979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>
                          <a:latin typeface="Arial Nova Cond" panose="020B0506020202020204" pitchFamily="34" charset="0"/>
                        </a:rPr>
                        <a:t>#5 - 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1178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4091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F0F94B9-6287-DB04-1E2E-51DA2FF869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CH"/>
              <a:t>Associated Documents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DBFC787-3A8A-2883-DE32-006F346D1E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CH" err="1"/>
              <a:t>Proposal</a:t>
            </a:r>
            <a:r>
              <a:rPr lang="fr-CH"/>
              <a:t> documents</a:t>
            </a:r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D2C8EE5-A92D-EC12-D430-E8DC618B870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Proposal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Final documents (as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requested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by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customer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)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71A568-516F-C591-B766-10758CA09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Sales Process V.4.0</a:t>
            </a:r>
          </a:p>
        </p:txBody>
      </p:sp>
      <p:graphicFrame>
        <p:nvGraphicFramePr>
          <p:cNvPr id="6" name="Tableau 3">
            <a:extLst>
              <a:ext uri="{FF2B5EF4-FFF2-40B4-BE49-F238E27FC236}">
                <a16:creationId xmlns:a16="http://schemas.microsoft.com/office/drawing/2014/main" id="{6836F4DC-69B2-B72C-315D-FD6901C83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014731"/>
              </p:ext>
            </p:extLst>
          </p:nvPr>
        </p:nvGraphicFramePr>
        <p:xfrm>
          <a:off x="974035" y="1876443"/>
          <a:ext cx="10508731" cy="239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2258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3887505">
                  <a:extLst>
                    <a:ext uri="{9D8B030D-6E8A-4147-A177-3AD203B41FA5}">
                      <a16:colId xmlns:a16="http://schemas.microsoft.com/office/drawing/2014/main" val="1909130819"/>
                    </a:ext>
                  </a:extLst>
                </a:gridCol>
                <a:gridCol w="1077242">
                  <a:extLst>
                    <a:ext uri="{9D8B030D-6E8A-4147-A177-3AD203B41FA5}">
                      <a16:colId xmlns:a16="http://schemas.microsoft.com/office/drawing/2014/main" val="3007692051"/>
                    </a:ext>
                  </a:extLst>
                </a:gridCol>
                <a:gridCol w="1077242">
                  <a:extLst>
                    <a:ext uri="{9D8B030D-6E8A-4147-A177-3AD203B41FA5}">
                      <a16:colId xmlns:a16="http://schemas.microsoft.com/office/drawing/2014/main" val="3963041803"/>
                    </a:ext>
                  </a:extLst>
                </a:gridCol>
                <a:gridCol w="1077242">
                  <a:extLst>
                    <a:ext uri="{9D8B030D-6E8A-4147-A177-3AD203B41FA5}">
                      <a16:colId xmlns:a16="http://schemas.microsoft.com/office/drawing/2014/main" val="32472524"/>
                    </a:ext>
                  </a:extLst>
                </a:gridCol>
                <a:gridCol w="1077242">
                  <a:extLst>
                    <a:ext uri="{9D8B030D-6E8A-4147-A177-3AD203B41FA5}">
                      <a16:colId xmlns:a16="http://schemas.microsoft.com/office/drawing/2014/main" val="28786224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Description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File Name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Format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Version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Date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Link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#1 - 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hlinkClick r:id="rId2" invalidUrl="http:///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Link</a:t>
                      </a:r>
                      <a:endParaRPr lang="fr-F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#2 - 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>
                          <a:latin typeface="Arial Nova Cond" panose="020B0506020202020204" pitchFamily="34" charset="0"/>
                        </a:rPr>
                        <a:t>#3 - 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4227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>
                          <a:latin typeface="Arial Nova Cond" panose="020B0506020202020204" pitchFamily="34" charset="0"/>
                        </a:rPr>
                        <a:t>#4 - 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5979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>
                          <a:latin typeface="Arial Nova Cond" panose="020B0506020202020204" pitchFamily="34" charset="0"/>
                        </a:rPr>
                        <a:t>#5 - 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1178511"/>
                  </a:ext>
                </a:extLst>
              </a:tr>
            </a:tbl>
          </a:graphicData>
        </a:graphic>
      </p:graphicFrame>
      <p:pic>
        <p:nvPicPr>
          <p:cNvPr id="7" name="Picture 30" descr="Offers Icon - Download in Line Style">
            <a:extLst>
              <a:ext uri="{FF2B5EF4-FFF2-40B4-BE49-F238E27FC236}">
                <a16:creationId xmlns:a16="http://schemas.microsoft.com/office/drawing/2014/main" id="{9ED3C44E-36E3-0CE5-FAED-B36C98256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049" y="198831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e 7">
            <a:extLst>
              <a:ext uri="{FF2B5EF4-FFF2-40B4-BE49-F238E27FC236}">
                <a16:creationId xmlns:a16="http://schemas.microsoft.com/office/drawing/2014/main" id="{99A68364-4B52-0317-DF89-1FAE5D41D4C7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822CCA0-A4F5-E15F-A959-46F2B2EABC26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D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MANDATORY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809D0B-62C1-3271-2BAC-425F883AFDCC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398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0B34F7D7-A1E8-AB0D-0D51-D2CD07ED94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CH"/>
              <a:t>Project </a:t>
            </a:r>
            <a:r>
              <a:rPr lang="fr-CH" err="1"/>
              <a:t>summary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256E2F-82C9-1AF9-6BDD-BBD6CDEB98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CH"/>
              <a:t>Project </a:t>
            </a:r>
            <a:r>
              <a:rPr lang="fr-CH" err="1"/>
              <a:t>summary</a:t>
            </a:r>
            <a:endParaRPr lang="fr-CH"/>
          </a:p>
          <a:p>
            <a:pPr marL="252000" lvl="1" indent="0">
              <a:buNone/>
            </a:pPr>
            <a:r>
              <a:rPr lang="fr-CH" i="1">
                <a:solidFill>
                  <a:srgbClr val="722F85"/>
                </a:solidFill>
              </a:rPr>
              <a:t>Le projet en quelques lignes</a:t>
            </a:r>
          </a:p>
          <a:p>
            <a:pPr lvl="1"/>
            <a:r>
              <a:rPr lang="fr-CH" err="1"/>
              <a:t>Please</a:t>
            </a:r>
            <a:r>
              <a:rPr lang="fr-CH"/>
              <a:t> </a:t>
            </a:r>
            <a:r>
              <a:rPr lang="fr-CH" err="1"/>
              <a:t>complete</a:t>
            </a:r>
            <a:endParaRPr lang="fr-CH"/>
          </a:p>
          <a:p>
            <a:pPr lvl="1"/>
            <a:endParaRPr lang="fr-CH"/>
          </a:p>
          <a:p>
            <a:r>
              <a:rPr lang="fr-CH"/>
              <a:t>Issues and Objectives of the client</a:t>
            </a:r>
          </a:p>
          <a:p>
            <a:pPr marL="252000" lvl="1" indent="0">
              <a:buNone/>
            </a:pPr>
            <a:r>
              <a:rPr lang="fr-CH" i="1">
                <a:solidFill>
                  <a:srgbClr val="722F85"/>
                </a:solidFill>
              </a:rPr>
              <a:t>Enjeux et objectifs du client</a:t>
            </a:r>
          </a:p>
          <a:p>
            <a:pPr lvl="1"/>
            <a:r>
              <a:rPr lang="fr-CH" err="1"/>
              <a:t>Please</a:t>
            </a:r>
            <a:r>
              <a:rPr lang="fr-CH"/>
              <a:t> </a:t>
            </a:r>
            <a:r>
              <a:rPr lang="fr-CH" err="1"/>
              <a:t>complete</a:t>
            </a:r>
            <a:endParaRPr lang="fr-CH"/>
          </a:p>
          <a:p>
            <a:pPr lvl="1"/>
            <a:endParaRPr lang="fr-CH"/>
          </a:p>
          <a:p>
            <a:r>
              <a:rPr lang="fr-CH"/>
              <a:t>Issues and Objectives of SQLI</a:t>
            </a:r>
          </a:p>
          <a:p>
            <a:pPr marL="252000" lvl="1" indent="0">
              <a:buNone/>
            </a:pPr>
            <a:r>
              <a:rPr lang="fr-CH" i="1">
                <a:solidFill>
                  <a:srgbClr val="722F85"/>
                </a:solidFill>
              </a:rPr>
              <a:t>Enjeux et objectifs de SQLI</a:t>
            </a:r>
          </a:p>
          <a:p>
            <a:pPr lvl="1"/>
            <a:r>
              <a:rPr lang="fr-CH" err="1"/>
              <a:t>Please</a:t>
            </a:r>
            <a:r>
              <a:rPr lang="fr-CH"/>
              <a:t> </a:t>
            </a:r>
            <a:r>
              <a:rPr lang="fr-CH" err="1"/>
              <a:t>complete</a:t>
            </a:r>
            <a:endParaRPr lang="fr-CH"/>
          </a:p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C5A88E5-EFFF-5419-6D65-7371C22E97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CH"/>
              <a:t>Project </a:t>
            </a:r>
            <a:r>
              <a:rPr lang="fr-CH" err="1"/>
              <a:t>landscape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BE5FCC-4867-330F-4904-EB0C91FB5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Sales Process V.4.0</a:t>
            </a:r>
          </a:p>
        </p:txBody>
      </p:sp>
      <p:pic>
        <p:nvPicPr>
          <p:cNvPr id="10" name="Picture 30" descr="Offers Icon - Download in Line Style">
            <a:extLst>
              <a:ext uri="{FF2B5EF4-FFF2-40B4-BE49-F238E27FC236}">
                <a16:creationId xmlns:a16="http://schemas.microsoft.com/office/drawing/2014/main" id="{5FA5D41E-03EB-BD29-69FE-C9A0EB01E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049" y="198831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e 10">
            <a:extLst>
              <a:ext uri="{FF2B5EF4-FFF2-40B4-BE49-F238E27FC236}">
                <a16:creationId xmlns:a16="http://schemas.microsoft.com/office/drawing/2014/main" id="{2BE420C8-F650-A657-72F5-47F8C20045FB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ED4DC2F-891A-F527-F0A9-3A6B843F31B8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D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MANDATORY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1D53C14-F70D-F0BE-7B21-A53CEC909DAF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7142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FDD9AAAB-143F-0B7B-D917-4CFEA0121D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/>
              <a:t>Client Stakeholders</a:t>
            </a:r>
            <a:endParaRPr lang="en-US" sz="28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FD709C8-D375-9E39-EB3E-86E8A93C55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sz="1400" b="1" cap="all">
                <a:solidFill>
                  <a:srgbClr val="722F85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Client stakeholders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BD9EB6D-3F4D-C235-C4B5-290F7FD86C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Who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is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involved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in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presales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for the client?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E377865-E2A4-1854-E09D-29C3DAF82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Sales Process V.4.0</a:t>
            </a:r>
          </a:p>
        </p:txBody>
      </p:sp>
      <p:graphicFrame>
        <p:nvGraphicFramePr>
          <p:cNvPr id="6" name="Tableau 3">
            <a:extLst>
              <a:ext uri="{FF2B5EF4-FFF2-40B4-BE49-F238E27FC236}">
                <a16:creationId xmlns:a16="http://schemas.microsoft.com/office/drawing/2014/main" id="{3963A729-6EA8-C5CA-B7ED-FC250EEFA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930129"/>
              </p:ext>
            </p:extLst>
          </p:nvPr>
        </p:nvGraphicFramePr>
        <p:xfrm>
          <a:off x="974032" y="1814185"/>
          <a:ext cx="10430067" cy="319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4304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2454304">
                  <a:extLst>
                    <a:ext uri="{9D8B030D-6E8A-4147-A177-3AD203B41FA5}">
                      <a16:colId xmlns:a16="http://schemas.microsoft.com/office/drawing/2014/main" val="3007692051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3506175466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1232560461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1441591834"/>
                    </a:ext>
                  </a:extLst>
                </a:gridCol>
                <a:gridCol w="2412499">
                  <a:extLst>
                    <a:ext uri="{9D8B030D-6E8A-4147-A177-3AD203B41FA5}">
                      <a16:colId xmlns:a16="http://schemas.microsoft.com/office/drawing/2014/main" val="40424573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200" err="1">
                          <a:latin typeface="Arial Nova Cond" panose="020B0506020202020204" pitchFamily="34" charset="0"/>
                        </a:rPr>
                        <a:t>Firstname</a:t>
                      </a:r>
                      <a:r>
                        <a:rPr lang="fr-FR" sz="1200">
                          <a:latin typeface="Arial Nova Cond" panose="020B0506020202020204" pitchFamily="34" charset="0"/>
                        </a:rPr>
                        <a:t> LASTNAME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Job </a:t>
                      </a:r>
                      <a:r>
                        <a:rPr lang="fr-FR" sz="1200" err="1">
                          <a:latin typeface="Arial Nova Cond" panose="020B0506020202020204" pitchFamily="34" charset="0"/>
                        </a:rPr>
                        <a:t>title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err="1">
                          <a:latin typeface="Arial Nova Cond" panose="020B0506020202020204" pitchFamily="34" charset="0"/>
                        </a:rPr>
                        <a:t>Decision</a:t>
                      </a:r>
                      <a:r>
                        <a:rPr lang="fr-FR" sz="1200">
                          <a:latin typeface="Arial Nova Cond" panose="020B0506020202020204" pitchFamily="34" charset="0"/>
                        </a:rPr>
                        <a:t>?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err="1">
                          <a:latin typeface="Arial Nova Cond" panose="020B0506020202020204" pitchFamily="34" charset="0"/>
                        </a:rPr>
                        <a:t>Friend</a:t>
                      </a:r>
                      <a:r>
                        <a:rPr lang="fr-FR" sz="1200">
                          <a:latin typeface="Arial Nova Cond" panose="020B0506020202020204" pitchFamily="34" charset="0"/>
                        </a:rPr>
                        <a:t>?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err="1">
                          <a:latin typeface="Arial Nova Cond" panose="020B0506020202020204" pitchFamily="34" charset="0"/>
                        </a:rPr>
                        <a:t>Choice</a:t>
                      </a:r>
                      <a:r>
                        <a:rPr lang="fr-FR" sz="1200">
                          <a:latin typeface="Arial Nova Cond" panose="020B0506020202020204" pitchFamily="34" charset="0"/>
                        </a:rPr>
                        <a:t> </a:t>
                      </a:r>
                      <a:r>
                        <a:rPr lang="fr-FR" sz="1200" err="1">
                          <a:latin typeface="Arial Nova Cond" panose="020B0506020202020204" pitchFamily="34" charset="0"/>
                        </a:rPr>
                        <a:t>criteria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err="1">
                          <a:latin typeface="Arial Nova Cond" panose="020B0506020202020204" pitchFamily="34" charset="0"/>
                        </a:rPr>
                        <a:t>Counterpart</a:t>
                      </a:r>
                      <a:r>
                        <a:rPr lang="fr-FR" sz="1200">
                          <a:latin typeface="Arial Nova Cond" panose="020B0506020202020204" pitchFamily="34" charset="0"/>
                        </a:rPr>
                        <a:t>(s) SQLI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/>
                        <a:t>Y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/>
                        <a:t>Price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/>
                        <a:t>N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4227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448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3791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5979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1178511"/>
                  </a:ext>
                </a:extLst>
              </a:tr>
            </a:tbl>
          </a:graphicData>
        </a:graphic>
      </p:graphicFrame>
      <p:grpSp>
        <p:nvGrpSpPr>
          <p:cNvPr id="7" name="Groupe 6">
            <a:extLst>
              <a:ext uri="{FF2B5EF4-FFF2-40B4-BE49-F238E27FC236}">
                <a16:creationId xmlns:a16="http://schemas.microsoft.com/office/drawing/2014/main" id="{91B778DA-145D-83EA-4221-DB6A9E92EE8D}"/>
              </a:ext>
            </a:extLst>
          </p:cNvPr>
          <p:cNvGrpSpPr/>
          <p:nvPr/>
        </p:nvGrpSpPr>
        <p:grpSpPr>
          <a:xfrm>
            <a:off x="7184388" y="2697003"/>
            <a:ext cx="238760" cy="238760"/>
            <a:chOff x="6439086" y="6064117"/>
            <a:chExt cx="238760" cy="23876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899CA93-8A65-00CF-80F6-6545C45B3BE8}"/>
                </a:ext>
              </a:extLst>
            </p:cNvPr>
            <p:cNvSpPr/>
            <p:nvPr/>
          </p:nvSpPr>
          <p:spPr>
            <a:xfrm>
              <a:off x="6439086" y="6064117"/>
              <a:ext cx="238760" cy="238760"/>
            </a:xfrm>
            <a:prstGeom prst="rect">
              <a:avLst/>
            </a:prstGeom>
            <a:gradFill>
              <a:gsLst>
                <a:gs pos="0">
                  <a:schemeClr val="accent3"/>
                </a:gs>
                <a:gs pos="100000">
                  <a:srgbClr val="C00000"/>
                </a:gs>
              </a:gsLst>
              <a:lin ang="5400000" scaled="1"/>
            </a:gra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B8BA8290-D533-D2E6-2703-FF882F3033DA}"/>
                </a:ext>
              </a:extLst>
            </p:cNvPr>
            <p:cNvCxnSpPr>
              <a:cxnSpLocks/>
            </p:cNvCxnSpPr>
            <p:nvPr/>
          </p:nvCxnSpPr>
          <p:spPr>
            <a:xfrm>
              <a:off x="6439088" y="6064119"/>
              <a:ext cx="238756" cy="238756"/>
            </a:xfrm>
            <a:prstGeom prst="line">
              <a:avLst/>
            </a:prstGeom>
            <a:solidFill>
              <a:schemeClr val="accent3"/>
            </a:solidFill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8A95ECFF-EFE0-67FC-99E4-963C0322A78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439088" y="6064119"/>
              <a:ext cx="238756" cy="238756"/>
            </a:xfrm>
            <a:prstGeom prst="line">
              <a:avLst/>
            </a:prstGeom>
            <a:solidFill>
              <a:schemeClr val="accent3"/>
            </a:solidFill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738749A-03BB-12CB-A560-DE3DBBDE0669}"/>
                </a:ext>
              </a:extLst>
            </p:cNvPr>
            <p:cNvSpPr/>
            <p:nvPr/>
          </p:nvSpPr>
          <p:spPr>
            <a:xfrm>
              <a:off x="6439086" y="6064117"/>
              <a:ext cx="238760" cy="238760"/>
            </a:xfrm>
            <a:prstGeom prst="rect">
              <a:avLst/>
            </a:prstGeom>
            <a:noFill/>
            <a:ln w="6350">
              <a:solidFill>
                <a:srgbClr val="92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04B517DD-BA7C-F7B7-797F-903263AD3694}"/>
              </a:ext>
            </a:extLst>
          </p:cNvPr>
          <p:cNvGrpSpPr/>
          <p:nvPr/>
        </p:nvGrpSpPr>
        <p:grpSpPr>
          <a:xfrm>
            <a:off x="7184388" y="2298633"/>
            <a:ext cx="238760" cy="238760"/>
            <a:chOff x="6468402" y="5230559"/>
            <a:chExt cx="238760" cy="2387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E078E5-B6DD-759D-F713-E9A4DC380148}"/>
                </a:ext>
              </a:extLst>
            </p:cNvPr>
            <p:cNvSpPr/>
            <p:nvPr/>
          </p:nvSpPr>
          <p:spPr>
            <a:xfrm>
              <a:off x="6468402" y="5230559"/>
              <a:ext cx="238760" cy="23876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19F8DB34-FF32-5C28-BD23-60F7265B3E78}"/>
                </a:ext>
              </a:extLst>
            </p:cNvPr>
            <p:cNvSpPr/>
            <p:nvPr/>
          </p:nvSpPr>
          <p:spPr>
            <a:xfrm>
              <a:off x="6536982" y="5296900"/>
              <a:ext cx="101600" cy="1016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A9AD5EBC-93E3-6C65-499D-7D1779DE7DFE}"/>
              </a:ext>
            </a:extLst>
          </p:cNvPr>
          <p:cNvSpPr/>
          <p:nvPr/>
        </p:nvSpPr>
        <p:spPr>
          <a:xfrm>
            <a:off x="2912039" y="5922713"/>
            <a:ext cx="238760" cy="23876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63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6ACA567E-F95E-6BF2-8F68-354818508B99}"/>
              </a:ext>
            </a:extLst>
          </p:cNvPr>
          <p:cNvSpPr txBox="1"/>
          <p:nvPr/>
        </p:nvSpPr>
        <p:spPr>
          <a:xfrm>
            <a:off x="3150799" y="5924950"/>
            <a:ext cx="2049774" cy="234286"/>
          </a:xfrm>
          <a:prstGeom prst="rect">
            <a:avLst/>
          </a:prstGeom>
          <a:noFill/>
        </p:spPr>
        <p:txBody>
          <a:bodyPr wrap="none" lIns="108000" tIns="36000" rIns="36000" bIns="36000" rtlCol="0">
            <a:spAutoFit/>
          </a:bodyPr>
          <a:lstStyle/>
          <a:p>
            <a:r>
              <a:rPr lang="fr-FR" sz="1050" err="1">
                <a:latin typeface="Arial Nova Cond" panose="020B0506020202020204" pitchFamily="34" charset="0"/>
              </a:rPr>
              <a:t>Friend</a:t>
            </a:r>
            <a:r>
              <a:rPr lang="fr-FR" sz="1050">
                <a:latin typeface="Arial Nova Cond" panose="020B0506020202020204" pitchFamily="34" charset="0"/>
              </a:rPr>
              <a:t> (</a:t>
            </a:r>
            <a:r>
              <a:rPr lang="fr-FR" sz="1050" err="1">
                <a:latin typeface="Arial Nova Cond" panose="020B0506020202020204" pitchFamily="34" charset="0"/>
              </a:rPr>
              <a:t>will</a:t>
            </a:r>
            <a:r>
              <a:rPr lang="fr-FR" sz="1050">
                <a:latin typeface="Arial Nova Cond" panose="020B0506020202020204" pitchFamily="34" charset="0"/>
              </a:rPr>
              <a:t> select us &amp; </a:t>
            </a:r>
            <a:r>
              <a:rPr lang="fr-FR" sz="1050" err="1">
                <a:latin typeface="Arial Nova Cond" panose="020B0506020202020204" pitchFamily="34" charset="0"/>
              </a:rPr>
              <a:t>will</a:t>
            </a:r>
            <a:r>
              <a:rPr lang="fr-FR" sz="1050">
                <a:latin typeface="Arial Nova Cond" panose="020B0506020202020204" pitchFamily="34" charset="0"/>
              </a:rPr>
              <a:t> help us)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3ACCB1B7-CBD9-3E95-B2A1-E8403F6155E1}"/>
              </a:ext>
            </a:extLst>
          </p:cNvPr>
          <p:cNvGrpSpPr/>
          <p:nvPr/>
        </p:nvGrpSpPr>
        <p:grpSpPr>
          <a:xfrm>
            <a:off x="5375831" y="5922715"/>
            <a:ext cx="238760" cy="238756"/>
            <a:chOff x="5673725" y="5540686"/>
            <a:chExt cx="238760" cy="23875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B5FFEA3-239F-BBEA-B1C4-04B63ADAB2D4}"/>
                </a:ext>
              </a:extLst>
            </p:cNvPr>
            <p:cNvSpPr/>
            <p:nvPr/>
          </p:nvSpPr>
          <p:spPr>
            <a:xfrm>
              <a:off x="5673725" y="5540686"/>
              <a:ext cx="238760" cy="11937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CFD0547-6299-BF64-4BB0-2047BEB6AD01}"/>
                </a:ext>
              </a:extLst>
            </p:cNvPr>
            <p:cNvSpPr/>
            <p:nvPr/>
          </p:nvSpPr>
          <p:spPr>
            <a:xfrm>
              <a:off x="5673725" y="5660064"/>
              <a:ext cx="238760" cy="11937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0" name="ZoneTexte 19">
            <a:extLst>
              <a:ext uri="{FF2B5EF4-FFF2-40B4-BE49-F238E27FC236}">
                <a16:creationId xmlns:a16="http://schemas.microsoft.com/office/drawing/2014/main" id="{6D81BE67-567E-AB3D-E8C5-F407512F9F99}"/>
              </a:ext>
            </a:extLst>
          </p:cNvPr>
          <p:cNvSpPr txBox="1"/>
          <p:nvPr/>
        </p:nvSpPr>
        <p:spPr>
          <a:xfrm>
            <a:off x="5614591" y="5924950"/>
            <a:ext cx="530127" cy="234286"/>
          </a:xfrm>
          <a:prstGeom prst="rect">
            <a:avLst/>
          </a:prstGeom>
          <a:noFill/>
        </p:spPr>
        <p:txBody>
          <a:bodyPr wrap="none" lIns="108000" tIns="36000" rIns="36000" bIns="36000" rtlCol="0">
            <a:spAutoFit/>
          </a:bodyPr>
          <a:lstStyle/>
          <a:p>
            <a:r>
              <a:rPr lang="fr-FR" sz="1050">
                <a:latin typeface="Arial Nova Cond" panose="020B0506020202020204" pitchFamily="34" charset="0"/>
              </a:rPr>
              <a:t>Neutral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83CFD5-C6EB-8EB1-357F-79A1847DA52C}"/>
              </a:ext>
            </a:extLst>
          </p:cNvPr>
          <p:cNvSpPr/>
          <p:nvPr/>
        </p:nvSpPr>
        <p:spPr>
          <a:xfrm>
            <a:off x="10518192" y="5922713"/>
            <a:ext cx="238760" cy="23876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F6F947C4-FFE6-0DFE-46C0-44F7294D60BF}"/>
              </a:ext>
            </a:extLst>
          </p:cNvPr>
          <p:cNvSpPr txBox="1"/>
          <p:nvPr/>
        </p:nvSpPr>
        <p:spPr>
          <a:xfrm>
            <a:off x="10756952" y="5924950"/>
            <a:ext cx="647147" cy="234286"/>
          </a:xfrm>
          <a:prstGeom prst="rect">
            <a:avLst/>
          </a:prstGeom>
          <a:noFill/>
        </p:spPr>
        <p:txBody>
          <a:bodyPr wrap="none" lIns="108000" tIns="36000" rIns="36000" bIns="36000" rtlCol="0">
            <a:spAutoFit/>
          </a:bodyPr>
          <a:lstStyle/>
          <a:p>
            <a:r>
              <a:rPr lang="fr-FR" sz="1050" err="1">
                <a:latin typeface="Arial Nova Cond" panose="020B0506020202020204" pitchFamily="34" charset="0"/>
              </a:rPr>
              <a:t>Unknown</a:t>
            </a:r>
            <a:endParaRPr lang="fr-FR" sz="1050">
              <a:latin typeface="Arial Nova Cond" panose="020B0506020202020204" pitchFamily="34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6EE097F-16E5-36AE-E676-E3E2D73458C6}"/>
              </a:ext>
            </a:extLst>
          </p:cNvPr>
          <p:cNvSpPr txBox="1"/>
          <p:nvPr/>
        </p:nvSpPr>
        <p:spPr>
          <a:xfrm>
            <a:off x="1212792" y="5924950"/>
            <a:ext cx="1523989" cy="234286"/>
          </a:xfrm>
          <a:prstGeom prst="rect">
            <a:avLst/>
          </a:prstGeom>
          <a:noFill/>
        </p:spPr>
        <p:txBody>
          <a:bodyPr wrap="none" lIns="108000" tIns="36000" rIns="36000" bIns="36000" rtlCol="0">
            <a:spAutoFit/>
          </a:bodyPr>
          <a:lstStyle/>
          <a:p>
            <a:r>
              <a:rPr lang="fr-FR" sz="1050">
                <a:latin typeface="Arial Nova Cond" panose="020B0506020202020204" pitchFamily="34" charset="0"/>
              </a:rPr>
              <a:t>Sponsor (</a:t>
            </a:r>
            <a:r>
              <a:rPr lang="fr-FR" sz="1050" err="1">
                <a:latin typeface="Arial Nova Cond" panose="020B0506020202020204" pitchFamily="34" charset="0"/>
              </a:rPr>
              <a:t>will</a:t>
            </a:r>
            <a:r>
              <a:rPr lang="fr-FR" sz="1050">
                <a:latin typeface="Arial Nova Cond" panose="020B0506020202020204" pitchFamily="34" charset="0"/>
              </a:rPr>
              <a:t> shortlist us)</a:t>
            </a:r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C8417D9-DEFA-7F14-B94C-CC10D7D95DE3}"/>
              </a:ext>
            </a:extLst>
          </p:cNvPr>
          <p:cNvGrpSpPr/>
          <p:nvPr/>
        </p:nvGrpSpPr>
        <p:grpSpPr>
          <a:xfrm>
            <a:off x="974032" y="5922713"/>
            <a:ext cx="238760" cy="238760"/>
            <a:chOff x="6468402" y="5230559"/>
            <a:chExt cx="238760" cy="23876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BF31AF4-D5C5-3588-76C7-468BD72C5497}"/>
                </a:ext>
              </a:extLst>
            </p:cNvPr>
            <p:cNvSpPr/>
            <p:nvPr/>
          </p:nvSpPr>
          <p:spPr>
            <a:xfrm>
              <a:off x="6468402" y="5230559"/>
              <a:ext cx="238760" cy="23876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627C6BCF-6BAA-08DA-C3B6-9CECE22A443B}"/>
                </a:ext>
              </a:extLst>
            </p:cNvPr>
            <p:cNvSpPr/>
            <p:nvPr/>
          </p:nvSpPr>
          <p:spPr>
            <a:xfrm>
              <a:off x="6536982" y="5296900"/>
              <a:ext cx="101600" cy="1016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7" name="ZoneTexte 26">
            <a:extLst>
              <a:ext uri="{FF2B5EF4-FFF2-40B4-BE49-F238E27FC236}">
                <a16:creationId xmlns:a16="http://schemas.microsoft.com/office/drawing/2014/main" id="{092D8DE6-19EF-F535-31CE-0DB929660D77}"/>
              </a:ext>
            </a:extLst>
          </p:cNvPr>
          <p:cNvSpPr txBox="1"/>
          <p:nvPr/>
        </p:nvSpPr>
        <p:spPr>
          <a:xfrm>
            <a:off x="9032142" y="5924950"/>
            <a:ext cx="1310790" cy="234286"/>
          </a:xfrm>
          <a:prstGeom prst="rect">
            <a:avLst/>
          </a:prstGeom>
          <a:noFill/>
        </p:spPr>
        <p:txBody>
          <a:bodyPr wrap="none" lIns="108000" tIns="36000" rIns="36000" bIns="36000" rtlCol="0">
            <a:spAutoFit/>
          </a:bodyPr>
          <a:lstStyle/>
          <a:p>
            <a:r>
              <a:rPr lang="fr-FR" sz="1050">
                <a:latin typeface="Arial Nova Cond" panose="020B0506020202020204" pitchFamily="34" charset="0"/>
              </a:rPr>
              <a:t>Hostile (all </a:t>
            </a:r>
            <a:r>
              <a:rPr lang="fr-FR" sz="1050" err="1">
                <a:latin typeface="Arial Nova Cond" panose="020B0506020202020204" pitchFamily="34" charset="0"/>
              </a:rPr>
              <a:t>except</a:t>
            </a:r>
            <a:r>
              <a:rPr lang="fr-FR" sz="1050">
                <a:latin typeface="Arial Nova Cond" panose="020B0506020202020204" pitchFamily="34" charset="0"/>
              </a:rPr>
              <a:t> us)</a:t>
            </a:r>
          </a:p>
        </p:txBody>
      </p: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33043892-CB5C-934B-B37F-A25D600FDE99}"/>
              </a:ext>
            </a:extLst>
          </p:cNvPr>
          <p:cNvGrpSpPr/>
          <p:nvPr/>
        </p:nvGrpSpPr>
        <p:grpSpPr>
          <a:xfrm>
            <a:off x="8793384" y="5922713"/>
            <a:ext cx="238760" cy="238760"/>
            <a:chOff x="8793384" y="5922713"/>
            <a:chExt cx="238760" cy="23876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32D7454-3D27-9163-1C44-F4C2C7142B77}"/>
                </a:ext>
              </a:extLst>
            </p:cNvPr>
            <p:cNvSpPr/>
            <p:nvPr/>
          </p:nvSpPr>
          <p:spPr>
            <a:xfrm>
              <a:off x="8793384" y="5922713"/>
              <a:ext cx="238760" cy="238760"/>
            </a:xfrm>
            <a:prstGeom prst="rect">
              <a:avLst/>
            </a:prstGeom>
            <a:solidFill>
              <a:srgbClr val="C0000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30" name="Connecteur droit 29">
              <a:extLst>
                <a:ext uri="{FF2B5EF4-FFF2-40B4-BE49-F238E27FC236}">
                  <a16:creationId xmlns:a16="http://schemas.microsoft.com/office/drawing/2014/main" id="{22A5C089-788A-3F1B-CF65-70F68F1F832D}"/>
                </a:ext>
              </a:extLst>
            </p:cNvPr>
            <p:cNvCxnSpPr>
              <a:cxnSpLocks/>
            </p:cNvCxnSpPr>
            <p:nvPr/>
          </p:nvCxnSpPr>
          <p:spPr>
            <a:xfrm>
              <a:off x="8793386" y="5922715"/>
              <a:ext cx="238756" cy="238756"/>
            </a:xfrm>
            <a:prstGeom prst="line">
              <a:avLst/>
            </a:prstGeom>
            <a:solidFill>
              <a:schemeClr val="accent3"/>
            </a:solidFill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506829C1-D0CA-E9B9-13A0-65F893BA07D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793386" y="5922715"/>
              <a:ext cx="238756" cy="238756"/>
            </a:xfrm>
            <a:prstGeom prst="line">
              <a:avLst/>
            </a:prstGeom>
            <a:solidFill>
              <a:schemeClr val="accent3"/>
            </a:solidFill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AC4D56D-FE4B-798F-FE63-277F2685AE64}"/>
                </a:ext>
              </a:extLst>
            </p:cNvPr>
            <p:cNvSpPr/>
            <p:nvPr/>
          </p:nvSpPr>
          <p:spPr>
            <a:xfrm>
              <a:off x="8793384" y="5922713"/>
              <a:ext cx="238760" cy="238760"/>
            </a:xfrm>
            <a:prstGeom prst="rect">
              <a:avLst/>
            </a:prstGeom>
            <a:noFill/>
            <a:ln w="6350">
              <a:solidFill>
                <a:srgbClr val="92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3" name="ZoneTexte 32">
            <a:extLst>
              <a:ext uri="{FF2B5EF4-FFF2-40B4-BE49-F238E27FC236}">
                <a16:creationId xmlns:a16="http://schemas.microsoft.com/office/drawing/2014/main" id="{DE26912A-1A75-4F0D-59AA-CC3D19FC1CBB}"/>
              </a:ext>
            </a:extLst>
          </p:cNvPr>
          <p:cNvSpPr txBox="1"/>
          <p:nvPr/>
        </p:nvSpPr>
        <p:spPr>
          <a:xfrm>
            <a:off x="6558734" y="5924950"/>
            <a:ext cx="2059392" cy="234286"/>
          </a:xfrm>
          <a:prstGeom prst="rect">
            <a:avLst/>
          </a:prstGeom>
          <a:noFill/>
        </p:spPr>
        <p:txBody>
          <a:bodyPr wrap="none" lIns="108000" tIns="36000" rIns="36000" bIns="36000" rtlCol="0">
            <a:spAutoFit/>
          </a:bodyPr>
          <a:lstStyle/>
          <a:p>
            <a:r>
              <a:rPr lang="fr-FR" sz="1050">
                <a:latin typeface="Arial Nova Cond" panose="020B0506020202020204" pitchFamily="34" charset="0"/>
              </a:rPr>
              <a:t>Non supporter (</a:t>
            </a:r>
            <a:r>
              <a:rPr lang="fr-FR" sz="1050" err="1">
                <a:latin typeface="Arial Nova Cond" panose="020B0506020202020204" pitchFamily="34" charset="0"/>
              </a:rPr>
              <a:t>will</a:t>
            </a:r>
            <a:r>
              <a:rPr lang="fr-FR" sz="1050">
                <a:latin typeface="Arial Nova Cond" panose="020B0506020202020204" pitchFamily="34" charset="0"/>
              </a:rPr>
              <a:t> not shortlist us)</a:t>
            </a:r>
          </a:p>
        </p:txBody>
      </p: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FA8B82E9-A6AE-C9DC-C43A-954962C109EB}"/>
              </a:ext>
            </a:extLst>
          </p:cNvPr>
          <p:cNvGrpSpPr/>
          <p:nvPr/>
        </p:nvGrpSpPr>
        <p:grpSpPr>
          <a:xfrm>
            <a:off x="6319976" y="5922713"/>
            <a:ext cx="238760" cy="238760"/>
            <a:chOff x="6439086" y="6064117"/>
            <a:chExt cx="238760" cy="23876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92363D9-CDCE-A43F-FDEE-12E4C0249E06}"/>
                </a:ext>
              </a:extLst>
            </p:cNvPr>
            <p:cNvSpPr/>
            <p:nvPr/>
          </p:nvSpPr>
          <p:spPr>
            <a:xfrm>
              <a:off x="6439086" y="6064117"/>
              <a:ext cx="238760" cy="238760"/>
            </a:xfrm>
            <a:prstGeom prst="rect">
              <a:avLst/>
            </a:prstGeom>
            <a:gradFill>
              <a:gsLst>
                <a:gs pos="0">
                  <a:schemeClr val="accent3"/>
                </a:gs>
                <a:gs pos="100000">
                  <a:srgbClr val="C00000"/>
                </a:gs>
              </a:gsLst>
              <a:lin ang="5400000" scaled="1"/>
            </a:gra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36" name="Connecteur droit 35">
              <a:extLst>
                <a:ext uri="{FF2B5EF4-FFF2-40B4-BE49-F238E27FC236}">
                  <a16:creationId xmlns:a16="http://schemas.microsoft.com/office/drawing/2014/main" id="{97D8E2C1-7484-3C0E-8128-6E77FFAD0CEE}"/>
                </a:ext>
              </a:extLst>
            </p:cNvPr>
            <p:cNvCxnSpPr>
              <a:cxnSpLocks/>
            </p:cNvCxnSpPr>
            <p:nvPr/>
          </p:nvCxnSpPr>
          <p:spPr>
            <a:xfrm>
              <a:off x="6439088" y="6064119"/>
              <a:ext cx="238756" cy="238756"/>
            </a:xfrm>
            <a:prstGeom prst="line">
              <a:avLst/>
            </a:prstGeom>
            <a:solidFill>
              <a:schemeClr val="accent3"/>
            </a:solidFill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eur droit 36">
              <a:extLst>
                <a:ext uri="{FF2B5EF4-FFF2-40B4-BE49-F238E27FC236}">
                  <a16:creationId xmlns:a16="http://schemas.microsoft.com/office/drawing/2014/main" id="{57B52FFA-4478-835D-229B-D4B643FD73A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439088" y="6064119"/>
              <a:ext cx="238756" cy="238756"/>
            </a:xfrm>
            <a:prstGeom prst="line">
              <a:avLst/>
            </a:prstGeom>
            <a:solidFill>
              <a:schemeClr val="accent3"/>
            </a:solidFill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471004B-A82B-0600-1071-130D265CFB19}"/>
                </a:ext>
              </a:extLst>
            </p:cNvPr>
            <p:cNvSpPr/>
            <p:nvPr/>
          </p:nvSpPr>
          <p:spPr>
            <a:xfrm>
              <a:off x="6439086" y="6064117"/>
              <a:ext cx="238760" cy="238760"/>
            </a:xfrm>
            <a:prstGeom prst="rect">
              <a:avLst/>
            </a:prstGeom>
            <a:noFill/>
            <a:ln w="6350">
              <a:solidFill>
                <a:srgbClr val="92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B9D6AC1D-F14A-93F7-DC53-37E76A2F4865}"/>
              </a:ext>
            </a:extLst>
          </p:cNvPr>
          <p:cNvSpPr/>
          <p:nvPr/>
        </p:nvSpPr>
        <p:spPr>
          <a:xfrm>
            <a:off x="12301396" y="2574932"/>
            <a:ext cx="238760" cy="23876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63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8EB9BC64-0576-DB82-CB63-0390B440F87B}"/>
              </a:ext>
            </a:extLst>
          </p:cNvPr>
          <p:cNvGrpSpPr/>
          <p:nvPr/>
        </p:nvGrpSpPr>
        <p:grpSpPr>
          <a:xfrm>
            <a:off x="12301396" y="3003285"/>
            <a:ext cx="238760" cy="238756"/>
            <a:chOff x="5673725" y="5540686"/>
            <a:chExt cx="238760" cy="23875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4FC8518-5A9D-0978-08CC-8E7CC9DB5084}"/>
                </a:ext>
              </a:extLst>
            </p:cNvPr>
            <p:cNvSpPr/>
            <p:nvPr/>
          </p:nvSpPr>
          <p:spPr>
            <a:xfrm>
              <a:off x="5673725" y="5540686"/>
              <a:ext cx="238760" cy="11937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376A8EB-2653-D4CA-CBFC-E340C9C0781D}"/>
                </a:ext>
              </a:extLst>
            </p:cNvPr>
            <p:cNvSpPr/>
            <p:nvPr/>
          </p:nvSpPr>
          <p:spPr>
            <a:xfrm>
              <a:off x="5673725" y="5660064"/>
              <a:ext cx="238760" cy="11937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DFF28E2E-6906-417F-D51D-6AD77607DD57}"/>
              </a:ext>
            </a:extLst>
          </p:cNvPr>
          <p:cNvSpPr/>
          <p:nvPr/>
        </p:nvSpPr>
        <p:spPr>
          <a:xfrm>
            <a:off x="12301396" y="4288339"/>
            <a:ext cx="238760" cy="23876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DBC2061F-D32A-EE24-28FA-F04A49DAABC8}"/>
              </a:ext>
            </a:extLst>
          </p:cNvPr>
          <p:cNvGrpSpPr/>
          <p:nvPr/>
        </p:nvGrpSpPr>
        <p:grpSpPr>
          <a:xfrm>
            <a:off x="12301396" y="2146579"/>
            <a:ext cx="238760" cy="238760"/>
            <a:chOff x="6468402" y="5230559"/>
            <a:chExt cx="238760" cy="23876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6D405C3-AFC3-6E53-97B8-B1D6FE76BA1E}"/>
                </a:ext>
              </a:extLst>
            </p:cNvPr>
            <p:cNvSpPr/>
            <p:nvPr/>
          </p:nvSpPr>
          <p:spPr>
            <a:xfrm>
              <a:off x="6468402" y="5230559"/>
              <a:ext cx="238760" cy="23876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6" name="Ellipse 45">
              <a:extLst>
                <a:ext uri="{FF2B5EF4-FFF2-40B4-BE49-F238E27FC236}">
                  <a16:creationId xmlns:a16="http://schemas.microsoft.com/office/drawing/2014/main" id="{1391556D-AE9B-4432-342C-9DB70B712498}"/>
                </a:ext>
              </a:extLst>
            </p:cNvPr>
            <p:cNvSpPr/>
            <p:nvPr/>
          </p:nvSpPr>
          <p:spPr>
            <a:xfrm>
              <a:off x="6536982" y="5296900"/>
              <a:ext cx="101600" cy="1016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4486C5F8-8F77-1358-1979-5937A13744C5}"/>
              </a:ext>
            </a:extLst>
          </p:cNvPr>
          <p:cNvGrpSpPr/>
          <p:nvPr/>
        </p:nvGrpSpPr>
        <p:grpSpPr>
          <a:xfrm>
            <a:off x="12301396" y="3859987"/>
            <a:ext cx="238760" cy="238760"/>
            <a:chOff x="8793384" y="6446928"/>
            <a:chExt cx="238760" cy="2387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F627DC9-DB01-7CC1-8D89-B141DA1A63BC}"/>
                </a:ext>
              </a:extLst>
            </p:cNvPr>
            <p:cNvSpPr/>
            <p:nvPr/>
          </p:nvSpPr>
          <p:spPr>
            <a:xfrm>
              <a:off x="8793384" y="6446928"/>
              <a:ext cx="238760" cy="238760"/>
            </a:xfrm>
            <a:prstGeom prst="rect">
              <a:avLst/>
            </a:prstGeom>
            <a:solidFill>
              <a:srgbClr val="C0000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3E9DED30-0FAF-AEE0-5E0A-26CC8A2132C4}"/>
                </a:ext>
              </a:extLst>
            </p:cNvPr>
            <p:cNvCxnSpPr>
              <a:cxnSpLocks/>
            </p:cNvCxnSpPr>
            <p:nvPr/>
          </p:nvCxnSpPr>
          <p:spPr>
            <a:xfrm>
              <a:off x="8793386" y="6446930"/>
              <a:ext cx="238756" cy="238756"/>
            </a:xfrm>
            <a:prstGeom prst="line">
              <a:avLst/>
            </a:prstGeom>
            <a:solidFill>
              <a:schemeClr val="accent3"/>
            </a:solidFill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13293503-A44E-93F1-8B97-B6CC20507BE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793386" y="6446930"/>
              <a:ext cx="238756" cy="238756"/>
            </a:xfrm>
            <a:prstGeom prst="line">
              <a:avLst/>
            </a:prstGeom>
            <a:solidFill>
              <a:schemeClr val="accent3"/>
            </a:solidFill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999D83C-7066-AEE5-2952-4A84C3A3D3DF}"/>
                </a:ext>
              </a:extLst>
            </p:cNvPr>
            <p:cNvSpPr/>
            <p:nvPr/>
          </p:nvSpPr>
          <p:spPr>
            <a:xfrm>
              <a:off x="8793384" y="6446928"/>
              <a:ext cx="238760" cy="238760"/>
            </a:xfrm>
            <a:prstGeom prst="rect">
              <a:avLst/>
            </a:prstGeom>
            <a:noFill/>
            <a:ln w="6350">
              <a:solidFill>
                <a:srgbClr val="92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52" name="Groupe 51">
            <a:extLst>
              <a:ext uri="{FF2B5EF4-FFF2-40B4-BE49-F238E27FC236}">
                <a16:creationId xmlns:a16="http://schemas.microsoft.com/office/drawing/2014/main" id="{93DE297B-BDA0-779F-6B2F-0D5354860ED3}"/>
              </a:ext>
            </a:extLst>
          </p:cNvPr>
          <p:cNvGrpSpPr/>
          <p:nvPr/>
        </p:nvGrpSpPr>
        <p:grpSpPr>
          <a:xfrm>
            <a:off x="12301396" y="3431634"/>
            <a:ext cx="238760" cy="238760"/>
            <a:chOff x="6439086" y="6064117"/>
            <a:chExt cx="238760" cy="238760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F0C297B-6598-D7A7-2FA3-A0E9E42A0634}"/>
                </a:ext>
              </a:extLst>
            </p:cNvPr>
            <p:cNvSpPr/>
            <p:nvPr/>
          </p:nvSpPr>
          <p:spPr>
            <a:xfrm>
              <a:off x="6439086" y="6064117"/>
              <a:ext cx="238760" cy="238760"/>
            </a:xfrm>
            <a:prstGeom prst="rect">
              <a:avLst/>
            </a:prstGeom>
            <a:gradFill>
              <a:gsLst>
                <a:gs pos="0">
                  <a:schemeClr val="accent3"/>
                </a:gs>
                <a:gs pos="100000">
                  <a:srgbClr val="C00000"/>
                </a:gs>
              </a:gsLst>
              <a:lin ang="5400000" scaled="1"/>
            </a:gra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54" name="Connecteur droit 53">
              <a:extLst>
                <a:ext uri="{FF2B5EF4-FFF2-40B4-BE49-F238E27FC236}">
                  <a16:creationId xmlns:a16="http://schemas.microsoft.com/office/drawing/2014/main" id="{5C9C05F6-C87B-96D7-4000-818CF8EC8792}"/>
                </a:ext>
              </a:extLst>
            </p:cNvPr>
            <p:cNvCxnSpPr>
              <a:cxnSpLocks/>
            </p:cNvCxnSpPr>
            <p:nvPr/>
          </p:nvCxnSpPr>
          <p:spPr>
            <a:xfrm>
              <a:off x="6439088" y="6064119"/>
              <a:ext cx="238756" cy="238756"/>
            </a:xfrm>
            <a:prstGeom prst="line">
              <a:avLst/>
            </a:prstGeom>
            <a:solidFill>
              <a:schemeClr val="accent3"/>
            </a:solidFill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eur droit 54">
              <a:extLst>
                <a:ext uri="{FF2B5EF4-FFF2-40B4-BE49-F238E27FC236}">
                  <a16:creationId xmlns:a16="http://schemas.microsoft.com/office/drawing/2014/main" id="{36F29CED-6120-59A7-1630-2F6DD3B423A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439088" y="6064119"/>
              <a:ext cx="238756" cy="238756"/>
            </a:xfrm>
            <a:prstGeom prst="line">
              <a:avLst/>
            </a:prstGeom>
            <a:solidFill>
              <a:schemeClr val="accent3"/>
            </a:solidFill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B1AAE77-F272-1616-D7E4-06C04FD0B742}"/>
                </a:ext>
              </a:extLst>
            </p:cNvPr>
            <p:cNvSpPr/>
            <p:nvPr/>
          </p:nvSpPr>
          <p:spPr>
            <a:xfrm>
              <a:off x="6439086" y="6064117"/>
              <a:ext cx="238760" cy="238760"/>
            </a:xfrm>
            <a:prstGeom prst="rect">
              <a:avLst/>
            </a:prstGeom>
            <a:noFill/>
            <a:ln w="6350">
              <a:solidFill>
                <a:srgbClr val="92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57" name="Picture 30" descr="Offers Icon - Download in Line Style">
            <a:extLst>
              <a:ext uri="{FF2B5EF4-FFF2-40B4-BE49-F238E27FC236}">
                <a16:creationId xmlns:a16="http://schemas.microsoft.com/office/drawing/2014/main" id="{645EDA9E-5AEB-D65B-BA03-112851C94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049" y="198831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8" name="Groupe 57">
            <a:extLst>
              <a:ext uri="{FF2B5EF4-FFF2-40B4-BE49-F238E27FC236}">
                <a16:creationId xmlns:a16="http://schemas.microsoft.com/office/drawing/2014/main" id="{278A2E5F-FBB0-7944-524E-8A927B118141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C2328E5-5E88-B009-FB86-7FDB25B27817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D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MANDATORY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EE1DD3F0-DC52-9238-D831-DA8A1BB98D32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1555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970D8986-3A95-31F6-9BDA-98C506148E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/>
              <a:t>COMPETITORS</a:t>
            </a:r>
            <a:endParaRPr lang="en-US" sz="28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14C39AC-1A08-75C2-11D4-D8A2DA59AA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91599" y="1367287"/>
            <a:ext cx="10508729" cy="515267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fr-CH" err="1"/>
              <a:t>Identified</a:t>
            </a:r>
            <a:r>
              <a:rPr lang="fr-CH"/>
              <a:t>/</a:t>
            </a:r>
            <a:r>
              <a:rPr lang="fr-CH" err="1"/>
              <a:t>suspected</a:t>
            </a:r>
            <a:r>
              <a:rPr lang="fr-CH"/>
              <a:t> </a:t>
            </a:r>
            <a:r>
              <a:rPr lang="fr-CH" err="1"/>
              <a:t>Competitors</a:t>
            </a:r>
            <a:endParaRPr lang="fr-CH"/>
          </a:p>
          <a:p>
            <a:pPr marL="216000" lvl="1" indent="0">
              <a:buNone/>
            </a:pPr>
            <a:r>
              <a:rPr lang="fr-CH" sz="1100">
                <a:solidFill>
                  <a:schemeClr val="accent2">
                    <a:lumMod val="75000"/>
                  </a:schemeClr>
                </a:solidFill>
              </a:rPr>
              <a:t>Quels sont les concurrents nommés ou suspectés ?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50B44C-C775-306A-6164-D934FE7CA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all" spc="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SQLI Group PRESENTATION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754BD497-D9E0-8365-FED5-7536C31C5F8D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49FFD90-55F7-7FB2-04C5-A3584FBE7176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D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5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MANDATORY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8AF7EA7-4EEE-0595-1AFF-57464295A90A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endParaRPr>
            </a:p>
          </p:txBody>
        </p:sp>
      </p:grpSp>
      <p:graphicFrame>
        <p:nvGraphicFramePr>
          <p:cNvPr id="10" name="Tableau 4">
            <a:extLst>
              <a:ext uri="{FF2B5EF4-FFF2-40B4-BE49-F238E27FC236}">
                <a16:creationId xmlns:a16="http://schemas.microsoft.com/office/drawing/2014/main" id="{FC99FCAA-8AD9-05DE-1453-013EA00874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759395"/>
              </p:ext>
            </p:extLst>
          </p:nvPr>
        </p:nvGraphicFramePr>
        <p:xfrm>
          <a:off x="1483831" y="2057490"/>
          <a:ext cx="96291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7346">
                  <a:extLst>
                    <a:ext uri="{9D8B030D-6E8A-4147-A177-3AD203B41FA5}">
                      <a16:colId xmlns:a16="http://schemas.microsoft.com/office/drawing/2014/main" val="3253461229"/>
                    </a:ext>
                  </a:extLst>
                </a:gridCol>
                <a:gridCol w="3648723">
                  <a:extLst>
                    <a:ext uri="{9D8B030D-6E8A-4147-A177-3AD203B41FA5}">
                      <a16:colId xmlns:a16="http://schemas.microsoft.com/office/drawing/2014/main" val="543974387"/>
                    </a:ext>
                  </a:extLst>
                </a:gridCol>
                <a:gridCol w="3693109">
                  <a:extLst>
                    <a:ext uri="{9D8B030D-6E8A-4147-A177-3AD203B41FA5}">
                      <a16:colId xmlns:a16="http://schemas.microsoft.com/office/drawing/2014/main" val="35180408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CH" sz="1400">
                          <a:latin typeface="Arial Nova Cond" panose="020B0506020202020204" pitchFamily="34" charset="0"/>
                        </a:rPr>
                        <a:t>Supplier</a:t>
                      </a:r>
                      <a:endParaRPr lang="en-CH" sz="1400">
                        <a:latin typeface="Arial Nova Cond" panose="020B0506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CH" sz="1400" err="1">
                          <a:latin typeface="Arial Nova Cond" panose="020B0506020202020204" pitchFamily="34" charset="0"/>
                        </a:rPr>
                        <a:t>Strengths</a:t>
                      </a:r>
                      <a:endParaRPr lang="en-CH" sz="1400">
                        <a:latin typeface="Arial Nova Cond" panose="020B0506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CH" sz="1400" err="1">
                          <a:latin typeface="Arial Nova Cond" panose="020B0506020202020204" pitchFamily="34" charset="0"/>
                        </a:rPr>
                        <a:t>Weaknesses</a:t>
                      </a:r>
                      <a:endParaRPr lang="en-CH" sz="1400">
                        <a:latin typeface="Arial Nova Cond" panose="020B0506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43160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sz="1400">
                        <a:latin typeface="Arial Nova Cond" panose="020B0506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CH" sz="1400">
                        <a:latin typeface="Arial Nova Cond" panose="020B0506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CH" sz="1400">
                        <a:latin typeface="Arial Nova Cond" panose="020B0506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6756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sz="1400">
                        <a:latin typeface="Arial Nova Cond" panose="020B0506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CH" sz="1400">
                        <a:latin typeface="Arial Nova Cond" panose="020B0506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CH" sz="1400">
                        <a:latin typeface="Arial Nova Cond" panose="020B0506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4130065"/>
                  </a:ext>
                </a:extLst>
              </a:tr>
            </a:tbl>
          </a:graphicData>
        </a:graphic>
      </p:graphicFrame>
      <p:pic>
        <p:nvPicPr>
          <p:cNvPr id="14" name="Picture 30" descr="Offers Icon - Download in Line Style">
            <a:extLst>
              <a:ext uri="{FF2B5EF4-FFF2-40B4-BE49-F238E27FC236}">
                <a16:creationId xmlns:a16="http://schemas.microsoft.com/office/drawing/2014/main" id="{A87B13C5-BEA6-73CA-2D53-3DCA34935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049" y="198831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8482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0B34F7D7-A1E8-AB0D-0D51-D2CD07ED94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 err="1"/>
              <a:t>SOlution</a:t>
            </a:r>
            <a:r>
              <a:rPr lang="fr-FR" sz="2800"/>
              <a:t> </a:t>
            </a:r>
            <a:r>
              <a:rPr lang="fr-FR" sz="2800" err="1"/>
              <a:t>Overview</a:t>
            </a:r>
            <a:r>
              <a:rPr lang="fr-FR" sz="2800"/>
              <a:t> </a:t>
            </a:r>
            <a:endParaRPr lang="en-US" sz="28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256E2F-82C9-1AF9-6BDD-BBD6CDEB98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fr-CH"/>
              <a:t>Experience &amp; Design </a:t>
            </a:r>
            <a:r>
              <a:rPr lang="fr-CH" err="1"/>
              <a:t>proposal</a:t>
            </a:r>
            <a:endParaRPr lang="fr-CH"/>
          </a:p>
          <a:p>
            <a:pPr marL="252000" lvl="1" indent="0">
              <a:buNone/>
            </a:pPr>
            <a:r>
              <a:rPr lang="fr-CH" i="1">
                <a:solidFill>
                  <a:srgbClr val="722F85"/>
                </a:solidFill>
              </a:rPr>
              <a:t>Nos partis-pris de conception UX/UI</a:t>
            </a:r>
          </a:p>
          <a:p>
            <a:pPr lvl="1"/>
            <a:r>
              <a:rPr lang="fr-CH" err="1"/>
              <a:t>Please</a:t>
            </a:r>
            <a:r>
              <a:rPr lang="fr-CH"/>
              <a:t> </a:t>
            </a:r>
            <a:r>
              <a:rPr lang="fr-CH" err="1"/>
              <a:t>complete</a:t>
            </a:r>
            <a:endParaRPr lang="fr-CH"/>
          </a:p>
          <a:p>
            <a:pPr lvl="1"/>
            <a:endParaRPr lang="fr-CH"/>
          </a:p>
          <a:p>
            <a:r>
              <a:rPr lang="fr-CH" err="1"/>
              <a:t>Technical</a:t>
            </a:r>
            <a:r>
              <a:rPr lang="fr-CH"/>
              <a:t> solution </a:t>
            </a:r>
            <a:r>
              <a:rPr lang="fr-CH" err="1"/>
              <a:t>proposal</a:t>
            </a:r>
            <a:endParaRPr lang="fr-CH"/>
          </a:p>
          <a:p>
            <a:pPr marL="252000" lvl="1" indent="0">
              <a:buNone/>
            </a:pPr>
            <a:r>
              <a:rPr lang="fr-CH" i="1">
                <a:solidFill>
                  <a:srgbClr val="722F85"/>
                </a:solidFill>
              </a:rPr>
              <a:t>Quelle solution technique proposons-nous</a:t>
            </a:r>
          </a:p>
          <a:p>
            <a:pPr lvl="1"/>
            <a:r>
              <a:rPr lang="fr-CH" err="1"/>
              <a:t>Please</a:t>
            </a:r>
            <a:r>
              <a:rPr lang="fr-CH"/>
              <a:t> </a:t>
            </a:r>
            <a:r>
              <a:rPr lang="fr-CH" err="1"/>
              <a:t>complete</a:t>
            </a:r>
            <a:endParaRPr lang="fr-CH"/>
          </a:p>
          <a:p>
            <a:pPr lvl="1"/>
            <a:endParaRPr lang="fr-CH"/>
          </a:p>
          <a:p>
            <a:r>
              <a:rPr lang="fr-CH"/>
              <a:t>Delivery model </a:t>
            </a:r>
            <a:r>
              <a:rPr lang="fr-CH" err="1"/>
              <a:t>proposal</a:t>
            </a:r>
            <a:endParaRPr lang="fr-CH"/>
          </a:p>
          <a:p>
            <a:pPr marL="252000" lvl="1" indent="0">
              <a:buNone/>
            </a:pPr>
            <a:r>
              <a:rPr lang="fr-CH" i="1">
                <a:solidFill>
                  <a:srgbClr val="722F85"/>
                </a:solidFill>
              </a:rPr>
              <a:t>Notre modèle de </a:t>
            </a:r>
            <a:r>
              <a:rPr lang="fr-CH" i="1" err="1">
                <a:solidFill>
                  <a:srgbClr val="722F85"/>
                </a:solidFill>
              </a:rPr>
              <a:t>delivery</a:t>
            </a:r>
            <a:r>
              <a:rPr lang="fr-CH" i="1">
                <a:solidFill>
                  <a:srgbClr val="722F85"/>
                </a:solidFill>
              </a:rPr>
              <a:t> </a:t>
            </a:r>
          </a:p>
          <a:p>
            <a:pPr lvl="1"/>
            <a:r>
              <a:rPr lang="fr-CH" err="1"/>
              <a:t>Please</a:t>
            </a:r>
            <a:r>
              <a:rPr lang="fr-CH"/>
              <a:t> </a:t>
            </a:r>
            <a:r>
              <a:rPr lang="fr-CH" err="1"/>
              <a:t>complete</a:t>
            </a:r>
            <a:endParaRPr lang="fr-CH"/>
          </a:p>
          <a:p>
            <a:pPr lvl="1"/>
            <a:endParaRPr lang="fr-CH"/>
          </a:p>
          <a:p>
            <a:r>
              <a:rPr lang="fr-CH"/>
              <a:t>Engagement </a:t>
            </a:r>
            <a:r>
              <a:rPr lang="fr-CH" err="1"/>
              <a:t>proposal</a:t>
            </a:r>
            <a:endParaRPr lang="fr-CH"/>
          </a:p>
          <a:p>
            <a:pPr marL="252000" lvl="1" indent="0">
              <a:buNone/>
            </a:pPr>
            <a:r>
              <a:rPr lang="fr-CH" i="1">
                <a:solidFill>
                  <a:srgbClr val="722F85"/>
                </a:solidFill>
              </a:rPr>
              <a:t>Notre modèle d’engagement </a:t>
            </a:r>
          </a:p>
          <a:p>
            <a:pPr lvl="1"/>
            <a:r>
              <a:rPr lang="fr-CH" err="1"/>
              <a:t>Please</a:t>
            </a:r>
            <a:r>
              <a:rPr lang="fr-CH"/>
              <a:t> </a:t>
            </a:r>
            <a:r>
              <a:rPr lang="fr-CH" err="1"/>
              <a:t>complete</a:t>
            </a:r>
            <a:endParaRPr lang="fr-CH"/>
          </a:p>
          <a:p>
            <a:pPr lvl="1"/>
            <a:endParaRPr lang="fr-CH"/>
          </a:p>
          <a:p>
            <a:endParaRPr lang="fr-CH"/>
          </a:p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C5A88E5-EFFF-5419-6D65-7371C22E97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CH"/>
              <a:t>Project </a:t>
            </a:r>
            <a:r>
              <a:rPr lang="fr-CH" err="1"/>
              <a:t>landscape</a:t>
            </a:r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BE5FCC-4867-330F-4904-EB0C91FB5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Sales Process V.4.0</a:t>
            </a:r>
          </a:p>
        </p:txBody>
      </p:sp>
      <p:pic>
        <p:nvPicPr>
          <p:cNvPr id="10" name="Picture 30" descr="Offers Icon - Download in Line Style">
            <a:extLst>
              <a:ext uri="{FF2B5EF4-FFF2-40B4-BE49-F238E27FC236}">
                <a16:creationId xmlns:a16="http://schemas.microsoft.com/office/drawing/2014/main" id="{5FA5D41E-03EB-BD29-69FE-C9A0EB01E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049" y="198831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e 10">
            <a:extLst>
              <a:ext uri="{FF2B5EF4-FFF2-40B4-BE49-F238E27FC236}">
                <a16:creationId xmlns:a16="http://schemas.microsoft.com/office/drawing/2014/main" id="{2BE420C8-F650-A657-72F5-47F8C20045FB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ED4DC2F-891A-F527-F0A9-3A6B843F31B8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D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MANDATORY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1D53C14-F70D-F0BE-7B21-A53CEC909DAF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5854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443E2AB-7582-A67A-5880-4215ED4F6E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 dirty="0" err="1">
                <a:ea typeface="Inter-Bold"/>
                <a:cs typeface="Poppins Black"/>
              </a:rPr>
              <a:t>Proposal</a:t>
            </a:r>
            <a:r>
              <a:rPr lang="fr-FR" sz="2800" dirty="0">
                <a:ea typeface="Inter-Bold"/>
                <a:cs typeface="Poppins Black"/>
              </a:rPr>
              <a:t>: DM visa</a:t>
            </a:r>
            <a:endParaRPr lang="fr-FR" dirty="0" err="1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185AB81-F801-FA04-6347-1D8E7906C8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dirty="0">
                <a:solidFill>
                  <a:schemeClr val="accent3"/>
                </a:solidFill>
                <a:ea typeface="Inter-Bold"/>
                <a:cs typeface="Inter-Bold"/>
              </a:rPr>
              <a:t>Delivery management visa</a:t>
            </a:r>
            <a:endParaRPr lang="fr-FR" dirty="0">
              <a:solidFill>
                <a:schemeClr val="accent3"/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17B502-4B4F-4746-DC0F-5C041E74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SQLI Group PRESENTATION</a:t>
            </a:r>
            <a:endParaRPr lang="en-US" dirty="0"/>
          </a:p>
        </p:txBody>
      </p:sp>
      <p:graphicFrame>
        <p:nvGraphicFramePr>
          <p:cNvPr id="7" name="Tableau 3">
            <a:extLst>
              <a:ext uri="{FF2B5EF4-FFF2-40B4-BE49-F238E27FC236}">
                <a16:creationId xmlns:a16="http://schemas.microsoft.com/office/drawing/2014/main" id="{26212134-D9C7-4C61-8148-26CAB32CE6EA}"/>
              </a:ext>
            </a:extLst>
          </p:cNvPr>
          <p:cNvGraphicFramePr>
            <a:graphicFrameLocks noGrp="1"/>
          </p:cNvGraphicFramePr>
          <p:nvPr/>
        </p:nvGraphicFramePr>
        <p:xfrm>
          <a:off x="974046" y="1641771"/>
          <a:ext cx="10508724" cy="159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3957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1973957">
                  <a:extLst>
                    <a:ext uri="{9D8B030D-6E8A-4147-A177-3AD203B41FA5}">
                      <a16:colId xmlns:a16="http://schemas.microsoft.com/office/drawing/2014/main" val="2294339233"/>
                    </a:ext>
                  </a:extLst>
                </a:gridCol>
                <a:gridCol w="6560810">
                  <a:extLst>
                    <a:ext uri="{9D8B030D-6E8A-4147-A177-3AD203B41FA5}">
                      <a16:colId xmlns:a16="http://schemas.microsoft.com/office/drawing/2014/main" val="300769205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The Project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err="1">
                          <a:latin typeface="Arial Nova Cond" panose="020B0506020202020204" pitchFamily="34" charset="0"/>
                        </a:rPr>
                        <a:t>Reserves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247999">
                <a:tc>
                  <a:txBody>
                    <a:bodyPr/>
                    <a:lstStyle/>
                    <a:p>
                      <a:r>
                        <a:rPr lang="fr-FR" sz="1200" b="1">
                          <a:latin typeface="Arial Nova Cond" panose="020B0506020202020204" pitchFamily="34" charset="0"/>
                        </a:rPr>
                        <a:t>Delivery Manager(s)</a:t>
                      </a:r>
                      <a:endParaRPr lang="fr-FR" sz="1200" b="1" dirty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endParaRPr lang="fr-FR" sz="1200" dirty="0">
                        <a:latin typeface="Arial Nova Cond" panose="020B0506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5238722"/>
                  </a:ext>
                </a:extLst>
              </a:tr>
              <a:tr h="2479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>
                          <a:latin typeface="Arial Nova Cond" panose="020B0506020202020204" pitchFamily="34" charset="0"/>
                        </a:rPr>
                        <a:t>Date DM Visa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77950183"/>
                  </a:ext>
                </a:extLst>
              </a:tr>
              <a:tr h="2479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 err="1">
                          <a:latin typeface="Arial Nova Cond" panose="020B0506020202020204" pitchFamily="34" charset="0"/>
                        </a:rPr>
                        <a:t>Decision</a:t>
                      </a:r>
                      <a:r>
                        <a:rPr lang="fr-FR" sz="1200" b="1">
                          <a:latin typeface="Arial Nova Cond" panose="020B0506020202020204" pitchFamily="34" charset="0"/>
                        </a:rPr>
                        <a:t> </a:t>
                      </a:r>
                      <a:r>
                        <a:rPr lang="fr-FR" sz="1200" b="1" err="1">
                          <a:latin typeface="Arial Nova Cond" panose="020B0506020202020204" pitchFamily="34" charset="0"/>
                        </a:rPr>
                        <a:t>Taken</a:t>
                      </a:r>
                      <a:endParaRPr lang="fr-FR" sz="1200" b="1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200" dirty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57356658"/>
                  </a:ext>
                </a:extLst>
              </a:tr>
            </a:tbl>
          </a:graphicData>
        </a:graphic>
      </p:graphicFrame>
      <p:grpSp>
        <p:nvGrpSpPr>
          <p:cNvPr id="8" name="Groupe 7">
            <a:extLst>
              <a:ext uri="{FF2B5EF4-FFF2-40B4-BE49-F238E27FC236}">
                <a16:creationId xmlns:a16="http://schemas.microsoft.com/office/drawing/2014/main" id="{AE0CC4D2-45EC-8A82-4BF2-CC7A571EE660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E52CCE2-9751-A86D-453D-ECFC9E9E0E2D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D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MANDATORY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618A5A-23CA-D3DE-5CE1-A31E063D0600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  <p:pic>
        <p:nvPicPr>
          <p:cNvPr id="3" name="Picture 30" descr="Offers Icon - Download in Line Style">
            <a:extLst>
              <a:ext uri="{FF2B5EF4-FFF2-40B4-BE49-F238E27FC236}">
                <a16:creationId xmlns:a16="http://schemas.microsoft.com/office/drawing/2014/main" id="{AC014073-B093-C179-2C9B-3CD02A8CE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049" y="198831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0362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54BC21A-606D-76D0-5B61-DF2945F131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 err="1"/>
              <a:t>Proposal</a:t>
            </a:r>
            <a:r>
              <a:rPr lang="fr-FR" sz="2800"/>
              <a:t>: </a:t>
            </a:r>
            <a:r>
              <a:rPr lang="fr-FR" sz="2800" err="1"/>
              <a:t>Organization</a:t>
            </a:r>
            <a:endParaRPr lang="en-US" sz="28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1F84E94-10BB-FA25-84B6-5038FF770F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sz="1400" b="1" cap="all" err="1">
                <a:solidFill>
                  <a:srgbClr val="722F85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Please</a:t>
            </a:r>
            <a:r>
              <a:rPr lang="fr-FR" sz="1400" b="1" cap="all">
                <a:solidFill>
                  <a:srgbClr val="722F85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 </a:t>
            </a:r>
            <a:r>
              <a:rPr lang="fr-FR" sz="1400" b="1" cap="all" err="1">
                <a:solidFill>
                  <a:srgbClr val="722F85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share</a:t>
            </a:r>
            <a:r>
              <a:rPr lang="fr-FR" sz="1400" b="1" cap="all">
                <a:solidFill>
                  <a:srgbClr val="722F85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 the profiles, locations, </a:t>
            </a:r>
            <a:r>
              <a:rPr lang="fr-FR" sz="1400" b="1" cap="all" err="1">
                <a:solidFill>
                  <a:srgbClr val="722F85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FTE’s</a:t>
            </a:r>
            <a:r>
              <a:rPr lang="fr-FR" sz="1400" b="1" cap="all">
                <a:solidFill>
                  <a:srgbClr val="722F85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 and </a:t>
            </a:r>
            <a:r>
              <a:rPr lang="fr-FR" sz="1400" b="1" cap="all" err="1">
                <a:solidFill>
                  <a:srgbClr val="722F85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organization</a:t>
            </a:r>
            <a:r>
              <a:rPr lang="fr-FR" sz="1400" b="1" cap="all">
                <a:solidFill>
                  <a:srgbClr val="722F85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 as a </a:t>
            </a:r>
            <a:r>
              <a:rPr lang="fr-FR" sz="1400" b="1" cap="all" err="1">
                <a:solidFill>
                  <a:srgbClr val="722F85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pyramid</a:t>
            </a:r>
            <a:r>
              <a:rPr lang="fr-FR" sz="1400" b="1" cap="all">
                <a:solidFill>
                  <a:srgbClr val="722F85"/>
                </a:solidFill>
                <a:latin typeface="Arial Nova Cond" panose="020B0506020202020204" pitchFamily="34" charset="0"/>
                <a:ea typeface="Inter-Bold" panose="02000803000000020004" pitchFamily="50" charset="0"/>
              </a:rPr>
              <a:t> chart</a:t>
            </a:r>
          </a:p>
          <a:p>
            <a:pPr marL="252000" lvl="1" indent="0">
              <a:buNone/>
            </a:pPr>
            <a:r>
              <a:rPr lang="fr-FR" i="1">
                <a:solidFill>
                  <a:srgbClr val="722F85"/>
                </a:solidFill>
              </a:rPr>
              <a:t>Merci de partager la pyramide des profils, ainsi que les ETP et localisations</a:t>
            </a:r>
          </a:p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D362A9E-5C78-0022-38F5-511885FB8FF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Profiles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involved</a:t>
            </a:r>
            <a:endParaRPr lang="fr-FR" cap="all">
              <a:solidFill>
                <a:schemeClr val="accent3"/>
              </a:solidFill>
              <a:ea typeface="Inter-Bold" panose="02000803000000020004" pitchFamily="50" charset="0"/>
              <a:cs typeface="Inter-Bold" panose="02000803000000020004" pitchFamily="50" charset="0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E7AFC2-E67A-6F0D-6104-63FAB28E9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Sales Process V.4.0</a:t>
            </a:r>
          </a:p>
        </p:txBody>
      </p:sp>
      <p:pic>
        <p:nvPicPr>
          <p:cNvPr id="6" name="Picture 30" descr="Offers Icon - Download in Line Style">
            <a:extLst>
              <a:ext uri="{FF2B5EF4-FFF2-40B4-BE49-F238E27FC236}">
                <a16:creationId xmlns:a16="http://schemas.microsoft.com/office/drawing/2014/main" id="{7E016081-2C1F-C525-310E-F7C5AD7CF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049" y="198831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46DEAA10-1510-0D49-757E-4C699D170EE7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62A174D-56F1-12C8-FAAC-A3AED6CFCEF8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D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MANDATORY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57E7656-4261-7B16-B821-FA54425F4F48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  <p:graphicFrame>
        <p:nvGraphicFramePr>
          <p:cNvPr id="11" name="Tableau 3">
            <a:extLst>
              <a:ext uri="{FF2B5EF4-FFF2-40B4-BE49-F238E27FC236}">
                <a16:creationId xmlns:a16="http://schemas.microsoft.com/office/drawing/2014/main" id="{56EC9584-9D0A-B3C8-DC77-CA69775EA5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614944"/>
              </p:ext>
            </p:extLst>
          </p:nvPr>
        </p:nvGraphicFramePr>
        <p:xfrm>
          <a:off x="4220077" y="2350704"/>
          <a:ext cx="2668769" cy="32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7231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485769">
                  <a:extLst>
                    <a:ext uri="{9D8B030D-6E8A-4147-A177-3AD203B41FA5}">
                      <a16:colId xmlns:a16="http://schemas.microsoft.com/office/drawing/2014/main" val="2063113717"/>
                    </a:ext>
                  </a:extLst>
                </a:gridCol>
                <a:gridCol w="485769">
                  <a:extLst>
                    <a:ext uri="{9D8B030D-6E8A-4147-A177-3AD203B41FA5}">
                      <a16:colId xmlns:a16="http://schemas.microsoft.com/office/drawing/2014/main" val="3560346626"/>
                    </a:ext>
                  </a:extLst>
                </a:gridCol>
              </a:tblGrid>
              <a:tr h="2335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Profile W Sr.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PA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5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</a:tbl>
          </a:graphicData>
        </a:graphic>
      </p:graphicFrame>
      <p:graphicFrame>
        <p:nvGraphicFramePr>
          <p:cNvPr id="12" name="Tableau 3">
            <a:extLst>
              <a:ext uri="{FF2B5EF4-FFF2-40B4-BE49-F238E27FC236}">
                <a16:creationId xmlns:a16="http://schemas.microsoft.com/office/drawing/2014/main" id="{A053CDFA-415D-EA78-07E6-0BEE41C8AC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955519"/>
              </p:ext>
            </p:extLst>
          </p:nvPr>
        </p:nvGraphicFramePr>
        <p:xfrm>
          <a:off x="4761615" y="3144785"/>
          <a:ext cx="2668769" cy="32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7231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485769">
                  <a:extLst>
                    <a:ext uri="{9D8B030D-6E8A-4147-A177-3AD203B41FA5}">
                      <a16:colId xmlns:a16="http://schemas.microsoft.com/office/drawing/2014/main" val="2063113717"/>
                    </a:ext>
                  </a:extLst>
                </a:gridCol>
                <a:gridCol w="485769">
                  <a:extLst>
                    <a:ext uri="{9D8B030D-6E8A-4147-A177-3AD203B41FA5}">
                      <a16:colId xmlns:a16="http://schemas.microsoft.com/office/drawing/2014/main" val="3560346626"/>
                    </a:ext>
                  </a:extLst>
                </a:gridCol>
              </a:tblGrid>
              <a:tr h="1746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Profile Y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BX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5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</a:tbl>
          </a:graphicData>
        </a:graphic>
      </p:graphicFrame>
      <p:graphicFrame>
        <p:nvGraphicFramePr>
          <p:cNvPr id="13" name="Tableau 3">
            <a:extLst>
              <a:ext uri="{FF2B5EF4-FFF2-40B4-BE49-F238E27FC236}">
                <a16:creationId xmlns:a16="http://schemas.microsoft.com/office/drawing/2014/main" id="{EAD8C47D-2500-4EDD-3222-77A3494FC0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819015"/>
              </p:ext>
            </p:extLst>
          </p:nvPr>
        </p:nvGraphicFramePr>
        <p:xfrm>
          <a:off x="1796625" y="3144785"/>
          <a:ext cx="2668769" cy="32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7231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485769">
                  <a:extLst>
                    <a:ext uri="{9D8B030D-6E8A-4147-A177-3AD203B41FA5}">
                      <a16:colId xmlns:a16="http://schemas.microsoft.com/office/drawing/2014/main" val="2063113717"/>
                    </a:ext>
                  </a:extLst>
                </a:gridCol>
                <a:gridCol w="485769">
                  <a:extLst>
                    <a:ext uri="{9D8B030D-6E8A-4147-A177-3AD203B41FA5}">
                      <a16:colId xmlns:a16="http://schemas.microsoft.com/office/drawing/2014/main" val="3560346626"/>
                    </a:ext>
                  </a:extLst>
                </a:gridCol>
              </a:tblGrid>
              <a:tr h="1746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Profile X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MA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5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</a:tbl>
          </a:graphicData>
        </a:graphic>
      </p:graphicFrame>
      <p:graphicFrame>
        <p:nvGraphicFramePr>
          <p:cNvPr id="14" name="Tableau 3">
            <a:extLst>
              <a:ext uri="{FF2B5EF4-FFF2-40B4-BE49-F238E27FC236}">
                <a16:creationId xmlns:a16="http://schemas.microsoft.com/office/drawing/2014/main" id="{D461A3E1-1163-C169-E1E0-0A9952A96E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4427556"/>
              </p:ext>
            </p:extLst>
          </p:nvPr>
        </p:nvGraphicFramePr>
        <p:xfrm>
          <a:off x="7726606" y="3144785"/>
          <a:ext cx="2668769" cy="32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7231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485769">
                  <a:extLst>
                    <a:ext uri="{9D8B030D-6E8A-4147-A177-3AD203B41FA5}">
                      <a16:colId xmlns:a16="http://schemas.microsoft.com/office/drawing/2014/main" val="2063113717"/>
                    </a:ext>
                  </a:extLst>
                </a:gridCol>
                <a:gridCol w="485769">
                  <a:extLst>
                    <a:ext uri="{9D8B030D-6E8A-4147-A177-3AD203B41FA5}">
                      <a16:colId xmlns:a16="http://schemas.microsoft.com/office/drawing/2014/main" val="3560346626"/>
                    </a:ext>
                  </a:extLst>
                </a:gridCol>
              </a:tblGrid>
              <a:tr h="1746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Profile Z Int.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CH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5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0,5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</a:tbl>
          </a:graphicData>
        </a:graphic>
      </p:graphicFrame>
      <p:graphicFrame>
        <p:nvGraphicFramePr>
          <p:cNvPr id="18" name="Tableau 3">
            <a:extLst>
              <a:ext uri="{FF2B5EF4-FFF2-40B4-BE49-F238E27FC236}">
                <a16:creationId xmlns:a16="http://schemas.microsoft.com/office/drawing/2014/main" id="{41A2A338-8FE3-D04B-31FC-F1699F2251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761102"/>
              </p:ext>
            </p:extLst>
          </p:nvPr>
        </p:nvGraphicFramePr>
        <p:xfrm>
          <a:off x="4761615" y="3643146"/>
          <a:ext cx="2668769" cy="32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7231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485769">
                  <a:extLst>
                    <a:ext uri="{9D8B030D-6E8A-4147-A177-3AD203B41FA5}">
                      <a16:colId xmlns:a16="http://schemas.microsoft.com/office/drawing/2014/main" val="2063113717"/>
                    </a:ext>
                  </a:extLst>
                </a:gridCol>
                <a:gridCol w="485769">
                  <a:extLst>
                    <a:ext uri="{9D8B030D-6E8A-4147-A177-3AD203B41FA5}">
                      <a16:colId xmlns:a16="http://schemas.microsoft.com/office/drawing/2014/main" val="3560346626"/>
                    </a:ext>
                  </a:extLst>
                </a:gridCol>
              </a:tblGrid>
              <a:tr h="1746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Profile Y Jr.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MA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5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5,5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</a:tbl>
          </a:graphicData>
        </a:graphic>
      </p:graphicFrame>
      <p:cxnSp>
        <p:nvCxnSpPr>
          <p:cNvPr id="20" name="Connecteur : en angle 19">
            <a:extLst>
              <a:ext uri="{FF2B5EF4-FFF2-40B4-BE49-F238E27FC236}">
                <a16:creationId xmlns:a16="http://schemas.microsoft.com/office/drawing/2014/main" id="{5EE30038-2ABF-AAB1-38CA-F3ABCDBEB453}"/>
              </a:ext>
            </a:extLst>
          </p:cNvPr>
          <p:cNvCxnSpPr>
            <a:cxnSpLocks/>
            <a:stCxn id="13" idx="0"/>
            <a:endCxn id="11" idx="2"/>
          </p:cNvCxnSpPr>
          <p:nvPr/>
        </p:nvCxnSpPr>
        <p:spPr>
          <a:xfrm rot="5400000" flipH="1" flipV="1">
            <a:off x="4109135" y="1699459"/>
            <a:ext cx="467201" cy="242345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 : en angle 22">
            <a:extLst>
              <a:ext uri="{FF2B5EF4-FFF2-40B4-BE49-F238E27FC236}">
                <a16:creationId xmlns:a16="http://schemas.microsoft.com/office/drawing/2014/main" id="{7EBE2433-2CA7-B70A-20A4-F050F0E828E8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rot="16200000" flipV="1">
            <a:off x="5591630" y="2640416"/>
            <a:ext cx="467201" cy="54153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 : en angle 25">
            <a:extLst>
              <a:ext uri="{FF2B5EF4-FFF2-40B4-BE49-F238E27FC236}">
                <a16:creationId xmlns:a16="http://schemas.microsoft.com/office/drawing/2014/main" id="{ACAE6871-992A-A81A-71ED-77ECB1197E92}"/>
              </a:ext>
            </a:extLst>
          </p:cNvPr>
          <p:cNvCxnSpPr>
            <a:cxnSpLocks/>
            <a:stCxn id="14" idx="0"/>
            <a:endCxn id="11" idx="2"/>
          </p:cNvCxnSpPr>
          <p:nvPr/>
        </p:nvCxnSpPr>
        <p:spPr>
          <a:xfrm rot="16200000" flipV="1">
            <a:off x="7074126" y="1157920"/>
            <a:ext cx="467201" cy="350652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9632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3850F811-FF04-BC04-DEAA-136A39DF8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CH" sz="2800">
                <a:ea typeface="Inter-Bold"/>
                <a:cs typeface="Inter-Bold"/>
              </a:rPr>
              <a:t>Proposal: workload plan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61C1EC7-85F9-C131-2415-0BEC2D2507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CH">
                <a:solidFill>
                  <a:srgbClr val="722F85"/>
                </a:solidFill>
              </a:rPr>
              <a:t>Workload plan per profiles committed by related Staffing managers</a:t>
            </a:r>
            <a:endParaRPr lang="fr-CH" sz="1600">
              <a:solidFill>
                <a:srgbClr val="722F85"/>
              </a:solidFill>
            </a:endParaRPr>
          </a:p>
          <a:p>
            <a:pPr marL="252000" lvl="1" indent="0">
              <a:buNone/>
            </a:pPr>
            <a:r>
              <a:rPr lang="en-CH" i="1">
                <a:solidFill>
                  <a:srgbClr val="722F85"/>
                </a:solidFill>
              </a:rPr>
              <a:t>Plan de charges par </a:t>
            </a:r>
            <a:r>
              <a:rPr lang="en-CH" i="1" err="1">
                <a:solidFill>
                  <a:srgbClr val="722F85"/>
                </a:solidFill>
              </a:rPr>
              <a:t>profil</a:t>
            </a:r>
            <a:r>
              <a:rPr lang="en-CH" i="1">
                <a:solidFill>
                  <a:srgbClr val="722F85"/>
                </a:solidFill>
              </a:rPr>
              <a:t>, sur </a:t>
            </a:r>
            <a:r>
              <a:rPr lang="en-CH" i="1" err="1">
                <a:solidFill>
                  <a:srgbClr val="722F85"/>
                </a:solidFill>
              </a:rPr>
              <a:t>lequel</a:t>
            </a:r>
            <a:r>
              <a:rPr lang="en-CH" i="1">
                <a:solidFill>
                  <a:srgbClr val="722F85"/>
                </a:solidFill>
              </a:rPr>
              <a:t> les Staffing Managers </a:t>
            </a:r>
            <a:r>
              <a:rPr lang="en-CH" i="1" err="1">
                <a:solidFill>
                  <a:srgbClr val="722F85"/>
                </a:solidFill>
              </a:rPr>
              <a:t>s’engagent</a:t>
            </a:r>
            <a:endParaRPr lang="fr-CH" i="1">
              <a:solidFill>
                <a:srgbClr val="722F85"/>
              </a:solidFill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BAC51D1-3C17-5CBE-8FB8-21AF597C77B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CH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Profiles involved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C1CF59-C634-32E4-8659-8EA2EA683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Sales Process V.4.0</a:t>
            </a:r>
          </a:p>
        </p:txBody>
      </p:sp>
      <p:pic>
        <p:nvPicPr>
          <p:cNvPr id="6" name="Picture 30" descr="Offers Icon - Download in Line Style">
            <a:extLst>
              <a:ext uri="{FF2B5EF4-FFF2-40B4-BE49-F238E27FC236}">
                <a16:creationId xmlns:a16="http://schemas.microsoft.com/office/drawing/2014/main" id="{40D343A4-7EEF-8D51-9EF5-EE497CD22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049" y="198831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08B10AB4-755B-1067-B047-6D107AD7A84F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C511F67-126A-18DE-47F0-8079830E8E1F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H" sz="1500" b="1">
                  <a:latin typeface="Arial Nova Cond" panose="020B0506020202020204" pitchFamily="34" charset="0"/>
                </a:rPr>
                <a:t>RECOMMENDED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A4E55D1-0B21-419B-FFD5-61AB3C487466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0088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1600" b="1">
                <a:latin typeface="Arial Nova Cond" panose="020B0506020202020204" pitchFamily="34" charset="0"/>
              </a:endParaRPr>
            </a:p>
          </p:txBody>
        </p:sp>
      </p:grpSp>
      <p:graphicFrame>
        <p:nvGraphicFramePr>
          <p:cNvPr id="10" name="Tableau 3">
            <a:extLst>
              <a:ext uri="{FF2B5EF4-FFF2-40B4-BE49-F238E27FC236}">
                <a16:creationId xmlns:a16="http://schemas.microsoft.com/office/drawing/2014/main" id="{5EBA44FF-F12F-891D-CD30-5E0F2F5A27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673281"/>
              </p:ext>
            </p:extLst>
          </p:nvPr>
        </p:nvGraphicFramePr>
        <p:xfrm>
          <a:off x="974033" y="2174286"/>
          <a:ext cx="10430072" cy="398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7518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2607518">
                  <a:extLst>
                    <a:ext uri="{9D8B030D-6E8A-4147-A177-3AD203B41FA5}">
                      <a16:colId xmlns:a16="http://schemas.microsoft.com/office/drawing/2014/main" val="3007692051"/>
                    </a:ext>
                  </a:extLst>
                </a:gridCol>
                <a:gridCol w="2607518">
                  <a:extLst>
                    <a:ext uri="{9D8B030D-6E8A-4147-A177-3AD203B41FA5}">
                      <a16:colId xmlns:a16="http://schemas.microsoft.com/office/drawing/2014/main" val="4131809735"/>
                    </a:ext>
                  </a:extLst>
                </a:gridCol>
                <a:gridCol w="2607518">
                  <a:extLst>
                    <a:ext uri="{9D8B030D-6E8A-4147-A177-3AD203B41FA5}">
                      <a16:colId xmlns:a16="http://schemas.microsoft.com/office/drawing/2014/main" val="39630418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H" sz="1200" noProof="0">
                          <a:latin typeface="Arial Nova Cond" panose="020B0506020202020204" pitchFamily="34" charset="0"/>
                        </a:rPr>
                        <a:t>Profiles 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H" sz="1200" noProof="0">
                          <a:latin typeface="Arial Nova Cond" panose="020B0506020202020204" pitchFamily="34" charset="0"/>
                        </a:rPr>
                        <a:t>Localization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H" sz="1200" noProof="0">
                          <a:latin typeface="Arial Nova Cond" panose="020B0506020202020204" pitchFamily="34" charset="0"/>
                        </a:rPr>
                        <a:t>Standard costs grade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H" sz="1200" noProof="0">
                          <a:latin typeface="Arial Nova Cond" panose="020B0506020202020204" pitchFamily="34" charset="0"/>
                        </a:rPr>
                        <a:t>Workload MD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sz="1200" noProof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CH" sz="1200" noProof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CH" sz="1200" noProof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200" noProof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sz="1200" noProof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200" noProof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200" noProof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CH" sz="1200" noProof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200" noProof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200" noProof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200" noProof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CH" sz="1200" noProof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4227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200" noProof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200" noProof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200" noProof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CH" sz="1200" noProof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5979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200" noProof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200" noProof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200" noProof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CH" sz="1200" noProof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1178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200" noProof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200" noProof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200" noProof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CH" sz="1200" noProof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3526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200" noProof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200" noProof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200" noProof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CH" sz="1200" noProof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0533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200" noProof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200" noProof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200" noProof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CH" sz="1200" noProof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1742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200" noProof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200" noProof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200" noProof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CH" sz="1200" noProof="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9093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2618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3B25F5C2-DBC8-2288-A7E2-1D0D616130E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 err="1"/>
              <a:t>Proposal</a:t>
            </a:r>
            <a:r>
              <a:rPr lang="fr-FR" sz="2800"/>
              <a:t>: timeline</a:t>
            </a:r>
            <a:endParaRPr lang="en-US" sz="28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0FFDCC-451D-C6AA-501A-2170386D8D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CH"/>
              <a:t>Is </a:t>
            </a:r>
            <a:r>
              <a:rPr lang="fr-CH" err="1"/>
              <a:t>there</a:t>
            </a:r>
            <a:r>
              <a:rPr lang="fr-CH"/>
              <a:t> a plan and/or a deadline in the client </a:t>
            </a:r>
            <a:r>
              <a:rPr lang="fr-CH" err="1"/>
              <a:t>request</a:t>
            </a:r>
            <a:r>
              <a:rPr lang="fr-CH"/>
              <a:t>?</a:t>
            </a:r>
          </a:p>
          <a:p>
            <a:pPr marL="252000" lvl="1" indent="0">
              <a:buNone/>
            </a:pPr>
            <a:r>
              <a:rPr lang="fr-CH" i="1">
                <a:solidFill>
                  <a:srgbClr val="722F85"/>
                </a:solidFill>
              </a:rPr>
              <a:t>Le client a-t-il déjà partagé un calendrier ou des échéances ? Si oui lesquels ?</a:t>
            </a:r>
          </a:p>
          <a:p>
            <a:pPr lvl="1"/>
            <a:r>
              <a:rPr lang="fr-CH" err="1"/>
              <a:t>Please</a:t>
            </a:r>
            <a:r>
              <a:rPr lang="fr-CH"/>
              <a:t> </a:t>
            </a:r>
            <a:r>
              <a:rPr lang="fr-CH" err="1"/>
              <a:t>complete</a:t>
            </a:r>
            <a:endParaRPr lang="fr-CH"/>
          </a:p>
          <a:p>
            <a:pPr lvl="1"/>
            <a:endParaRPr lang="fr-CH"/>
          </a:p>
          <a:p>
            <a:r>
              <a:rPr lang="fr-CH"/>
              <a:t>Road to </a:t>
            </a:r>
            <a:r>
              <a:rPr lang="fr-CH" err="1"/>
              <a:t>success</a:t>
            </a:r>
            <a:r>
              <a:rPr lang="fr-CH"/>
              <a:t>: </a:t>
            </a:r>
            <a:r>
              <a:rPr lang="fr-CH" err="1"/>
              <a:t>please</a:t>
            </a:r>
            <a:r>
              <a:rPr lang="fr-CH"/>
              <a:t> Phase the </a:t>
            </a:r>
            <a:r>
              <a:rPr lang="fr-CH" err="1"/>
              <a:t>project</a:t>
            </a:r>
            <a:endParaRPr lang="fr-CH"/>
          </a:p>
          <a:p>
            <a:pPr marL="252000" lvl="1" indent="0">
              <a:buNone/>
            </a:pPr>
            <a:r>
              <a:rPr lang="fr-CH" i="1">
                <a:solidFill>
                  <a:srgbClr val="722F85"/>
                </a:solidFill>
              </a:rPr>
              <a:t>Précisez les grandes phases du projet telles que nous les appréhendons</a:t>
            </a:r>
          </a:p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8150395-6248-BB01-7C71-F4401209037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cap="all" err="1">
                <a:solidFill>
                  <a:srgbClr val="006452"/>
                </a:solidFill>
                <a:latin typeface="Inter Light"/>
                <a:ea typeface="Inter-Bold"/>
                <a:cs typeface="Inter-Bold"/>
              </a:rPr>
              <a:t>Suggested</a:t>
            </a:r>
            <a:r>
              <a:rPr lang="fr-FR" cap="all">
                <a:solidFill>
                  <a:srgbClr val="006452"/>
                </a:solidFill>
                <a:latin typeface="Inter Light"/>
                <a:ea typeface="Inter-Bold"/>
                <a:cs typeface="Inter-Bold"/>
              </a:rPr>
              <a:t> timeline</a:t>
            </a:r>
            <a:endParaRPr kumimoji="0" lang="fr-FR" sz="1800" b="0" i="0" u="none" strike="noStrike" kern="1200" cap="all" spc="0" normalizeH="0" baseline="0" noProof="0">
              <a:ln>
                <a:noFill/>
              </a:ln>
              <a:solidFill>
                <a:srgbClr val="006452"/>
              </a:solidFill>
              <a:effectLst/>
              <a:uLnTx/>
              <a:uFillTx/>
              <a:latin typeface="Inter Light"/>
              <a:ea typeface="Inter-Bold" panose="02000803000000020004" pitchFamily="50" charset="0"/>
              <a:cs typeface="Inter-Bold" panose="02000803000000020004" pitchFamily="50" charset="0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354F984-74EF-DCDD-30E7-82C5C3101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Sales Process V.4.0</a:t>
            </a:r>
          </a:p>
        </p:txBody>
      </p:sp>
      <p:graphicFrame>
        <p:nvGraphicFramePr>
          <p:cNvPr id="8" name="Tableau 3">
            <a:extLst>
              <a:ext uri="{FF2B5EF4-FFF2-40B4-BE49-F238E27FC236}">
                <a16:creationId xmlns:a16="http://schemas.microsoft.com/office/drawing/2014/main" id="{E06F388D-0D55-E6E2-723E-0408FAA90C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068933"/>
              </p:ext>
            </p:extLst>
          </p:nvPr>
        </p:nvGraphicFramePr>
        <p:xfrm>
          <a:off x="1192733" y="3400765"/>
          <a:ext cx="6317458" cy="239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084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1832187">
                  <a:extLst>
                    <a:ext uri="{9D8B030D-6E8A-4147-A177-3AD203B41FA5}">
                      <a16:colId xmlns:a16="http://schemas.microsoft.com/office/drawing/2014/main" val="3007692051"/>
                    </a:ext>
                  </a:extLst>
                </a:gridCol>
                <a:gridCol w="1832187">
                  <a:extLst>
                    <a:ext uri="{9D8B030D-6E8A-4147-A177-3AD203B41FA5}">
                      <a16:colId xmlns:a16="http://schemas.microsoft.com/office/drawing/2014/main" val="39630418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200" err="1">
                          <a:latin typeface="Arial Nova Cond" panose="020B0506020202020204" pitchFamily="34" charset="0"/>
                        </a:rPr>
                        <a:t>Projects</a:t>
                      </a:r>
                      <a:r>
                        <a:rPr lang="fr-FR" sz="1200">
                          <a:latin typeface="Arial Nova Cond" panose="020B0506020202020204" pitchFamily="34" charset="0"/>
                        </a:rPr>
                        <a:t> Phases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Start Date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End Date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#1 - 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#2 - 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>
                          <a:latin typeface="Arial Nova Cond" panose="020B0506020202020204" pitchFamily="34" charset="0"/>
                        </a:rPr>
                        <a:t>#3 - 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4227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>
                          <a:latin typeface="Arial Nova Cond" panose="020B0506020202020204" pitchFamily="34" charset="0"/>
                        </a:rPr>
                        <a:t>#4 - 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5979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>
                          <a:latin typeface="Arial Nova Cond" panose="020B0506020202020204" pitchFamily="34" charset="0"/>
                        </a:rPr>
                        <a:t>#5 - 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1178511"/>
                  </a:ext>
                </a:extLst>
              </a:tr>
            </a:tbl>
          </a:graphicData>
        </a:graphic>
      </p:graphicFrame>
      <p:pic>
        <p:nvPicPr>
          <p:cNvPr id="9" name="Picture 30" descr="Offers Icon - Download in Line Style">
            <a:extLst>
              <a:ext uri="{FF2B5EF4-FFF2-40B4-BE49-F238E27FC236}">
                <a16:creationId xmlns:a16="http://schemas.microsoft.com/office/drawing/2014/main" id="{B05ABA13-8CB2-736E-EBA6-14AA38AE19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049" y="198831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e 9">
            <a:extLst>
              <a:ext uri="{FF2B5EF4-FFF2-40B4-BE49-F238E27FC236}">
                <a16:creationId xmlns:a16="http://schemas.microsoft.com/office/drawing/2014/main" id="{14F60CF4-4F90-EE97-1F8B-F8420304A720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2ECFA5-6AE5-42D9-2E71-2D7757F6CF9E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D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MANDATORY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6DFE3D8-E713-F306-E4BB-121B11840F1C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5711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E63EB4C-C848-533A-35B3-CADC00D6BB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 err="1"/>
              <a:t>Proposal</a:t>
            </a:r>
            <a:r>
              <a:rPr lang="fr-FR" sz="2800"/>
              <a:t>: timeline </a:t>
            </a:r>
            <a:endParaRPr lang="en-US" sz="28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40EC5B-9090-9B7A-6C55-BC13940107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Road to success: please insert detailed timeline</a:t>
            </a:r>
          </a:p>
          <a:p>
            <a:pPr marL="252000" lvl="1" indent="0">
              <a:buNone/>
            </a:pPr>
            <a:r>
              <a:rPr lang="en-US" i="1">
                <a:solidFill>
                  <a:srgbClr val="722F85"/>
                </a:solidFill>
              </a:rPr>
              <a:t>Planning </a:t>
            </a:r>
            <a:r>
              <a:rPr lang="en-US" i="1" err="1">
                <a:solidFill>
                  <a:srgbClr val="722F85"/>
                </a:solidFill>
              </a:rPr>
              <a:t>prévisionnnel</a:t>
            </a:r>
            <a:r>
              <a:rPr lang="en-US" i="1">
                <a:solidFill>
                  <a:srgbClr val="722F85"/>
                </a:solidFill>
              </a:rPr>
              <a:t> </a:t>
            </a:r>
            <a:r>
              <a:rPr lang="en-US" i="1" err="1">
                <a:solidFill>
                  <a:srgbClr val="722F85"/>
                </a:solidFill>
              </a:rPr>
              <a:t>détaillé</a:t>
            </a:r>
            <a:r>
              <a:rPr lang="en-US" i="1">
                <a:solidFill>
                  <a:srgbClr val="722F85"/>
                </a:solidFill>
              </a:rPr>
              <a:t> du </a:t>
            </a:r>
            <a:r>
              <a:rPr lang="en-US" i="1" err="1">
                <a:solidFill>
                  <a:srgbClr val="722F85"/>
                </a:solidFill>
              </a:rPr>
              <a:t>projet</a:t>
            </a:r>
            <a:endParaRPr lang="en-US" i="1">
              <a:solidFill>
                <a:srgbClr val="722F85"/>
              </a:solidFill>
            </a:endParaRPr>
          </a:p>
          <a:p>
            <a:pPr lvl="1"/>
            <a:r>
              <a:rPr lang="en-US"/>
              <a:t>Please complete</a:t>
            </a:r>
          </a:p>
          <a:p>
            <a:pPr lvl="1"/>
            <a:endParaRPr lang="en-US"/>
          </a:p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CEE6F55-3399-9EAD-07C3-485E7A74ED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kumimoji="0" lang="fr-FR" sz="1800" b="0" i="0" u="none" strike="noStrike" kern="1200" cap="all" spc="0" normalizeH="0" baseline="0" noProof="0" err="1">
                <a:ln>
                  <a:noFill/>
                </a:ln>
                <a:solidFill>
                  <a:srgbClr val="006452"/>
                </a:solidFill>
                <a:effectLst/>
                <a:uLnTx/>
                <a:uFillTx/>
                <a:latin typeface="Inter Light"/>
                <a:ea typeface="Inter-Bold" panose="02000803000000020004" pitchFamily="50" charset="0"/>
                <a:cs typeface="Inter-Bold" panose="02000803000000020004" pitchFamily="50" charset="0"/>
              </a:rPr>
              <a:t>Suggested</a:t>
            </a:r>
            <a:r>
              <a:rPr kumimoji="0" lang="fr-FR" sz="1800" b="0" i="0" u="none" strike="noStrike" kern="1200" cap="all" spc="0" normalizeH="0" baseline="0" noProof="0">
                <a:ln>
                  <a:noFill/>
                </a:ln>
                <a:solidFill>
                  <a:srgbClr val="006452"/>
                </a:solidFill>
                <a:effectLst/>
                <a:uLnTx/>
                <a:uFillTx/>
                <a:latin typeface="Inter Light"/>
                <a:ea typeface="Inter-Bold" panose="02000803000000020004" pitchFamily="50" charset="0"/>
                <a:cs typeface="Inter-Bold" panose="02000803000000020004" pitchFamily="50" charset="0"/>
              </a:rPr>
              <a:t> timeline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F1725E-90EB-CC89-BA7D-F59B995A3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Sales Process V.4.0</a:t>
            </a:r>
          </a:p>
        </p:txBody>
      </p:sp>
      <p:pic>
        <p:nvPicPr>
          <p:cNvPr id="6" name="Picture 30" descr="Offers Icon - Download in Line Style">
            <a:extLst>
              <a:ext uri="{FF2B5EF4-FFF2-40B4-BE49-F238E27FC236}">
                <a16:creationId xmlns:a16="http://schemas.microsoft.com/office/drawing/2014/main" id="{90B4BD42-5147-FCC8-B85A-161925B9D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049" y="198831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C0B115A8-D95C-3898-6509-D057EDA30997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8C4CDFE-3FF8-2DF1-8FF4-8925A1D3472E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RECOMMENDED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331F78C-AEE7-E11C-0786-BA2B9E800B5F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0088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8964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29171ADD-EF9E-BDEB-0CAD-7CE067CDD2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529"/>
          <a:stretch/>
        </p:blipFill>
        <p:spPr>
          <a:xfrm>
            <a:off x="1191598" y="3184707"/>
            <a:ext cx="7766711" cy="3406593"/>
          </a:xfrm>
          <a:prstGeom prst="rect">
            <a:avLst/>
          </a:prstGeom>
        </p:spPr>
      </p:pic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7DBB7CEA-3FD0-54AD-A3E8-1D6215E2FB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 err="1"/>
              <a:t>Proposal</a:t>
            </a:r>
            <a:r>
              <a:rPr lang="fr-FR" sz="2800"/>
              <a:t>: Budget </a:t>
            </a:r>
            <a:endParaRPr lang="en-US" sz="28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1F79AE0-3D54-E17A-CC59-3A181C7167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err="1"/>
              <a:t>Who</a:t>
            </a:r>
            <a:r>
              <a:rPr lang="fr-FR"/>
              <a:t> </a:t>
            </a:r>
            <a:r>
              <a:rPr lang="fr-FR" err="1"/>
              <a:t>estimated</a:t>
            </a:r>
            <a:r>
              <a:rPr lang="fr-FR"/>
              <a:t> the </a:t>
            </a:r>
            <a:r>
              <a:rPr lang="fr-FR" err="1"/>
              <a:t>cost</a:t>
            </a:r>
            <a:r>
              <a:rPr lang="fr-FR"/>
              <a:t>? </a:t>
            </a:r>
            <a:r>
              <a:rPr lang="fr-FR" err="1"/>
              <a:t>Were</a:t>
            </a:r>
            <a:r>
              <a:rPr lang="fr-FR"/>
              <a:t> all </a:t>
            </a:r>
            <a:r>
              <a:rPr lang="fr-FR" err="1"/>
              <a:t>involved</a:t>
            </a:r>
            <a:r>
              <a:rPr lang="fr-FR"/>
              <a:t> parties part of </a:t>
            </a:r>
            <a:r>
              <a:rPr lang="fr-FR" err="1"/>
              <a:t>costing</a:t>
            </a:r>
            <a:r>
              <a:rPr lang="fr-FR"/>
              <a:t> design (</a:t>
            </a:r>
            <a:r>
              <a:rPr lang="fr-FR" err="1"/>
              <a:t>they</a:t>
            </a:r>
            <a:r>
              <a:rPr lang="fr-FR"/>
              <a:t> </a:t>
            </a:r>
            <a:r>
              <a:rPr lang="fr-FR" err="1"/>
              <a:t>should</a:t>
            </a:r>
            <a:r>
              <a:rPr lang="fr-FR"/>
              <a:t> </a:t>
            </a:r>
            <a:r>
              <a:rPr lang="fr-FR" err="1"/>
              <a:t>be</a:t>
            </a:r>
            <a:r>
              <a:rPr lang="fr-FR"/>
              <a:t>!)?</a:t>
            </a:r>
          </a:p>
          <a:p>
            <a:pPr marL="252000" lvl="1" indent="0">
              <a:buNone/>
            </a:pPr>
            <a:r>
              <a:rPr lang="fr-FR" i="1">
                <a:solidFill>
                  <a:srgbClr val="722F85"/>
                </a:solidFill>
              </a:rPr>
              <a:t>Qui a produit l’estimation budgétaire ? Est-ce que tous les acteurs ont bien été impliqués ?</a:t>
            </a:r>
          </a:p>
          <a:p>
            <a:pPr lvl="1"/>
            <a:r>
              <a:rPr lang="fr-FR" err="1"/>
              <a:t>Please</a:t>
            </a:r>
            <a:r>
              <a:rPr lang="fr-FR"/>
              <a:t> </a:t>
            </a:r>
            <a:r>
              <a:rPr lang="fr-FR" err="1"/>
              <a:t>complete</a:t>
            </a:r>
            <a:endParaRPr lang="fr-FR"/>
          </a:p>
          <a:p>
            <a:pPr lvl="1"/>
            <a:endParaRPr lang="fr-FR"/>
          </a:p>
          <a:p>
            <a:r>
              <a:rPr lang="fr-FR"/>
              <a:t>budget per phases:</a:t>
            </a:r>
          </a:p>
          <a:p>
            <a:pPr marL="252000" lvl="1" indent="0">
              <a:buNone/>
            </a:pPr>
            <a:r>
              <a:rPr lang="fr-FR" i="1">
                <a:solidFill>
                  <a:srgbClr val="722F85"/>
                </a:solidFill>
              </a:rPr>
              <a:t>Budget estimé par phase du projet :</a:t>
            </a:r>
          </a:p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0553DC5-18E4-B345-265A-4B00A26AC8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Suggested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pricing</a:t>
            </a:r>
            <a:endParaRPr lang="fr-FR" cap="all">
              <a:solidFill>
                <a:schemeClr val="accent3"/>
              </a:solidFill>
              <a:ea typeface="Inter-Bold" panose="02000803000000020004" pitchFamily="50" charset="0"/>
              <a:cs typeface="Inter-Bold" panose="02000803000000020004" pitchFamily="50" charset="0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2F489E-0164-062E-C651-943FB3FC6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Sales Process V.4.0</a:t>
            </a:r>
          </a:p>
        </p:txBody>
      </p:sp>
      <p:pic>
        <p:nvPicPr>
          <p:cNvPr id="7" name="Picture 30" descr="Offers Icon - Download in Line Style">
            <a:extLst>
              <a:ext uri="{FF2B5EF4-FFF2-40B4-BE49-F238E27FC236}">
                <a16:creationId xmlns:a16="http://schemas.microsoft.com/office/drawing/2014/main" id="{4A8A0145-6523-94FD-23FD-2E8B14820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049" y="198831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e 7">
            <a:extLst>
              <a:ext uri="{FF2B5EF4-FFF2-40B4-BE49-F238E27FC236}">
                <a16:creationId xmlns:a16="http://schemas.microsoft.com/office/drawing/2014/main" id="{853B2371-E62F-1663-5C06-D5B76BEDBCA8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6FF8F49-7B7D-AA28-249E-967FBC88C44A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D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MANDATORY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3F23C10-B489-C286-69A3-F691C5263E1F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CC4206F2-C260-6746-33F9-0F5CF1F5DE4F}"/>
              </a:ext>
            </a:extLst>
          </p:cNvPr>
          <p:cNvGrpSpPr/>
          <p:nvPr/>
        </p:nvGrpSpPr>
        <p:grpSpPr>
          <a:xfrm>
            <a:off x="9143303" y="4704790"/>
            <a:ext cx="2372030" cy="366425"/>
            <a:chOff x="5937116" y="1663757"/>
            <a:chExt cx="3355220" cy="366425"/>
          </a:xfrm>
        </p:grpSpPr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4A44B5C3-ABEF-9270-C28D-CB5D4A13C64A}"/>
                </a:ext>
              </a:extLst>
            </p:cNvPr>
            <p:cNvSpPr txBox="1"/>
            <p:nvPr/>
          </p:nvSpPr>
          <p:spPr>
            <a:xfrm>
              <a:off x="5937116" y="1663758"/>
              <a:ext cx="3355220" cy="366424"/>
            </a:xfrm>
            <a:prstGeom prst="rect">
              <a:avLst/>
            </a:prstGeom>
            <a:solidFill>
              <a:srgbClr val="E5EEF7"/>
            </a:solidFill>
            <a:ln>
              <a:solidFill>
                <a:srgbClr val="336699"/>
              </a:solidFill>
            </a:ln>
            <a:effectLst>
              <a:outerShdw dist="50800" dir="2700000" algn="tl" rotWithShape="0">
                <a:schemeClr val="bg1">
                  <a:lumMod val="8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32000" tIns="90000" rIns="90000" bIns="90000" rtlCol="0" anchor="t">
              <a:spAutoFit/>
            </a:bodyPr>
            <a:lstStyle>
              <a:defPPr>
                <a:defRPr lang="fr-FR"/>
              </a:defPPr>
              <a:lvl1pPr>
                <a:spcBef>
                  <a:spcPts val="1800"/>
                </a:spcBef>
                <a:spcAft>
                  <a:spcPts val="1800"/>
                </a:spcAft>
                <a:defRPr sz="1400" b="1">
                  <a:solidFill>
                    <a:srgbClr val="5E9BA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fr-FR" sz="1200" dirty="0">
                  <a:solidFill>
                    <a:srgbClr val="336699"/>
                  </a:solidFill>
                </a:rPr>
                <a:t>Source: </a:t>
              </a:r>
              <a:r>
                <a:rPr lang="fr-FR" sz="1200" dirty="0">
                  <a:solidFill>
                    <a:srgbClr val="336699"/>
                  </a:solidFill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Pricing Template</a:t>
              </a:r>
              <a:endParaRPr lang="fr-FR" sz="1200" dirty="0">
                <a:solidFill>
                  <a:srgbClr val="336699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D8ED32A-1CD1-A2C4-4673-7F988A6C011F}"/>
                </a:ext>
              </a:extLst>
            </p:cNvPr>
            <p:cNvSpPr/>
            <p:nvPr/>
          </p:nvSpPr>
          <p:spPr>
            <a:xfrm>
              <a:off x="5937116" y="1663757"/>
              <a:ext cx="467360" cy="364039"/>
            </a:xfrm>
            <a:prstGeom prst="rect">
              <a:avLst/>
            </a:prstGeom>
            <a:solidFill>
              <a:srgbClr val="336699"/>
            </a:solidFill>
            <a:ln w="12700">
              <a:solidFill>
                <a:srgbClr val="336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i="1">
                  <a:latin typeface="Bodoni MT Black" panose="02070A03080606020203" pitchFamily="18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4075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3082F7D1-4600-DB17-2FC9-D946DC1E38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 err="1"/>
              <a:t>Proposal</a:t>
            </a:r>
            <a:r>
              <a:rPr lang="fr-FR" sz="2800"/>
              <a:t>: Budget</a:t>
            </a:r>
            <a:endParaRPr lang="en-US" sz="28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C76F166-21E6-8AD3-0774-EFB02D2BCE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err="1"/>
              <a:t>detailed</a:t>
            </a:r>
            <a:r>
              <a:rPr lang="fr-FR"/>
              <a:t> </a:t>
            </a:r>
            <a:r>
              <a:rPr lang="fr-FR" err="1"/>
              <a:t>costing</a:t>
            </a:r>
            <a:r>
              <a:rPr lang="fr-FR"/>
              <a:t>:</a:t>
            </a:r>
          </a:p>
          <a:p>
            <a:pPr marL="252000" lvl="1" indent="0">
              <a:buNone/>
            </a:pPr>
            <a:r>
              <a:rPr lang="fr-FR" i="1">
                <a:solidFill>
                  <a:srgbClr val="722F85"/>
                </a:solidFill>
              </a:rPr>
              <a:t>Budget détaillé du projet :</a:t>
            </a:r>
          </a:p>
          <a:p>
            <a:pPr lvl="1"/>
            <a:r>
              <a:rPr lang="fr-FR" err="1"/>
              <a:t>Please</a:t>
            </a:r>
            <a:r>
              <a:rPr lang="fr-FR"/>
              <a:t> </a:t>
            </a:r>
            <a:r>
              <a:rPr lang="fr-FR" err="1"/>
              <a:t>complete</a:t>
            </a:r>
            <a:endParaRPr lang="fr-FR"/>
          </a:p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EE318BE-C056-BBF1-8ECE-0EB9C08E169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Suggested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pricing</a:t>
            </a:r>
            <a:endParaRPr lang="fr-FR" cap="all">
              <a:solidFill>
                <a:schemeClr val="accent3"/>
              </a:solidFill>
              <a:ea typeface="Inter-Bold" panose="02000803000000020004" pitchFamily="50" charset="0"/>
              <a:cs typeface="Inter-Bold" panose="02000803000000020004" pitchFamily="50" charset="0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546180D-C048-75BF-BCD2-BE9A0BE3B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Sales Process V.4.0</a:t>
            </a:r>
          </a:p>
        </p:txBody>
      </p:sp>
      <p:pic>
        <p:nvPicPr>
          <p:cNvPr id="6" name="Picture 30" descr="Offers Icon - Download in Line Style">
            <a:extLst>
              <a:ext uri="{FF2B5EF4-FFF2-40B4-BE49-F238E27FC236}">
                <a16:creationId xmlns:a16="http://schemas.microsoft.com/office/drawing/2014/main" id="{45AB0B7D-7D71-F5C5-F1FC-86CA9DEEA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049" y="198831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52857A52-A068-8B60-49B3-3410304760EA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365DFD7-F77E-E762-F58B-314245B7ED6C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RECOMMENDED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BA47256-6795-8263-19CE-73EC2A56BD4A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0088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3925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479D9DB-3010-E0A7-C0D7-F5EBA5119E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/>
              <a:t>Risks </a:t>
            </a:r>
            <a:r>
              <a:rPr lang="fr-FR" sz="2800" err="1"/>
              <a:t>analysis</a:t>
            </a:r>
            <a:endParaRPr lang="en-US" sz="28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0A990C1-F29B-7990-4128-49D2D50239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err="1"/>
              <a:t>What</a:t>
            </a:r>
            <a:r>
              <a:rPr lang="fr-FR"/>
              <a:t> are the </a:t>
            </a:r>
            <a:r>
              <a:rPr lang="fr-FR" err="1"/>
              <a:t>identified</a:t>
            </a:r>
            <a:r>
              <a:rPr lang="fr-FR"/>
              <a:t> </a:t>
            </a:r>
            <a:r>
              <a:rPr lang="fr-FR" err="1"/>
              <a:t>risks</a:t>
            </a:r>
            <a:r>
              <a:rPr lang="fr-FR"/>
              <a:t> </a:t>
            </a:r>
            <a:r>
              <a:rPr lang="fr-FR" err="1"/>
              <a:t>within</a:t>
            </a:r>
            <a:r>
              <a:rPr lang="fr-FR"/>
              <a:t> the </a:t>
            </a:r>
            <a:r>
              <a:rPr lang="fr-FR" err="1"/>
              <a:t>project</a:t>
            </a:r>
            <a:r>
              <a:rPr lang="fr-FR"/>
              <a:t>?</a:t>
            </a:r>
          </a:p>
          <a:p>
            <a:pPr marL="252000" lvl="1" indent="0">
              <a:buNone/>
            </a:pPr>
            <a:r>
              <a:rPr lang="fr-FR" i="1">
                <a:solidFill>
                  <a:srgbClr val="722F85"/>
                </a:solidFill>
              </a:rPr>
              <a:t>Quels risques ont été identifiés et comment s’en prémunir ?</a:t>
            </a:r>
          </a:p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B2CE858-ECB7-4C26-1284-35ED3263C4F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Identified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risks</a:t>
            </a:r>
            <a:endParaRPr lang="fr-FR" cap="all">
              <a:solidFill>
                <a:schemeClr val="accent3"/>
              </a:solidFill>
              <a:ea typeface="Inter-Bold" panose="02000803000000020004" pitchFamily="50" charset="0"/>
              <a:cs typeface="Inter-Bold" panose="02000803000000020004" pitchFamily="50" charset="0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3F2B9E7-B66F-6C79-FA54-E48326FDD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Sales Process V.4.0</a:t>
            </a:r>
          </a:p>
        </p:txBody>
      </p:sp>
      <p:pic>
        <p:nvPicPr>
          <p:cNvPr id="6" name="Picture 30" descr="Offers Icon - Download in Line Style">
            <a:extLst>
              <a:ext uri="{FF2B5EF4-FFF2-40B4-BE49-F238E27FC236}">
                <a16:creationId xmlns:a16="http://schemas.microsoft.com/office/drawing/2014/main" id="{554675CD-A8D1-3690-7F4B-A5DEE1D98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049" y="198831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8AB7307E-61D5-A1FE-4A9D-B66ED78B411C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94A246E-DF77-044D-969E-DB6A863B92BB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D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MANDATORY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DC75283-84F5-92D7-E12D-473062492DEE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  <p:graphicFrame>
        <p:nvGraphicFramePr>
          <p:cNvPr id="10" name="Tableau 3">
            <a:extLst>
              <a:ext uri="{FF2B5EF4-FFF2-40B4-BE49-F238E27FC236}">
                <a16:creationId xmlns:a16="http://schemas.microsoft.com/office/drawing/2014/main" id="{BA985844-958A-462D-FC14-E47E5F6CC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971005"/>
              </p:ext>
            </p:extLst>
          </p:nvPr>
        </p:nvGraphicFramePr>
        <p:xfrm>
          <a:off x="974035" y="2285468"/>
          <a:ext cx="10508728" cy="239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8765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3535680">
                  <a:extLst>
                    <a:ext uri="{9D8B030D-6E8A-4147-A177-3AD203B41FA5}">
                      <a16:colId xmlns:a16="http://schemas.microsoft.com/office/drawing/2014/main" val="3007692051"/>
                    </a:ext>
                  </a:extLst>
                </a:gridCol>
                <a:gridCol w="1076960">
                  <a:extLst>
                    <a:ext uri="{9D8B030D-6E8A-4147-A177-3AD203B41FA5}">
                      <a16:colId xmlns:a16="http://schemas.microsoft.com/office/drawing/2014/main" val="3157019417"/>
                    </a:ext>
                  </a:extLst>
                </a:gridCol>
                <a:gridCol w="3517323">
                  <a:extLst>
                    <a:ext uri="{9D8B030D-6E8A-4147-A177-3AD203B41FA5}">
                      <a16:colId xmlns:a16="http://schemas.microsoft.com/office/drawing/2014/main" val="14103513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Risks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Description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Criticity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Mitigation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1326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619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289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71365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32DCF5AF-9993-0A96-506B-4B78D729F9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 err="1"/>
              <a:t>Proposal</a:t>
            </a:r>
            <a:r>
              <a:rPr lang="fr-FR" sz="2800"/>
              <a:t>: </a:t>
            </a:r>
            <a:r>
              <a:rPr lang="fr-FR" sz="2800" err="1"/>
              <a:t>summary</a:t>
            </a:r>
            <a:endParaRPr lang="en-US" sz="28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212BA9D-7C73-6A43-FA0A-45E217D62E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Please complete the following data: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kumimoji="0" lang="fr-FR" sz="1400" b="1" i="0" u="none" strike="noStrike" kern="1200" cap="all" spc="0" normalizeH="0" baseline="0" noProof="0" err="1">
                <a:ln>
                  <a:noFill/>
                </a:ln>
                <a:solidFill>
                  <a:srgbClr val="722F85"/>
                </a:solidFill>
                <a:effectLst/>
                <a:uLnTx/>
                <a:uFillTx/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Please</a:t>
            </a:r>
            <a:r>
              <a:rPr kumimoji="0" lang="fr-FR" sz="1400" b="1" i="0" u="none" strike="noStrike" kern="1200" cap="all" spc="0" normalizeH="0" baseline="0" noProof="0">
                <a:ln>
                  <a:noFill/>
                </a:ln>
                <a:solidFill>
                  <a:srgbClr val="722F85"/>
                </a:solidFill>
                <a:effectLst/>
                <a:uLnTx/>
                <a:uFillTx/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 </a:t>
            </a:r>
            <a:r>
              <a:rPr kumimoji="0" lang="fr-FR" sz="1400" b="1" i="0" u="none" strike="noStrike" kern="1200" cap="all" spc="0" normalizeH="0" baseline="0" noProof="0" err="1">
                <a:ln>
                  <a:noFill/>
                </a:ln>
                <a:solidFill>
                  <a:srgbClr val="722F85"/>
                </a:solidFill>
                <a:effectLst/>
                <a:uLnTx/>
                <a:uFillTx/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detail</a:t>
            </a:r>
            <a:r>
              <a:rPr kumimoji="0" lang="fr-FR" sz="1400" b="1" i="0" u="none" strike="noStrike" kern="1200" cap="all" spc="0" normalizeH="0" baseline="0" noProof="0">
                <a:ln>
                  <a:noFill/>
                </a:ln>
                <a:solidFill>
                  <a:srgbClr val="722F85"/>
                </a:solidFill>
                <a:effectLst/>
                <a:uLnTx/>
                <a:uFillTx/>
                <a:latin typeface="Arial Nova Cond" panose="020B0506020202020204" pitchFamily="34" charset="0"/>
                <a:ea typeface="Inter-Bold" panose="02000803000000020004" pitchFamily="50" charset="0"/>
                <a:cs typeface="+mn-cs"/>
              </a:rPr>
              <a:t> provisions:</a:t>
            </a:r>
          </a:p>
          <a:p>
            <a:endParaRPr lang="en-US"/>
          </a:p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92CDB7-9E82-CC36-A5D9-96897FC83FE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kumimoji="0" lang="fr-FR" sz="1800" b="0" i="0" u="none" strike="noStrike" kern="1200" cap="all" spc="0" normalizeH="0" baseline="0" noProof="0" err="1">
                <a:ln>
                  <a:noFill/>
                </a:ln>
                <a:solidFill>
                  <a:srgbClr val="006452"/>
                </a:solidFill>
                <a:effectLst/>
                <a:uLnTx/>
                <a:uFillTx/>
                <a:latin typeface="Inter Light"/>
                <a:ea typeface="Inter-Bold" panose="02000803000000020004" pitchFamily="50" charset="0"/>
                <a:cs typeface="Inter-Bold" panose="02000803000000020004" pitchFamily="50" charset="0"/>
              </a:rPr>
              <a:t>Overall</a:t>
            </a:r>
            <a:r>
              <a:rPr kumimoji="0" lang="fr-FR" sz="1800" b="0" i="0" u="none" strike="noStrike" kern="1200" cap="all" spc="0" normalizeH="0" baseline="0" noProof="0">
                <a:ln>
                  <a:noFill/>
                </a:ln>
                <a:solidFill>
                  <a:srgbClr val="006452"/>
                </a:solidFill>
                <a:effectLst/>
                <a:uLnTx/>
                <a:uFillTx/>
                <a:latin typeface="Inter Light"/>
                <a:ea typeface="Inter-Bold" panose="02000803000000020004" pitchFamily="50" charset="0"/>
                <a:cs typeface="Inter-Bold" panose="02000803000000020004" pitchFamily="50" charset="0"/>
              </a:rPr>
              <a:t> </a:t>
            </a:r>
            <a:r>
              <a:rPr kumimoji="0" lang="fr-FR" sz="1800" b="0" i="0" u="none" strike="noStrike" kern="1200" cap="all" spc="0" normalizeH="0" baseline="0" noProof="0" err="1">
                <a:ln>
                  <a:noFill/>
                </a:ln>
                <a:solidFill>
                  <a:srgbClr val="006452"/>
                </a:solidFill>
                <a:effectLst/>
                <a:uLnTx/>
                <a:uFillTx/>
                <a:latin typeface="Inter Light"/>
                <a:ea typeface="Inter-Bold" panose="02000803000000020004" pitchFamily="50" charset="0"/>
                <a:cs typeface="Inter-Bold" panose="02000803000000020004" pitchFamily="50" charset="0"/>
              </a:rPr>
              <a:t>pricing</a:t>
            </a:r>
            <a:endParaRPr kumimoji="0" lang="fr-FR" sz="1800" b="0" i="0" u="none" strike="noStrike" kern="1200" cap="all" spc="0" normalizeH="0" baseline="0" noProof="0">
              <a:ln>
                <a:noFill/>
              </a:ln>
              <a:solidFill>
                <a:srgbClr val="006452"/>
              </a:solidFill>
              <a:effectLst/>
              <a:uLnTx/>
              <a:uFillTx/>
              <a:latin typeface="Inter Light"/>
              <a:ea typeface="Inter-Bold" panose="02000803000000020004" pitchFamily="50" charset="0"/>
              <a:cs typeface="Inter-Bold" panose="02000803000000020004" pitchFamily="50" charset="0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D58E9BD-2F6B-DB09-BBE7-2CF82F10A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Sales Process V.4.0</a:t>
            </a:r>
          </a:p>
        </p:txBody>
      </p:sp>
      <p:pic>
        <p:nvPicPr>
          <p:cNvPr id="6" name="Picture 30" descr="Offers Icon - Download in Line Style">
            <a:extLst>
              <a:ext uri="{FF2B5EF4-FFF2-40B4-BE49-F238E27FC236}">
                <a16:creationId xmlns:a16="http://schemas.microsoft.com/office/drawing/2014/main" id="{E0ABB6EB-D522-A90F-804E-20A353EEE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049" y="198831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E506436E-0B47-ED9D-F323-88C9A3B10C4D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6EB14A4-0570-030C-024C-CF93F4A35559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D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MANDATORY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6A27FB3-D008-981A-EBCE-D2B8DA9B0E5F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  <p:graphicFrame>
        <p:nvGraphicFramePr>
          <p:cNvPr id="10" name="Tableau 3">
            <a:extLst>
              <a:ext uri="{FF2B5EF4-FFF2-40B4-BE49-F238E27FC236}">
                <a16:creationId xmlns:a16="http://schemas.microsoft.com/office/drawing/2014/main" id="{030A307F-AC0C-FED8-5475-D85F94742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996480"/>
              </p:ext>
            </p:extLst>
          </p:nvPr>
        </p:nvGraphicFramePr>
        <p:xfrm>
          <a:off x="974041" y="1650120"/>
          <a:ext cx="10508729" cy="119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1247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1501247">
                  <a:extLst>
                    <a:ext uri="{9D8B030D-6E8A-4147-A177-3AD203B41FA5}">
                      <a16:colId xmlns:a16="http://schemas.microsoft.com/office/drawing/2014/main" val="3007692051"/>
                    </a:ext>
                  </a:extLst>
                </a:gridCol>
                <a:gridCol w="1501247">
                  <a:extLst>
                    <a:ext uri="{9D8B030D-6E8A-4147-A177-3AD203B41FA5}">
                      <a16:colId xmlns:a16="http://schemas.microsoft.com/office/drawing/2014/main" val="2219743177"/>
                    </a:ext>
                  </a:extLst>
                </a:gridCol>
                <a:gridCol w="1501247">
                  <a:extLst>
                    <a:ext uri="{9D8B030D-6E8A-4147-A177-3AD203B41FA5}">
                      <a16:colId xmlns:a16="http://schemas.microsoft.com/office/drawing/2014/main" val="3963041803"/>
                    </a:ext>
                  </a:extLst>
                </a:gridCol>
                <a:gridCol w="1501247">
                  <a:extLst>
                    <a:ext uri="{9D8B030D-6E8A-4147-A177-3AD203B41FA5}">
                      <a16:colId xmlns:a16="http://schemas.microsoft.com/office/drawing/2014/main" val="3273414980"/>
                    </a:ext>
                  </a:extLst>
                </a:gridCol>
                <a:gridCol w="1501247">
                  <a:extLst>
                    <a:ext uri="{9D8B030D-6E8A-4147-A177-3AD203B41FA5}">
                      <a16:colId xmlns:a16="http://schemas.microsoft.com/office/drawing/2014/main" val="1523529849"/>
                    </a:ext>
                  </a:extLst>
                </a:gridCol>
                <a:gridCol w="1501247">
                  <a:extLst>
                    <a:ext uri="{9D8B030D-6E8A-4147-A177-3AD203B41FA5}">
                      <a16:colId xmlns:a16="http://schemas.microsoft.com/office/drawing/2014/main" val="31570194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Data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Project </a:t>
                      </a:r>
                      <a:r>
                        <a:rPr lang="fr-FR" sz="1200" err="1">
                          <a:latin typeface="Arial Nova Cond" panose="020B0506020202020204" pitchFamily="34" charset="0"/>
                        </a:rPr>
                        <a:t>Amount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>
                          <a:latin typeface="Arial Nova Cond" panose="020B0506020202020204" pitchFamily="34" charset="0"/>
                        </a:rPr>
                        <a:t>Provisions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err="1">
                          <a:latin typeface="Arial Nova Cond" panose="020B0506020202020204" pitchFamily="34" charset="0"/>
                        </a:rPr>
                        <a:t>Negociation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Dev-Unit test Ratio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Blended Rate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kern="1200">
                          <a:solidFill>
                            <a:schemeClr val="lt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Target </a:t>
                      </a:r>
                      <a:r>
                        <a:rPr lang="fr-FR" sz="1200" b="1" kern="1200" err="1">
                          <a:solidFill>
                            <a:schemeClr val="lt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Margin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b="1">
                          <a:latin typeface="Arial Nova Cond" panose="020B0506020202020204" pitchFamily="34" charset="0"/>
                        </a:rPr>
                        <a:t>Percentages %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CD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b="1" err="1">
                          <a:latin typeface="Arial Nova Cond" panose="020B0506020202020204" pitchFamily="34" charset="0"/>
                        </a:rPr>
                        <a:t>Amount</a:t>
                      </a:r>
                      <a:r>
                        <a:rPr lang="fr-FR" sz="1200" b="1">
                          <a:latin typeface="Arial Nova Cond" panose="020B0506020202020204" pitchFamily="34" charset="0"/>
                        </a:rPr>
                        <a:t> €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</a:tbl>
          </a:graphicData>
        </a:graphic>
      </p:graphicFrame>
      <p:graphicFrame>
        <p:nvGraphicFramePr>
          <p:cNvPr id="11" name="Tableau 3">
            <a:extLst>
              <a:ext uri="{FF2B5EF4-FFF2-40B4-BE49-F238E27FC236}">
                <a16:creationId xmlns:a16="http://schemas.microsoft.com/office/drawing/2014/main" id="{C8E1BE52-CF39-FC98-A241-E26575CF72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420133"/>
              </p:ext>
            </p:extLst>
          </p:nvPr>
        </p:nvGraphicFramePr>
        <p:xfrm>
          <a:off x="974041" y="3303926"/>
          <a:ext cx="9442577" cy="239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994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1523206">
                  <a:extLst>
                    <a:ext uri="{9D8B030D-6E8A-4147-A177-3AD203B41FA5}">
                      <a16:colId xmlns:a16="http://schemas.microsoft.com/office/drawing/2014/main" val="3007692051"/>
                    </a:ext>
                  </a:extLst>
                </a:gridCol>
                <a:gridCol w="1640264">
                  <a:extLst>
                    <a:ext uri="{9D8B030D-6E8A-4147-A177-3AD203B41FA5}">
                      <a16:colId xmlns:a16="http://schemas.microsoft.com/office/drawing/2014/main" val="3963041803"/>
                    </a:ext>
                  </a:extLst>
                </a:gridCol>
                <a:gridCol w="3205113">
                  <a:extLst>
                    <a:ext uri="{9D8B030D-6E8A-4147-A177-3AD203B41FA5}">
                      <a16:colId xmlns:a16="http://schemas.microsoft.com/office/drawing/2014/main" val="17148684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200" err="1">
                          <a:latin typeface="Arial Nova Cond" panose="020B0506020202020204" pitchFamily="34" charset="0"/>
                        </a:rPr>
                        <a:t>Projects</a:t>
                      </a:r>
                      <a:r>
                        <a:rPr lang="fr-FR" sz="1200">
                          <a:latin typeface="Arial Nova Cond" panose="020B0506020202020204" pitchFamily="34" charset="0"/>
                        </a:rPr>
                        <a:t> Phases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Percentages %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err="1">
                          <a:latin typeface="Arial Nova Cond" panose="020B0506020202020204" pitchFamily="34" charset="0"/>
                        </a:rPr>
                        <a:t>Amount</a:t>
                      </a:r>
                      <a:r>
                        <a:rPr lang="fr-FR" sz="1200">
                          <a:latin typeface="Arial Nova Cond" panose="020B0506020202020204" pitchFamily="34" charset="0"/>
                        </a:rPr>
                        <a:t> €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err="1">
                          <a:latin typeface="Arial Nova Cond" panose="020B0506020202020204" pitchFamily="34" charset="0"/>
                        </a:rPr>
                        <a:t>Comments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b="1">
                          <a:latin typeface="Arial Nova Cond" panose="020B0506020202020204" pitchFamily="34" charset="0"/>
                        </a:rPr>
                        <a:t>#1 - Risks provision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b="1">
                          <a:latin typeface="Arial Nova Cond" panose="020B0506020202020204" pitchFamily="34" charset="0"/>
                        </a:rPr>
                        <a:t>#2 – Penalties provision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>
                          <a:latin typeface="Arial Nova Cond" panose="020B0506020202020204" pitchFamily="34" charset="0"/>
                        </a:rPr>
                        <a:t>#3 - Index and inflation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4227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>
                          <a:latin typeface="Arial Nova Cond" panose="020B0506020202020204" pitchFamily="34" charset="0"/>
                        </a:rPr>
                        <a:t>#4 – </a:t>
                      </a:r>
                      <a:r>
                        <a:rPr lang="fr-FR" sz="1200" b="1" err="1">
                          <a:latin typeface="Arial Nova Cond" panose="020B0506020202020204" pitchFamily="34" charset="0"/>
                        </a:rPr>
                        <a:t>Travel</a:t>
                      </a:r>
                      <a:r>
                        <a:rPr lang="fr-FR" sz="1200" b="1">
                          <a:latin typeface="Arial Nova Cond" panose="020B0506020202020204" pitchFamily="34" charset="0"/>
                        </a:rPr>
                        <a:t>(s) and </a:t>
                      </a:r>
                      <a:r>
                        <a:rPr lang="fr-FR" sz="1200" b="1" err="1">
                          <a:latin typeface="Arial Nova Cond" panose="020B0506020202020204" pitchFamily="34" charset="0"/>
                        </a:rPr>
                        <a:t>expenses</a:t>
                      </a:r>
                      <a:endParaRPr lang="fr-FR" sz="1200" b="1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5979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>
                          <a:latin typeface="Arial Nova Cond" panose="020B0506020202020204" pitchFamily="34" charset="0"/>
                        </a:rPr>
                        <a:t>#5 - </a:t>
                      </a:r>
                      <a:r>
                        <a:rPr lang="fr-FR" sz="1200" b="1" err="1">
                          <a:latin typeface="Arial Nova Cond" panose="020B0506020202020204" pitchFamily="34" charset="0"/>
                        </a:rPr>
                        <a:t>Governance</a:t>
                      </a:r>
                      <a:endParaRPr lang="fr-FR" sz="1200" b="1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1178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41128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C6F8F7BE-CE04-206A-C119-6D22F3F14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/>
              <a:t>SQLI </a:t>
            </a:r>
            <a:r>
              <a:rPr lang="fr-FR" sz="2800" err="1"/>
              <a:t>Response</a:t>
            </a:r>
            <a:r>
              <a:rPr lang="fr-FR" sz="2800"/>
              <a:t> Timeline</a:t>
            </a:r>
            <a:endParaRPr lang="en-US" sz="280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1B8861F-DE78-B853-ABB4-C1B53002341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kumimoji="0" lang="fr-FR" sz="1800" b="0" i="0" u="none" strike="noStrike" kern="1200" cap="all" spc="0" normalizeH="0" baseline="0" noProof="0" err="1">
                <a:ln>
                  <a:noFill/>
                </a:ln>
                <a:solidFill>
                  <a:srgbClr val="006452"/>
                </a:solidFill>
                <a:effectLst/>
                <a:uLnTx/>
                <a:uFillTx/>
                <a:latin typeface="Inter Light"/>
                <a:ea typeface="Inter-Bold" panose="02000803000000020004" pitchFamily="50" charset="0"/>
                <a:cs typeface="Inter-Bold" panose="02000803000000020004" pitchFamily="50" charset="0"/>
              </a:rPr>
              <a:t>Please</a:t>
            </a:r>
            <a:r>
              <a:rPr kumimoji="0" lang="fr-FR" sz="1800" b="0" i="0" u="none" strike="noStrike" kern="1200" cap="all" spc="0" normalizeH="0" baseline="0" noProof="0">
                <a:ln>
                  <a:noFill/>
                </a:ln>
                <a:solidFill>
                  <a:srgbClr val="006452"/>
                </a:solidFill>
                <a:effectLst/>
                <a:uLnTx/>
                <a:uFillTx/>
                <a:latin typeface="Inter Light"/>
                <a:ea typeface="Inter-Bold" panose="02000803000000020004" pitchFamily="50" charset="0"/>
                <a:cs typeface="Inter-Bold" panose="02000803000000020004" pitchFamily="50" charset="0"/>
              </a:rPr>
              <a:t> </a:t>
            </a:r>
            <a:r>
              <a:rPr kumimoji="0" lang="fr-FR" sz="1800" b="0" i="0" u="none" strike="noStrike" kern="1200" cap="all" spc="0" normalizeH="0" baseline="0" noProof="0" err="1">
                <a:ln>
                  <a:noFill/>
                </a:ln>
                <a:solidFill>
                  <a:srgbClr val="006452"/>
                </a:solidFill>
                <a:effectLst/>
                <a:uLnTx/>
                <a:uFillTx/>
                <a:latin typeface="Inter Light"/>
                <a:ea typeface="Inter-Bold" panose="02000803000000020004" pitchFamily="50" charset="0"/>
                <a:cs typeface="Inter-Bold" panose="02000803000000020004" pitchFamily="50" charset="0"/>
              </a:rPr>
              <a:t>share</a:t>
            </a:r>
            <a:r>
              <a:rPr kumimoji="0" lang="fr-FR" sz="1800" b="0" i="0" u="none" strike="noStrike" kern="1200" cap="all" spc="0" normalizeH="0" baseline="0" noProof="0">
                <a:ln>
                  <a:noFill/>
                </a:ln>
                <a:solidFill>
                  <a:srgbClr val="006452"/>
                </a:solidFill>
                <a:effectLst/>
                <a:uLnTx/>
                <a:uFillTx/>
                <a:latin typeface="Inter Light"/>
                <a:ea typeface="Inter-Bold" panose="02000803000000020004" pitchFamily="50" charset="0"/>
                <a:cs typeface="Inter-Bold" panose="02000803000000020004" pitchFamily="50" charset="0"/>
              </a:rPr>
              <a:t> next </a:t>
            </a:r>
            <a:r>
              <a:rPr kumimoji="0" lang="fr-FR" sz="1800" b="0" i="0" u="none" strike="noStrike" kern="1200" cap="all" spc="0" normalizeH="0" baseline="0" noProof="0" err="1">
                <a:ln>
                  <a:noFill/>
                </a:ln>
                <a:solidFill>
                  <a:srgbClr val="006452"/>
                </a:solidFill>
                <a:effectLst/>
                <a:uLnTx/>
                <a:uFillTx/>
                <a:latin typeface="Inter Light"/>
                <a:ea typeface="Inter-Bold" panose="02000803000000020004" pitchFamily="50" charset="0"/>
                <a:cs typeface="Inter-Bold" panose="02000803000000020004" pitchFamily="50" charset="0"/>
              </a:rPr>
              <a:t>steps</a:t>
            </a:r>
            <a:endParaRPr kumimoji="0" lang="fr-FR" sz="1800" b="0" i="0" u="none" strike="noStrike" kern="1200" cap="all" spc="0" normalizeH="0" baseline="0" noProof="0">
              <a:ln>
                <a:noFill/>
              </a:ln>
              <a:solidFill>
                <a:srgbClr val="006452"/>
              </a:solidFill>
              <a:effectLst/>
              <a:uLnTx/>
              <a:uFillTx/>
              <a:latin typeface="Inter Light"/>
              <a:ea typeface="Inter-Bold" panose="02000803000000020004" pitchFamily="50" charset="0"/>
              <a:cs typeface="Inter-Bold" panose="02000803000000020004" pitchFamily="50" charset="0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7D6FBA-17A3-9DED-64E2-637E1BB8D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Sales Process V.4.0</a:t>
            </a:r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6D475EDF-4C3E-3B7B-88DF-E7BF3EAECDAC}"/>
              </a:ext>
            </a:extLst>
          </p:cNvPr>
          <p:cNvCxnSpPr>
            <a:cxnSpLocks/>
          </p:cNvCxnSpPr>
          <p:nvPr/>
        </p:nvCxnSpPr>
        <p:spPr>
          <a:xfrm>
            <a:off x="1870669" y="3471405"/>
            <a:ext cx="7122612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E2AC4162-B656-A392-E7C4-977512E706C4}"/>
              </a:ext>
            </a:extLst>
          </p:cNvPr>
          <p:cNvSpPr/>
          <p:nvPr/>
        </p:nvSpPr>
        <p:spPr>
          <a:xfrm rot="2700000">
            <a:off x="1488006" y="3312901"/>
            <a:ext cx="317008" cy="317008"/>
          </a:xfrm>
          <a:prstGeom prst="rect">
            <a:avLst/>
          </a:prstGeom>
          <a:solidFill>
            <a:srgbClr val="72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3F8F6E-8B78-9CA1-CA2F-5526DCB2A088}"/>
              </a:ext>
            </a:extLst>
          </p:cNvPr>
          <p:cNvSpPr/>
          <p:nvPr/>
        </p:nvSpPr>
        <p:spPr>
          <a:xfrm rot="2700000">
            <a:off x="10573122" y="3312901"/>
            <a:ext cx="317008" cy="317008"/>
          </a:xfrm>
          <a:prstGeom prst="rect">
            <a:avLst/>
          </a:prstGeom>
          <a:solidFill>
            <a:srgbClr val="9A25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128EFA88-CEB8-B696-DC26-8BDCA4310B01}"/>
              </a:ext>
            </a:extLst>
          </p:cNvPr>
          <p:cNvGrpSpPr/>
          <p:nvPr/>
        </p:nvGrpSpPr>
        <p:grpSpPr>
          <a:xfrm>
            <a:off x="3002192" y="3312901"/>
            <a:ext cx="317008" cy="317008"/>
            <a:chOff x="3428566" y="2322613"/>
            <a:chExt cx="317008" cy="31700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684E9AE-CAF3-B933-A2D8-DA00F9CEF2AC}"/>
                </a:ext>
              </a:extLst>
            </p:cNvPr>
            <p:cNvSpPr/>
            <p:nvPr/>
          </p:nvSpPr>
          <p:spPr>
            <a:xfrm rot="2700000">
              <a:off x="3428566" y="2322613"/>
              <a:ext cx="317008" cy="317008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85F1930-9C69-C9B9-3BB7-0E4475452641}"/>
                </a:ext>
              </a:extLst>
            </p:cNvPr>
            <p:cNvSpPr/>
            <p:nvPr/>
          </p:nvSpPr>
          <p:spPr>
            <a:xfrm rot="2700000">
              <a:off x="3486751" y="2380798"/>
              <a:ext cx="200638" cy="20063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aphicFrame>
        <p:nvGraphicFramePr>
          <p:cNvPr id="12" name="Tableau 3">
            <a:extLst>
              <a:ext uri="{FF2B5EF4-FFF2-40B4-BE49-F238E27FC236}">
                <a16:creationId xmlns:a16="http://schemas.microsoft.com/office/drawing/2014/main" id="{63DAAA7F-17EB-5B32-FBE3-AA9B86E6D09D}"/>
              </a:ext>
            </a:extLst>
          </p:cNvPr>
          <p:cNvGraphicFramePr>
            <a:graphicFrameLocks noGrp="1"/>
          </p:cNvGraphicFramePr>
          <p:nvPr/>
        </p:nvGraphicFramePr>
        <p:xfrm>
          <a:off x="9885101" y="2307614"/>
          <a:ext cx="1693050" cy="7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050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200" b="1" kern="1200">
                          <a:solidFill>
                            <a:schemeClr val="lt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Oral pitch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25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kern="120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DD/MM/YYYY HH:MM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</a:tbl>
          </a:graphicData>
        </a:graphic>
      </p:graphicFrame>
      <p:graphicFrame>
        <p:nvGraphicFramePr>
          <p:cNvPr id="13" name="Tableau 3">
            <a:extLst>
              <a:ext uri="{FF2B5EF4-FFF2-40B4-BE49-F238E27FC236}">
                <a16:creationId xmlns:a16="http://schemas.microsoft.com/office/drawing/2014/main" id="{F2E5B653-CBA6-9F67-8DDC-48A947741AD3}"/>
              </a:ext>
            </a:extLst>
          </p:cNvPr>
          <p:cNvGraphicFramePr>
            <a:graphicFrameLocks noGrp="1"/>
          </p:cNvGraphicFramePr>
          <p:nvPr/>
        </p:nvGraphicFramePr>
        <p:xfrm>
          <a:off x="3828357" y="2307614"/>
          <a:ext cx="1693050" cy="7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050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200" b="1" kern="1200">
                          <a:solidFill>
                            <a:schemeClr val="lt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Solution </a:t>
                      </a:r>
                      <a:r>
                        <a:rPr lang="fr-FR" sz="1200" b="1" kern="1200" err="1">
                          <a:solidFill>
                            <a:schemeClr val="lt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Review</a:t>
                      </a:r>
                      <a:endParaRPr lang="fr-FR" sz="1200" b="1" kern="1200">
                        <a:solidFill>
                          <a:schemeClr val="lt1"/>
                        </a:solidFill>
                        <a:latin typeface="Arial Nova Cond" panose="020B0506020202020204" pitchFamily="34" charset="0"/>
                        <a:ea typeface="+mn-ea"/>
                        <a:cs typeface="+mn-cs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2F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kern="120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DD/MM/YYYY HH:MM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</a:tbl>
          </a:graphicData>
        </a:graphic>
      </p:graphicFrame>
      <p:graphicFrame>
        <p:nvGraphicFramePr>
          <p:cNvPr id="14" name="Tableau 3">
            <a:extLst>
              <a:ext uri="{FF2B5EF4-FFF2-40B4-BE49-F238E27FC236}">
                <a16:creationId xmlns:a16="http://schemas.microsoft.com/office/drawing/2014/main" id="{A5F886A0-63F4-A00F-F0B5-8D86D441AF9F}"/>
              </a:ext>
            </a:extLst>
          </p:cNvPr>
          <p:cNvGraphicFramePr>
            <a:graphicFrameLocks noGrp="1"/>
          </p:cNvGraphicFramePr>
          <p:nvPr/>
        </p:nvGraphicFramePr>
        <p:xfrm>
          <a:off x="799985" y="2307614"/>
          <a:ext cx="1693050" cy="7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050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200" b="1" kern="1200">
                          <a:solidFill>
                            <a:schemeClr val="lt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Go/No Go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2F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kern="120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DD/MM/YYYY HH:MM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8B6A266A-8B0E-A66B-C0FC-C6B0A514ED04}"/>
              </a:ext>
            </a:extLst>
          </p:cNvPr>
          <p:cNvSpPr/>
          <p:nvPr/>
        </p:nvSpPr>
        <p:spPr>
          <a:xfrm rot="2700000">
            <a:off x="4516378" y="3312900"/>
            <a:ext cx="317008" cy="317008"/>
          </a:xfrm>
          <a:prstGeom prst="rect">
            <a:avLst/>
          </a:prstGeom>
          <a:solidFill>
            <a:srgbClr val="72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16" name="Tableau 3">
            <a:extLst>
              <a:ext uri="{FF2B5EF4-FFF2-40B4-BE49-F238E27FC236}">
                <a16:creationId xmlns:a16="http://schemas.microsoft.com/office/drawing/2014/main" id="{247FEDD7-390E-31E7-F124-CCAA192D9F0D}"/>
              </a:ext>
            </a:extLst>
          </p:cNvPr>
          <p:cNvGraphicFramePr>
            <a:graphicFrameLocks noGrp="1"/>
          </p:cNvGraphicFramePr>
          <p:nvPr/>
        </p:nvGraphicFramePr>
        <p:xfrm>
          <a:off x="2314171" y="3837436"/>
          <a:ext cx="1693050" cy="7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050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200" b="1" kern="1200">
                          <a:solidFill>
                            <a:schemeClr val="lt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Delivery Visa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kern="120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DD/MM/YYYY HH:MM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C8D341F7-97F2-443D-A9E7-442359125E7F}"/>
              </a:ext>
            </a:extLst>
          </p:cNvPr>
          <p:cNvSpPr/>
          <p:nvPr/>
        </p:nvSpPr>
        <p:spPr>
          <a:xfrm rot="2700000">
            <a:off x="7544750" y="3312901"/>
            <a:ext cx="317008" cy="317008"/>
          </a:xfrm>
          <a:prstGeom prst="rect">
            <a:avLst/>
          </a:prstGeom>
          <a:solidFill>
            <a:srgbClr val="72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22" name="Tableau 3">
            <a:extLst>
              <a:ext uri="{FF2B5EF4-FFF2-40B4-BE49-F238E27FC236}">
                <a16:creationId xmlns:a16="http://schemas.microsoft.com/office/drawing/2014/main" id="{145F6A73-F975-4365-662D-30DDFF7E2696}"/>
              </a:ext>
            </a:extLst>
          </p:cNvPr>
          <p:cNvGraphicFramePr>
            <a:graphicFrameLocks noGrp="1"/>
          </p:cNvGraphicFramePr>
          <p:nvPr/>
        </p:nvGraphicFramePr>
        <p:xfrm>
          <a:off x="6856729" y="2307614"/>
          <a:ext cx="1693050" cy="7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050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200" b="1" kern="1200">
                          <a:solidFill>
                            <a:schemeClr val="lt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Deal </a:t>
                      </a:r>
                      <a:r>
                        <a:rPr lang="fr-FR" sz="1200" b="1" kern="1200" err="1">
                          <a:solidFill>
                            <a:schemeClr val="lt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Review</a:t>
                      </a:r>
                      <a:r>
                        <a:rPr lang="fr-FR" sz="1200" b="1" kern="1200">
                          <a:solidFill>
                            <a:schemeClr val="lt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 (DAR)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2F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kern="120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DD/MM/YYYY HH:MM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</a:tbl>
          </a:graphicData>
        </a:graphic>
      </p:graphicFrame>
      <p:graphicFrame>
        <p:nvGraphicFramePr>
          <p:cNvPr id="23" name="Tableau 3">
            <a:extLst>
              <a:ext uri="{FF2B5EF4-FFF2-40B4-BE49-F238E27FC236}">
                <a16:creationId xmlns:a16="http://schemas.microsoft.com/office/drawing/2014/main" id="{3D85B54A-E380-21BB-C05D-BFCB712B9CB8}"/>
              </a:ext>
            </a:extLst>
          </p:cNvPr>
          <p:cNvGraphicFramePr>
            <a:graphicFrameLocks noGrp="1"/>
          </p:cNvGraphicFramePr>
          <p:nvPr/>
        </p:nvGraphicFramePr>
        <p:xfrm>
          <a:off x="8370915" y="3837436"/>
          <a:ext cx="1693050" cy="7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050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200" b="1" kern="1200" err="1">
                          <a:solidFill>
                            <a:schemeClr val="lt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Proposal</a:t>
                      </a:r>
                      <a:r>
                        <a:rPr lang="fr-FR" sz="1200" b="1" kern="1200">
                          <a:solidFill>
                            <a:schemeClr val="lt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200" b="1" kern="1200" err="1">
                          <a:solidFill>
                            <a:schemeClr val="lt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Sending</a:t>
                      </a:r>
                      <a:endParaRPr lang="fr-FR" sz="1200" b="1" kern="1200">
                        <a:solidFill>
                          <a:schemeClr val="lt1"/>
                        </a:solidFill>
                        <a:latin typeface="Arial Nova Cond" panose="020B0506020202020204" pitchFamily="34" charset="0"/>
                        <a:ea typeface="+mn-ea"/>
                        <a:cs typeface="+mn-cs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25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kern="120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DD/MM/YYYY HH:MM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</a:tbl>
          </a:graphicData>
        </a:graphic>
      </p:graphicFrame>
      <p:grpSp>
        <p:nvGrpSpPr>
          <p:cNvPr id="24" name="Groupe 23">
            <a:extLst>
              <a:ext uri="{FF2B5EF4-FFF2-40B4-BE49-F238E27FC236}">
                <a16:creationId xmlns:a16="http://schemas.microsoft.com/office/drawing/2014/main" id="{282AF12B-971C-7C4D-172F-A3950726BFF5}"/>
              </a:ext>
            </a:extLst>
          </p:cNvPr>
          <p:cNvGrpSpPr/>
          <p:nvPr/>
        </p:nvGrpSpPr>
        <p:grpSpPr>
          <a:xfrm>
            <a:off x="9058936" y="3312901"/>
            <a:ext cx="317008" cy="317008"/>
            <a:chOff x="3428566" y="2322613"/>
            <a:chExt cx="317008" cy="317008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67ABDE7-ADE4-9B2D-1429-4B6D72540C8C}"/>
                </a:ext>
              </a:extLst>
            </p:cNvPr>
            <p:cNvSpPr/>
            <p:nvPr/>
          </p:nvSpPr>
          <p:spPr>
            <a:xfrm rot="2700000">
              <a:off x="3428566" y="2322613"/>
              <a:ext cx="317008" cy="317008"/>
            </a:xfrm>
            <a:prstGeom prst="rect">
              <a:avLst/>
            </a:prstGeom>
            <a:solidFill>
              <a:srgbClr val="9A25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3006221-3C56-B5F1-8DF4-B0DED7832375}"/>
                </a:ext>
              </a:extLst>
            </p:cNvPr>
            <p:cNvSpPr/>
            <p:nvPr/>
          </p:nvSpPr>
          <p:spPr>
            <a:xfrm rot="2700000">
              <a:off x="3486751" y="2380798"/>
              <a:ext cx="200638" cy="20063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31AE8B81-A0C3-636C-0180-1BBC27B9691B}"/>
              </a:ext>
            </a:extLst>
          </p:cNvPr>
          <p:cNvCxnSpPr>
            <a:cxnSpLocks/>
          </p:cNvCxnSpPr>
          <p:nvPr/>
        </p:nvCxnSpPr>
        <p:spPr>
          <a:xfrm>
            <a:off x="9441599" y="3471405"/>
            <a:ext cx="1065868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30" descr="Offers Icon - Download in Line Style">
            <a:extLst>
              <a:ext uri="{FF2B5EF4-FFF2-40B4-BE49-F238E27FC236}">
                <a16:creationId xmlns:a16="http://schemas.microsoft.com/office/drawing/2014/main" id="{9E7F4FE1-5887-62C2-5130-FE080D8E4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049" y="198831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Groupe 28">
            <a:extLst>
              <a:ext uri="{FF2B5EF4-FFF2-40B4-BE49-F238E27FC236}">
                <a16:creationId xmlns:a16="http://schemas.microsoft.com/office/drawing/2014/main" id="{028DE87F-3D53-C09C-40F7-D81C115171D4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C293401-6B56-4BA6-10E8-9097B3DABAC1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D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MANDATORY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434AA75-16FD-6EDA-5640-546A5641820C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4631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D718CEE-6E14-4BF4-AEA4-D59705D5D2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60336" y="3299381"/>
            <a:ext cx="8941607" cy="564679"/>
          </a:xfrm>
        </p:spPr>
        <p:txBody>
          <a:bodyPr anchor="ctr"/>
          <a:lstStyle/>
          <a:p>
            <a:r>
              <a:rPr lang="en-US" sz="2800"/>
              <a:t>DEAL REVIEW (DAR) </a:t>
            </a:r>
            <a:r>
              <a:rPr lang="en-US" sz="2400">
                <a:latin typeface="Poppins Light" panose="00000400000000000000" pitchFamily="2" charset="0"/>
                <a:cs typeface="Poppins Light" panose="00000400000000000000" pitchFamily="2" charset="0"/>
              </a:rPr>
              <a:t>meeting</a:t>
            </a:r>
            <a:endParaRPr lang="en-US" sz="2400">
              <a:solidFill>
                <a:srgbClr val="9AC0C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53D1FFBF-AFC6-47E9-9946-B3349230F2FA}"/>
              </a:ext>
            </a:extLst>
          </p:cNvPr>
          <p:cNvSpPr txBox="1"/>
          <p:nvPr/>
        </p:nvSpPr>
        <p:spPr>
          <a:xfrm rot="16200000">
            <a:off x="11434516" y="3374386"/>
            <a:ext cx="1274618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all" spc="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 Light"/>
                <a:ea typeface="Inter-Bold" panose="02000803000000020004" pitchFamily="50" charset="0"/>
                <a:cs typeface="+mn-cs"/>
              </a:rPr>
              <a:t>C1-interne</a:t>
            </a:r>
            <a:endParaRPr kumimoji="0" lang="en-US" sz="800" b="0" i="0" u="none" strike="noStrike" kern="1200" cap="all" spc="10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nter Light"/>
              <a:ea typeface="Inter-Bold" panose="02000803000000020004" pitchFamily="50" charset="0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B1B693-0087-4C95-B216-C519745D4DAD}"/>
              </a:ext>
            </a:extLst>
          </p:cNvPr>
          <p:cNvSpPr/>
          <p:nvPr/>
        </p:nvSpPr>
        <p:spPr>
          <a:xfrm>
            <a:off x="1239359" y="3885426"/>
            <a:ext cx="997111" cy="83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r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48466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EE2A4E6D-DABB-ED3D-8F92-16C8C52AAE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/>
              <a:t>EXEC SUMMARY</a:t>
            </a:r>
            <a:endParaRPr lang="en-US" sz="28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3F1F8DC-E33E-B322-ABBB-C253AC2A31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F5DDAA2-6200-026D-4516-910932ABD87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kumimoji="0" lang="fr-FR" sz="1800" b="0" i="0" u="none" strike="noStrike" kern="1200" cap="all" spc="0" normalizeH="0" baseline="0" noProof="0" err="1">
                <a:ln>
                  <a:noFill/>
                </a:ln>
                <a:solidFill>
                  <a:srgbClr val="006452"/>
                </a:solidFill>
                <a:effectLst/>
                <a:uLnTx/>
                <a:uFillTx/>
                <a:latin typeface="Inter Light"/>
                <a:ea typeface="Inter-Bold" panose="02000803000000020004" pitchFamily="50" charset="0"/>
                <a:cs typeface="Inter-Bold" panose="02000803000000020004" pitchFamily="50" charset="0"/>
              </a:rPr>
              <a:t>Summary</a:t>
            </a:r>
            <a:r>
              <a:rPr kumimoji="0" lang="fr-FR" sz="1800" b="0" i="0" u="none" strike="noStrike" kern="1200" cap="all" spc="0" normalizeH="0" baseline="0" noProof="0">
                <a:ln>
                  <a:noFill/>
                </a:ln>
                <a:solidFill>
                  <a:srgbClr val="006452"/>
                </a:solidFill>
                <a:effectLst/>
                <a:uLnTx/>
                <a:uFillTx/>
                <a:latin typeface="Inter Light"/>
                <a:ea typeface="Inter-Bold" panose="02000803000000020004" pitchFamily="50" charset="0"/>
                <a:cs typeface="Inter-Bold" panose="02000803000000020004" pitchFamily="50" charset="0"/>
              </a:rPr>
              <a:t> of the </a:t>
            </a:r>
            <a:r>
              <a:rPr kumimoji="0" lang="fr-FR" sz="1800" b="0" i="0" u="none" strike="noStrike" kern="1200" cap="all" spc="0" normalizeH="0" baseline="0" noProof="0" err="1">
                <a:ln>
                  <a:noFill/>
                </a:ln>
                <a:solidFill>
                  <a:srgbClr val="006452"/>
                </a:solidFill>
                <a:effectLst/>
                <a:uLnTx/>
                <a:uFillTx/>
                <a:latin typeface="Inter Light"/>
                <a:ea typeface="Inter-Bold" panose="02000803000000020004" pitchFamily="50" charset="0"/>
                <a:cs typeface="Inter-Bold" panose="02000803000000020004" pitchFamily="50" charset="0"/>
              </a:rPr>
              <a:t>solutioning</a:t>
            </a:r>
            <a:endParaRPr kumimoji="0" lang="fr-FR" sz="1800" b="0" i="0" u="none" strike="noStrike" kern="1200" cap="all" spc="0" normalizeH="0" baseline="0" noProof="0">
              <a:ln>
                <a:noFill/>
              </a:ln>
              <a:solidFill>
                <a:srgbClr val="006452"/>
              </a:solidFill>
              <a:effectLst/>
              <a:uLnTx/>
              <a:uFillTx/>
              <a:latin typeface="Inter Light"/>
              <a:ea typeface="Inter-Bold" panose="02000803000000020004" pitchFamily="50" charset="0"/>
              <a:cs typeface="Inter-Bold" panose="02000803000000020004" pitchFamily="50" charset="0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74298F-E6E9-E23F-A8B7-A9BD0A706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Sales Process V.4.0</a:t>
            </a:r>
          </a:p>
        </p:txBody>
      </p:sp>
      <p:graphicFrame>
        <p:nvGraphicFramePr>
          <p:cNvPr id="6" name="Tableau 3">
            <a:extLst>
              <a:ext uri="{FF2B5EF4-FFF2-40B4-BE49-F238E27FC236}">
                <a16:creationId xmlns:a16="http://schemas.microsoft.com/office/drawing/2014/main" id="{34D86F74-71FC-DCB7-AC56-F60DBDC8A9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708513"/>
              </p:ext>
            </p:extLst>
          </p:nvPr>
        </p:nvGraphicFramePr>
        <p:xfrm>
          <a:off x="974046" y="1369503"/>
          <a:ext cx="10508724" cy="199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3957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1973957">
                  <a:extLst>
                    <a:ext uri="{9D8B030D-6E8A-4147-A177-3AD203B41FA5}">
                      <a16:colId xmlns:a16="http://schemas.microsoft.com/office/drawing/2014/main" val="2294339233"/>
                    </a:ext>
                  </a:extLst>
                </a:gridCol>
                <a:gridCol w="6560810">
                  <a:extLst>
                    <a:ext uri="{9D8B030D-6E8A-4147-A177-3AD203B41FA5}">
                      <a16:colId xmlns:a16="http://schemas.microsoft.com/office/drawing/2014/main" val="300769205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The Project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The Solution </a:t>
                      </a:r>
                      <a:r>
                        <a:rPr lang="fr-FR" sz="1200" err="1">
                          <a:latin typeface="Arial Nova Cond" panose="020B0506020202020204" pitchFamily="34" charset="0"/>
                        </a:rPr>
                        <a:t>Summary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247999">
                <a:tc>
                  <a:txBody>
                    <a:bodyPr/>
                    <a:lstStyle/>
                    <a:p>
                      <a:r>
                        <a:rPr lang="fr-FR" sz="1200" b="1">
                          <a:latin typeface="Arial Nova Cond" panose="020B0506020202020204" pitchFamily="34" charset="0"/>
                        </a:rPr>
                        <a:t>Project ID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247999">
                <a:tc>
                  <a:txBody>
                    <a:bodyPr/>
                    <a:lstStyle/>
                    <a:p>
                      <a:r>
                        <a:rPr lang="fr-FR" sz="1200" b="1" err="1">
                          <a:latin typeface="Arial Nova Cond" panose="020B0506020202020204" pitchFamily="34" charset="0"/>
                        </a:rPr>
                        <a:t>Bid</a:t>
                      </a:r>
                      <a:r>
                        <a:rPr lang="fr-FR" sz="1200" b="1">
                          <a:latin typeface="Arial Nova Cond" panose="020B0506020202020204" pitchFamily="34" charset="0"/>
                        </a:rPr>
                        <a:t> Team briefing date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238722"/>
                  </a:ext>
                </a:extLst>
              </a:tr>
              <a:tr h="247999">
                <a:tc>
                  <a:txBody>
                    <a:bodyPr/>
                    <a:lstStyle/>
                    <a:p>
                      <a:r>
                        <a:rPr lang="fr-FR" sz="1200" b="1" err="1">
                          <a:latin typeface="Arial Nova Cond" panose="020B0506020202020204" pitchFamily="34" charset="0"/>
                        </a:rPr>
                        <a:t>Bid</a:t>
                      </a:r>
                      <a:r>
                        <a:rPr lang="fr-FR" sz="1200" b="1">
                          <a:latin typeface="Arial Nova Cond" panose="020B0506020202020204" pitchFamily="34" charset="0"/>
                        </a:rPr>
                        <a:t> Manager(s)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481785"/>
                  </a:ext>
                </a:extLst>
              </a:tr>
              <a:tr h="247999">
                <a:tc>
                  <a:txBody>
                    <a:bodyPr/>
                    <a:lstStyle/>
                    <a:p>
                      <a:r>
                        <a:rPr lang="fr-FR" sz="1200" b="1">
                          <a:latin typeface="Arial Nova Cond" panose="020B0506020202020204" pitchFamily="34" charset="0"/>
                        </a:rPr>
                        <a:t>Deadline for </a:t>
                      </a:r>
                      <a:r>
                        <a:rPr lang="fr-FR" sz="1200" b="1" err="1">
                          <a:latin typeface="Arial Nova Cond" panose="020B0506020202020204" pitchFamily="34" charset="0"/>
                        </a:rPr>
                        <a:t>Sending</a:t>
                      </a:r>
                      <a:endParaRPr lang="fr-FR" sz="1200" b="1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950183"/>
                  </a:ext>
                </a:extLst>
              </a:tr>
            </a:tbl>
          </a:graphicData>
        </a:graphic>
      </p:graphicFrame>
      <p:graphicFrame>
        <p:nvGraphicFramePr>
          <p:cNvPr id="7" name="Tableau 3">
            <a:extLst>
              <a:ext uri="{FF2B5EF4-FFF2-40B4-BE49-F238E27FC236}">
                <a16:creationId xmlns:a16="http://schemas.microsoft.com/office/drawing/2014/main" id="{2CB58518-248F-46CE-FD7C-625FA2C2DD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934378"/>
              </p:ext>
            </p:extLst>
          </p:nvPr>
        </p:nvGraphicFramePr>
        <p:xfrm>
          <a:off x="974041" y="5223253"/>
          <a:ext cx="10508729" cy="119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1247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1501247">
                  <a:extLst>
                    <a:ext uri="{9D8B030D-6E8A-4147-A177-3AD203B41FA5}">
                      <a16:colId xmlns:a16="http://schemas.microsoft.com/office/drawing/2014/main" val="3007692051"/>
                    </a:ext>
                  </a:extLst>
                </a:gridCol>
                <a:gridCol w="1501247">
                  <a:extLst>
                    <a:ext uri="{9D8B030D-6E8A-4147-A177-3AD203B41FA5}">
                      <a16:colId xmlns:a16="http://schemas.microsoft.com/office/drawing/2014/main" val="2219743177"/>
                    </a:ext>
                  </a:extLst>
                </a:gridCol>
                <a:gridCol w="1501247">
                  <a:extLst>
                    <a:ext uri="{9D8B030D-6E8A-4147-A177-3AD203B41FA5}">
                      <a16:colId xmlns:a16="http://schemas.microsoft.com/office/drawing/2014/main" val="3963041803"/>
                    </a:ext>
                  </a:extLst>
                </a:gridCol>
                <a:gridCol w="1501247">
                  <a:extLst>
                    <a:ext uri="{9D8B030D-6E8A-4147-A177-3AD203B41FA5}">
                      <a16:colId xmlns:a16="http://schemas.microsoft.com/office/drawing/2014/main" val="3273414980"/>
                    </a:ext>
                  </a:extLst>
                </a:gridCol>
                <a:gridCol w="1501247">
                  <a:extLst>
                    <a:ext uri="{9D8B030D-6E8A-4147-A177-3AD203B41FA5}">
                      <a16:colId xmlns:a16="http://schemas.microsoft.com/office/drawing/2014/main" val="1523529849"/>
                    </a:ext>
                  </a:extLst>
                </a:gridCol>
                <a:gridCol w="1501247">
                  <a:extLst>
                    <a:ext uri="{9D8B030D-6E8A-4147-A177-3AD203B41FA5}">
                      <a16:colId xmlns:a16="http://schemas.microsoft.com/office/drawing/2014/main" val="31570194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Data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Project </a:t>
                      </a:r>
                      <a:r>
                        <a:rPr lang="fr-FR" sz="1200" err="1">
                          <a:latin typeface="Arial Nova Cond" panose="020B0506020202020204" pitchFamily="34" charset="0"/>
                        </a:rPr>
                        <a:t>Amount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>
                          <a:latin typeface="Arial Nova Cond" panose="020B0506020202020204" pitchFamily="34" charset="0"/>
                        </a:rPr>
                        <a:t>Provisions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err="1">
                          <a:latin typeface="Arial Nova Cond" panose="020B0506020202020204" pitchFamily="34" charset="0"/>
                        </a:rPr>
                        <a:t>Negociation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Dev Unit test Ratio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Blended Rate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kern="1200">
                          <a:solidFill>
                            <a:schemeClr val="lt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Target </a:t>
                      </a:r>
                      <a:r>
                        <a:rPr lang="fr-FR" sz="1200" b="1" kern="1200" err="1">
                          <a:solidFill>
                            <a:schemeClr val="lt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Margin</a:t>
                      </a: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b="1">
                          <a:latin typeface="Arial Nova Cond" panose="020B0506020202020204" pitchFamily="34" charset="0"/>
                        </a:rPr>
                        <a:t>Percentages %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b="1" err="1">
                          <a:latin typeface="Arial Nova Cond" panose="020B0506020202020204" pitchFamily="34" charset="0"/>
                        </a:rPr>
                        <a:t>Amount</a:t>
                      </a:r>
                      <a:r>
                        <a:rPr lang="fr-FR" sz="1200" b="1">
                          <a:latin typeface="Arial Nova Cond" panose="020B0506020202020204" pitchFamily="34" charset="0"/>
                        </a:rPr>
                        <a:t> €</a:t>
                      </a: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</a:tbl>
          </a:graphicData>
        </a:graphic>
      </p:graphicFrame>
      <p:graphicFrame>
        <p:nvGraphicFramePr>
          <p:cNvPr id="8" name="Tableau 3">
            <a:extLst>
              <a:ext uri="{FF2B5EF4-FFF2-40B4-BE49-F238E27FC236}">
                <a16:creationId xmlns:a16="http://schemas.microsoft.com/office/drawing/2014/main" id="{F9369AA9-33FD-BB30-A52B-11D2B06F7908}"/>
              </a:ext>
            </a:extLst>
          </p:cNvPr>
          <p:cNvGraphicFramePr>
            <a:graphicFrameLocks noGrp="1"/>
          </p:cNvGraphicFramePr>
          <p:nvPr/>
        </p:nvGraphicFramePr>
        <p:xfrm>
          <a:off x="974040" y="3495818"/>
          <a:ext cx="3371656" cy="159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5828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1685828">
                  <a:extLst>
                    <a:ext uri="{9D8B030D-6E8A-4147-A177-3AD203B41FA5}">
                      <a16:colId xmlns:a16="http://schemas.microsoft.com/office/drawing/2014/main" val="30076920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Schedule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Data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b="1">
                          <a:latin typeface="Arial Nova Cond" panose="020B0506020202020204" pitchFamily="34" charset="0"/>
                        </a:rPr>
                        <a:t>Start Date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b="1">
                          <a:latin typeface="Arial Nova Cond" panose="020B0506020202020204" pitchFamily="34" charset="0"/>
                        </a:rPr>
                        <a:t>Duration Days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b="1">
                          <a:latin typeface="Arial Nova Cond" panose="020B0506020202020204" pitchFamily="34" charset="0"/>
                        </a:rPr>
                        <a:t>End Date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9353848"/>
                  </a:ext>
                </a:extLst>
              </a:tr>
            </a:tbl>
          </a:graphicData>
        </a:graphic>
      </p:graphicFrame>
      <p:graphicFrame>
        <p:nvGraphicFramePr>
          <p:cNvPr id="9" name="Tableau 3">
            <a:extLst>
              <a:ext uri="{FF2B5EF4-FFF2-40B4-BE49-F238E27FC236}">
                <a16:creationId xmlns:a16="http://schemas.microsoft.com/office/drawing/2014/main" id="{212DEE1F-5380-D154-C094-1062C4D89244}"/>
              </a:ext>
            </a:extLst>
          </p:cNvPr>
          <p:cNvGraphicFramePr>
            <a:graphicFrameLocks noGrp="1"/>
          </p:cNvGraphicFramePr>
          <p:nvPr/>
        </p:nvGraphicFramePr>
        <p:xfrm>
          <a:off x="4542575" y="3495818"/>
          <a:ext cx="3371656" cy="119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5828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1685828">
                  <a:extLst>
                    <a:ext uri="{9D8B030D-6E8A-4147-A177-3AD203B41FA5}">
                      <a16:colId xmlns:a16="http://schemas.microsoft.com/office/drawing/2014/main" val="30076920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People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Data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b="1">
                          <a:latin typeface="Arial Nova Cond" panose="020B0506020202020204" pitchFamily="34" charset="0"/>
                        </a:rPr>
                        <a:t>Locations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b="1">
                          <a:latin typeface="Arial Nova Cond" panose="020B0506020202020204" pitchFamily="34" charset="0"/>
                        </a:rPr>
                        <a:t>Total Man-Days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</a:tbl>
          </a:graphicData>
        </a:graphic>
      </p:graphicFrame>
      <p:graphicFrame>
        <p:nvGraphicFramePr>
          <p:cNvPr id="10" name="Tableau 3">
            <a:extLst>
              <a:ext uri="{FF2B5EF4-FFF2-40B4-BE49-F238E27FC236}">
                <a16:creationId xmlns:a16="http://schemas.microsoft.com/office/drawing/2014/main" id="{B288F3B4-F5E5-0EC0-C173-E74BD2284884}"/>
              </a:ext>
            </a:extLst>
          </p:cNvPr>
          <p:cNvGraphicFramePr>
            <a:graphicFrameLocks noGrp="1"/>
          </p:cNvGraphicFramePr>
          <p:nvPr/>
        </p:nvGraphicFramePr>
        <p:xfrm>
          <a:off x="8111114" y="3495818"/>
          <a:ext cx="3371656" cy="159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5828">
                  <a:extLst>
                    <a:ext uri="{9D8B030D-6E8A-4147-A177-3AD203B41FA5}">
                      <a16:colId xmlns:a16="http://schemas.microsoft.com/office/drawing/2014/main" val="3477811257"/>
                    </a:ext>
                  </a:extLst>
                </a:gridCol>
                <a:gridCol w="1685828">
                  <a:extLst>
                    <a:ext uri="{9D8B030D-6E8A-4147-A177-3AD203B41FA5}">
                      <a16:colId xmlns:a16="http://schemas.microsoft.com/office/drawing/2014/main" val="30076920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200">
                          <a:latin typeface="Arial Nova Cond" panose="020B0506020202020204" pitchFamily="34" charset="0"/>
                        </a:rPr>
                        <a:t>Checks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latin typeface="Arial Nova Cond" panose="020B0506020202020204" pitchFamily="34" charset="0"/>
                        </a:rPr>
                        <a:t>Data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5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b="1">
                          <a:latin typeface="Arial Nova Cond" panose="020B0506020202020204" pitchFamily="34" charset="0"/>
                        </a:rPr>
                        <a:t>Security Y/N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896148"/>
                  </a:ext>
                </a:extLst>
              </a:tr>
              <a:tr h="261321">
                <a:tc>
                  <a:txBody>
                    <a:bodyPr/>
                    <a:lstStyle/>
                    <a:p>
                      <a:r>
                        <a:rPr lang="fr-FR" sz="1200" b="1">
                          <a:latin typeface="Arial Nova Cond" panose="020B0506020202020204" pitchFamily="34" charset="0"/>
                        </a:rPr>
                        <a:t>Legal Y/N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20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b="1">
                          <a:latin typeface="Arial Nova Cond" panose="020B0506020202020204" pitchFamily="34" charset="0"/>
                        </a:rPr>
                        <a:t>Delivery Manager Y/N</a:t>
                      </a: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>
                        <a:latin typeface="Arial Nova Cond" panose="020B0506020202020204" pitchFamily="34" charset="0"/>
                      </a:endParaRPr>
                    </a:p>
                  </a:txBody>
                  <a:tcPr marT="108000" marB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9353848"/>
                  </a:ext>
                </a:extLst>
              </a:tr>
            </a:tbl>
          </a:graphicData>
        </a:graphic>
      </p:graphicFrame>
      <p:grpSp>
        <p:nvGrpSpPr>
          <p:cNvPr id="11" name="Groupe 10">
            <a:extLst>
              <a:ext uri="{FF2B5EF4-FFF2-40B4-BE49-F238E27FC236}">
                <a16:creationId xmlns:a16="http://schemas.microsoft.com/office/drawing/2014/main" id="{2388E296-F6C0-10FB-15F8-24FBC15A18FD}"/>
              </a:ext>
            </a:extLst>
          </p:cNvPr>
          <p:cNvGrpSpPr/>
          <p:nvPr/>
        </p:nvGrpSpPr>
        <p:grpSpPr>
          <a:xfrm>
            <a:off x="8250205" y="2538476"/>
            <a:ext cx="3552825" cy="612645"/>
            <a:chOff x="5739511" y="1663758"/>
            <a:chExt cx="3552825" cy="612645"/>
          </a:xfrm>
        </p:grpSpPr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F17ACEFA-46CB-AF88-DF12-F4A362F94657}"/>
                </a:ext>
              </a:extLst>
            </p:cNvPr>
            <p:cNvSpPr txBox="1"/>
            <p:nvPr/>
          </p:nvSpPr>
          <p:spPr>
            <a:xfrm>
              <a:off x="5739511" y="1663758"/>
              <a:ext cx="3552825" cy="612645"/>
            </a:xfrm>
            <a:prstGeom prst="rect">
              <a:avLst/>
            </a:prstGeom>
            <a:solidFill>
              <a:srgbClr val="E5EEF7"/>
            </a:solidFill>
            <a:ln>
              <a:solidFill>
                <a:srgbClr val="336699"/>
              </a:solidFill>
            </a:ln>
            <a:effectLst>
              <a:outerShdw dist="50800" dir="2700000" algn="tl" rotWithShape="0">
                <a:schemeClr val="bg1">
                  <a:lumMod val="8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tIns="90000" rIns="90000" bIns="90000" rtlCol="0" anchor="t">
              <a:spAutoFit/>
            </a:bodyPr>
            <a:lstStyle>
              <a:defPPr>
                <a:defRPr lang="fr-FR"/>
              </a:defPPr>
              <a:lvl1pPr>
                <a:spcBef>
                  <a:spcPts val="1800"/>
                </a:spcBef>
                <a:spcAft>
                  <a:spcPts val="1800"/>
                </a:spcAft>
                <a:defRPr sz="1400" b="1">
                  <a:solidFill>
                    <a:srgbClr val="5E9BA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fr-FR" sz="1200" err="1">
                  <a:solidFill>
                    <a:srgbClr val="336699"/>
                  </a:solidFill>
                </a:rPr>
                <a:t>Please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reuse</a:t>
              </a:r>
              <a:r>
                <a:rPr lang="fr-FR" sz="1200">
                  <a:solidFill>
                    <a:srgbClr val="336699"/>
                  </a:solidFill>
                </a:rPr>
                <a:t> the slide </a:t>
              </a:r>
              <a:r>
                <a:rPr lang="fr-FR" sz="1200" err="1">
                  <a:solidFill>
                    <a:srgbClr val="336699"/>
                  </a:solidFill>
                </a:rPr>
                <a:t>from</a:t>
              </a:r>
              <a:r>
                <a:rPr lang="fr-FR" sz="1200">
                  <a:solidFill>
                    <a:srgbClr val="336699"/>
                  </a:solidFill>
                </a:rPr>
                <a:t> Go/No Go.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fr-FR" sz="1100" b="0" i="1">
                  <a:solidFill>
                    <a:srgbClr val="336699"/>
                  </a:solidFill>
                </a:rPr>
                <a:t>Merci de réutiliser le slide du Go/No Go.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C4662A8-D33E-A444-F66D-7651A9A4F3B2}"/>
                </a:ext>
              </a:extLst>
            </p:cNvPr>
            <p:cNvSpPr/>
            <p:nvPr/>
          </p:nvSpPr>
          <p:spPr>
            <a:xfrm>
              <a:off x="5739511" y="1663758"/>
              <a:ext cx="467360" cy="610906"/>
            </a:xfrm>
            <a:prstGeom prst="rect">
              <a:avLst/>
            </a:prstGeom>
            <a:solidFill>
              <a:srgbClr val="336699"/>
            </a:solidFill>
            <a:ln w="12700">
              <a:solidFill>
                <a:srgbClr val="336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i="1">
                  <a:latin typeface="Bodoni MT Black" panose="02070A03080606020203" pitchFamily="18" charset="0"/>
                </a:rPr>
                <a:t>i</a:t>
              </a: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DFEA48AC-E8CA-AB06-63CE-DCCC1577BB11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C602E6F-032E-60D4-E101-F2D5D9006599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D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5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MANDATORY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56CA733-0CBF-6136-1A04-CDE395652257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endParaRPr>
            </a:p>
          </p:txBody>
        </p:sp>
      </p:grpSp>
      <p:pic>
        <p:nvPicPr>
          <p:cNvPr id="17" name="Picture 30" descr="Offers Icon - Download in Line Style">
            <a:extLst>
              <a:ext uri="{FF2B5EF4-FFF2-40B4-BE49-F238E27FC236}">
                <a16:creationId xmlns:a16="http://schemas.microsoft.com/office/drawing/2014/main" id="{70F8B6C7-341E-1909-FAF9-D18654860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049" y="198831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69358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EEE91674-B292-1660-EBC1-8C3EC97BE8F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/>
              <a:t>Deal </a:t>
            </a:r>
            <a:r>
              <a:rPr lang="fr-FR" sz="2800" err="1"/>
              <a:t>review</a:t>
            </a:r>
            <a:r>
              <a:rPr lang="fr-FR" sz="2800"/>
              <a:t> DECISION</a:t>
            </a:r>
            <a:endParaRPr lang="en-US" sz="2800"/>
          </a:p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6C2EFC1-C646-AD47-9FE8-267D8615CF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91599" y="3268617"/>
            <a:ext cx="10508729" cy="3017884"/>
          </a:xfrm>
        </p:spPr>
        <p:txBody>
          <a:bodyPr>
            <a:normAutofit/>
          </a:bodyPr>
          <a:lstStyle/>
          <a:p>
            <a:r>
              <a:rPr lang="fr-FR" err="1"/>
              <a:t>Decision</a:t>
            </a:r>
            <a:r>
              <a:rPr lang="fr-FR"/>
              <a:t> made BY:</a:t>
            </a:r>
          </a:p>
          <a:p>
            <a:pPr marL="252000" lvl="1" indent="0">
              <a:buNone/>
            </a:pPr>
            <a:r>
              <a:rPr lang="fr-FR" i="1">
                <a:solidFill>
                  <a:srgbClr val="722F85"/>
                </a:solidFill>
              </a:rPr>
              <a:t>Décision prise et par quel décideur :</a:t>
            </a:r>
          </a:p>
          <a:p>
            <a:pPr lvl="1"/>
            <a:r>
              <a:rPr lang="fr-FR" err="1"/>
              <a:t>Please</a:t>
            </a:r>
            <a:r>
              <a:rPr lang="fr-FR"/>
              <a:t> </a:t>
            </a:r>
            <a:r>
              <a:rPr lang="fr-FR" err="1"/>
              <a:t>complete</a:t>
            </a:r>
            <a:endParaRPr lang="fr-FR"/>
          </a:p>
          <a:p>
            <a:pPr lvl="1"/>
            <a:endParaRPr lang="fr-FR"/>
          </a:p>
          <a:p>
            <a:r>
              <a:rPr lang="fr-FR" err="1"/>
              <a:t>CONDITions</a:t>
            </a:r>
            <a:r>
              <a:rPr lang="fr-FR"/>
              <a:t> TO CONFIRM the </a:t>
            </a:r>
            <a:r>
              <a:rPr lang="fr-FR" err="1"/>
              <a:t>decision</a:t>
            </a:r>
            <a:r>
              <a:rPr lang="fr-FR"/>
              <a:t> (IF ANY):</a:t>
            </a:r>
          </a:p>
          <a:p>
            <a:pPr marL="252000" lvl="1" indent="0">
              <a:buNone/>
            </a:pPr>
            <a:r>
              <a:rPr lang="fr-FR" i="1">
                <a:solidFill>
                  <a:srgbClr val="722F85"/>
                </a:solidFill>
              </a:rPr>
              <a:t>Actions à entreprendre pour confirmer la décision :</a:t>
            </a:r>
          </a:p>
          <a:p>
            <a:pPr lvl="1"/>
            <a:r>
              <a:rPr lang="fr-FR" err="1"/>
              <a:t>Please</a:t>
            </a:r>
            <a:r>
              <a:rPr lang="fr-FR"/>
              <a:t> </a:t>
            </a:r>
            <a:r>
              <a:rPr lang="fr-FR" err="1"/>
              <a:t>complete</a:t>
            </a:r>
            <a:endParaRPr lang="fr-FR"/>
          </a:p>
          <a:p>
            <a:pPr lvl="1"/>
            <a:endParaRPr lang="fr-FR"/>
          </a:p>
          <a:p>
            <a:r>
              <a:rPr lang="fr-FR"/>
              <a:t>IF conditions </a:t>
            </a:r>
            <a:r>
              <a:rPr lang="fr-FR" err="1"/>
              <a:t>prior</a:t>
            </a:r>
            <a:r>
              <a:rPr lang="fr-FR"/>
              <a:t> to </a:t>
            </a:r>
            <a:r>
              <a:rPr lang="fr-FR" err="1"/>
              <a:t>sending</a:t>
            </a:r>
            <a:r>
              <a:rPr lang="fr-FR"/>
              <a:t> or NO </a:t>
            </a:r>
            <a:r>
              <a:rPr lang="fr-FR" err="1"/>
              <a:t>Sending</a:t>
            </a:r>
            <a:r>
              <a:rPr lang="fr-FR"/>
              <a:t>, </a:t>
            </a:r>
            <a:r>
              <a:rPr lang="fr-FR" err="1"/>
              <a:t>please</a:t>
            </a:r>
            <a:r>
              <a:rPr lang="fr-FR"/>
              <a:t> </a:t>
            </a:r>
            <a:r>
              <a:rPr lang="fr-FR" err="1"/>
              <a:t>specify</a:t>
            </a:r>
            <a:r>
              <a:rPr lang="fr-FR"/>
              <a:t> the next Deal </a:t>
            </a:r>
            <a:r>
              <a:rPr lang="fr-FR" err="1"/>
              <a:t>Review</a:t>
            </a:r>
            <a:r>
              <a:rPr lang="fr-FR"/>
              <a:t> date:</a:t>
            </a:r>
          </a:p>
          <a:p>
            <a:pPr marL="252000" lvl="1" indent="0">
              <a:buNone/>
            </a:pPr>
            <a:r>
              <a:rPr lang="fr-FR" i="1">
                <a:solidFill>
                  <a:srgbClr val="722F85"/>
                </a:solidFill>
              </a:rPr>
              <a:t>Si la décision n’est pas d’envoyer la proposition immédiatement, merci de préciser la date de la prochaine Deal </a:t>
            </a:r>
            <a:r>
              <a:rPr lang="fr-FR" i="1" err="1">
                <a:solidFill>
                  <a:srgbClr val="722F85"/>
                </a:solidFill>
              </a:rPr>
              <a:t>Review</a:t>
            </a:r>
            <a:r>
              <a:rPr lang="fr-FR" i="1">
                <a:solidFill>
                  <a:srgbClr val="722F85"/>
                </a:solidFill>
              </a:rPr>
              <a:t> :</a:t>
            </a:r>
          </a:p>
          <a:p>
            <a:pPr lvl="1"/>
            <a:r>
              <a:rPr lang="fr-FR" err="1"/>
              <a:t>Please</a:t>
            </a:r>
            <a:r>
              <a:rPr lang="fr-FR"/>
              <a:t> </a:t>
            </a:r>
            <a:r>
              <a:rPr lang="fr-FR" err="1"/>
              <a:t>complete</a:t>
            </a:r>
            <a:endParaRPr lang="fr-FR"/>
          </a:p>
          <a:p>
            <a:pPr lvl="1"/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EAA46A6-3C98-571E-D2AC-20988D43766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SENDIng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is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</a:t>
            </a:r>
            <a:r>
              <a:rPr lang="fr-FR" cap="all" err="1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validated</a:t>
            </a:r>
            <a:r>
              <a:rPr lang="fr-FR" cap="all">
                <a:solidFill>
                  <a:schemeClr val="accent3"/>
                </a:solidFill>
                <a:ea typeface="Inter-Bold" panose="02000803000000020004" pitchFamily="50" charset="0"/>
                <a:cs typeface="Inter-Bold" panose="02000803000000020004" pitchFamily="50" charset="0"/>
              </a:rPr>
              <a:t> in DEAL REVIEW instance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21634D-C1F0-F7A4-66B1-D67CD4FE0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Sales Process V.4.0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895961D8-0C5A-29C5-362E-F51CA094FC45}"/>
              </a:ext>
            </a:extLst>
          </p:cNvPr>
          <p:cNvGrpSpPr/>
          <p:nvPr/>
        </p:nvGrpSpPr>
        <p:grpSpPr>
          <a:xfrm>
            <a:off x="4019929" y="1768741"/>
            <a:ext cx="1908686" cy="725864"/>
            <a:chOff x="4019929" y="1768741"/>
            <a:chExt cx="1908686" cy="725864"/>
          </a:xfrm>
          <a:effectLst/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550ED6C-BAC6-0C92-26CB-C810F7923749}"/>
                </a:ext>
              </a:extLst>
            </p:cNvPr>
            <p:cNvSpPr/>
            <p:nvPr/>
          </p:nvSpPr>
          <p:spPr>
            <a:xfrm>
              <a:off x="4019929" y="1768741"/>
              <a:ext cx="1908686" cy="725864"/>
            </a:xfrm>
            <a:prstGeom prst="rect">
              <a:avLst/>
            </a:prstGeom>
            <a:gradFill>
              <a:gsLst>
                <a:gs pos="0">
                  <a:srgbClr val="F8A642"/>
                </a:gs>
                <a:gs pos="75000">
                  <a:srgbClr val="F2650E"/>
                </a:gs>
              </a:gsLst>
              <a:lin ang="2700000" scaled="0"/>
            </a:gradFill>
            <a:ln w="12700">
              <a:solidFill>
                <a:srgbClr val="F2650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b="1"/>
                <a:t>CONDITIONS PRIOR TO SENDING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95FE7D6-C844-5716-47A4-5D7593020AE3}"/>
                </a:ext>
              </a:extLst>
            </p:cNvPr>
            <p:cNvSpPr/>
            <p:nvPr/>
          </p:nvSpPr>
          <p:spPr>
            <a:xfrm>
              <a:off x="4019929" y="1768741"/>
              <a:ext cx="1908686" cy="377051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299260C-7BFF-F899-C63D-174DCBA24735}"/>
                </a:ext>
              </a:extLst>
            </p:cNvPr>
            <p:cNvSpPr/>
            <p:nvPr/>
          </p:nvSpPr>
          <p:spPr>
            <a:xfrm>
              <a:off x="4019929" y="1768741"/>
              <a:ext cx="1908686" cy="725864"/>
            </a:xfrm>
            <a:prstGeom prst="rect">
              <a:avLst/>
            </a:prstGeom>
            <a:noFill/>
            <a:ln w="12700">
              <a:solidFill>
                <a:srgbClr val="F2650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9B1D7B91-BBEE-32FA-6A30-33E1134F76D0}"/>
              </a:ext>
            </a:extLst>
          </p:cNvPr>
          <p:cNvGrpSpPr/>
          <p:nvPr/>
        </p:nvGrpSpPr>
        <p:grpSpPr>
          <a:xfrm>
            <a:off x="6847126" y="1768741"/>
            <a:ext cx="1908686" cy="725864"/>
            <a:chOff x="6847126" y="1768741"/>
            <a:chExt cx="1908686" cy="725864"/>
          </a:xfrm>
          <a:effectLst/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F9FCBA3-B718-8CE7-9A19-B64743F68820}"/>
                </a:ext>
              </a:extLst>
            </p:cNvPr>
            <p:cNvSpPr/>
            <p:nvPr/>
          </p:nvSpPr>
          <p:spPr>
            <a:xfrm>
              <a:off x="6847126" y="1768741"/>
              <a:ext cx="1908686" cy="725864"/>
            </a:xfrm>
            <a:prstGeom prst="rect">
              <a:avLst/>
            </a:prstGeom>
            <a:gradFill>
              <a:gsLst>
                <a:gs pos="0">
                  <a:srgbClr val="FF0000"/>
                </a:gs>
                <a:gs pos="75000">
                  <a:srgbClr val="C00000"/>
                </a:gs>
              </a:gsLst>
              <a:lin ang="2700000" scaled="0"/>
            </a:gra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/>
                <a:t>NO SENDING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C6C3BEB-1580-CD9C-C9D6-E8A5E8E46FC2}"/>
                </a:ext>
              </a:extLst>
            </p:cNvPr>
            <p:cNvSpPr/>
            <p:nvPr/>
          </p:nvSpPr>
          <p:spPr>
            <a:xfrm>
              <a:off x="6847126" y="1768741"/>
              <a:ext cx="1908686" cy="377051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3F733F-B04A-DBBD-497A-32D116ADAC3D}"/>
                </a:ext>
              </a:extLst>
            </p:cNvPr>
            <p:cNvSpPr/>
            <p:nvPr/>
          </p:nvSpPr>
          <p:spPr>
            <a:xfrm>
              <a:off x="6847126" y="1768741"/>
              <a:ext cx="1908686" cy="725864"/>
            </a:xfrm>
            <a:prstGeom prst="rect">
              <a:avLst/>
            </a:prstGeom>
            <a:noFill/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F08036A-D2DC-80D0-D46E-CEEB61FAF243}"/>
              </a:ext>
            </a:extLst>
          </p:cNvPr>
          <p:cNvSpPr/>
          <p:nvPr/>
        </p:nvSpPr>
        <p:spPr>
          <a:xfrm>
            <a:off x="1085076" y="1663756"/>
            <a:ext cx="2124000" cy="94320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" name="Picture 30" descr="Offers Icon - Download in Line Style">
            <a:extLst>
              <a:ext uri="{FF2B5EF4-FFF2-40B4-BE49-F238E27FC236}">
                <a16:creationId xmlns:a16="http://schemas.microsoft.com/office/drawing/2014/main" id="{5533E010-AB00-6748-B5E8-A32981722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049" y="198831"/>
            <a:ext cx="1000981" cy="10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e 15">
            <a:extLst>
              <a:ext uri="{FF2B5EF4-FFF2-40B4-BE49-F238E27FC236}">
                <a16:creationId xmlns:a16="http://schemas.microsoft.com/office/drawing/2014/main" id="{20049CAB-3644-0A94-102A-CD9C1B7CECEC}"/>
              </a:ext>
            </a:extLst>
          </p:cNvPr>
          <p:cNvGrpSpPr/>
          <p:nvPr/>
        </p:nvGrpSpPr>
        <p:grpSpPr>
          <a:xfrm>
            <a:off x="8924544" y="-5875"/>
            <a:ext cx="1502524" cy="604918"/>
            <a:chOff x="8924544" y="-5875"/>
            <a:chExt cx="1502524" cy="60491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7472ABB-C430-323F-4256-FCC3025F32E8}"/>
                </a:ext>
              </a:extLst>
            </p:cNvPr>
            <p:cNvSpPr/>
            <p:nvPr/>
          </p:nvSpPr>
          <p:spPr>
            <a:xfrm>
              <a:off x="8924544" y="107462"/>
              <a:ext cx="1502524" cy="491581"/>
            </a:xfrm>
            <a:prstGeom prst="rect">
              <a:avLst/>
            </a:prstGeom>
            <a:solidFill>
              <a:srgbClr val="D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500" b="1">
                  <a:latin typeface="Arial Nova Cond" panose="020B0506020202020204" pitchFamily="34" charset="0"/>
                </a:rPr>
                <a:t>MANDATORY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B302FB2-DABC-95FE-CEE3-9CAE75D8D39A}"/>
                </a:ext>
              </a:extLst>
            </p:cNvPr>
            <p:cNvSpPr/>
            <p:nvPr/>
          </p:nvSpPr>
          <p:spPr>
            <a:xfrm>
              <a:off x="8924544" y="-5875"/>
              <a:ext cx="1502524" cy="1133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b="1">
                <a:latin typeface="Arial Nova Cond" panose="020B0506020202020204" pitchFamily="34" charset="0"/>
              </a:endParaRPr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03AF0701-0576-4DC9-F10C-917837BE0844}"/>
              </a:ext>
            </a:extLst>
          </p:cNvPr>
          <p:cNvGrpSpPr/>
          <p:nvPr/>
        </p:nvGrpSpPr>
        <p:grpSpPr>
          <a:xfrm>
            <a:off x="7851282" y="2807452"/>
            <a:ext cx="3552825" cy="2274639"/>
            <a:chOff x="5739511" y="1663757"/>
            <a:chExt cx="3552825" cy="2274639"/>
          </a:xfrm>
        </p:grpSpPr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213640FB-73BA-7D6D-CB91-EE33BDA1E136}"/>
                </a:ext>
              </a:extLst>
            </p:cNvPr>
            <p:cNvSpPr txBox="1"/>
            <p:nvPr/>
          </p:nvSpPr>
          <p:spPr>
            <a:xfrm>
              <a:off x="5739511" y="1663758"/>
              <a:ext cx="3552825" cy="2274638"/>
            </a:xfrm>
            <a:prstGeom prst="rect">
              <a:avLst/>
            </a:prstGeom>
            <a:solidFill>
              <a:srgbClr val="E5EEF7"/>
            </a:solidFill>
            <a:ln>
              <a:solidFill>
                <a:srgbClr val="336699"/>
              </a:solidFill>
            </a:ln>
            <a:effectLst>
              <a:outerShdw dist="50800" dir="2700000" algn="tl" rotWithShape="0">
                <a:schemeClr val="bg1">
                  <a:lumMod val="8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6000" tIns="90000" rIns="90000" bIns="90000" rtlCol="0" anchor="t">
              <a:spAutoFit/>
            </a:bodyPr>
            <a:lstStyle>
              <a:defPPr>
                <a:defRPr lang="fr-FR"/>
              </a:defPPr>
              <a:lvl1pPr>
                <a:spcBef>
                  <a:spcPts val="1800"/>
                </a:spcBef>
                <a:spcAft>
                  <a:spcPts val="1800"/>
                </a:spcAft>
                <a:defRPr sz="1400" b="1">
                  <a:solidFill>
                    <a:srgbClr val="5E9BA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fr-FR" sz="1200" err="1">
                  <a:solidFill>
                    <a:srgbClr val="336699"/>
                  </a:solidFill>
                </a:rPr>
                <a:t>Decision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making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is</a:t>
              </a:r>
              <a:r>
                <a:rPr lang="fr-FR" sz="1200">
                  <a:solidFill>
                    <a:srgbClr val="336699"/>
                  </a:solidFill>
                </a:rPr>
                <a:t> the </a:t>
              </a:r>
              <a:r>
                <a:rPr lang="fr-FR" sz="1200" err="1">
                  <a:solidFill>
                    <a:srgbClr val="336699"/>
                  </a:solidFill>
                </a:rPr>
                <a:t>reason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why</a:t>
              </a:r>
              <a:r>
                <a:rPr lang="fr-FR" sz="1200">
                  <a:solidFill>
                    <a:srgbClr val="336699"/>
                  </a:solidFill>
                </a:rPr>
                <a:t> of the Deal </a:t>
              </a:r>
              <a:r>
                <a:rPr lang="fr-FR" sz="1200" err="1">
                  <a:solidFill>
                    <a:srgbClr val="336699"/>
                  </a:solidFill>
                </a:rPr>
                <a:t>Review</a:t>
              </a:r>
              <a:r>
                <a:rPr lang="fr-FR" sz="1200">
                  <a:solidFill>
                    <a:srgbClr val="336699"/>
                  </a:solidFill>
                </a:rPr>
                <a:t> meeting. </a:t>
              </a:r>
              <a:r>
                <a:rPr lang="fr-FR" sz="1200" err="1">
                  <a:solidFill>
                    <a:srgbClr val="336699"/>
                  </a:solidFill>
                </a:rPr>
                <a:t>Decision</a:t>
              </a:r>
              <a:r>
                <a:rPr lang="fr-FR" sz="1200">
                  <a:solidFill>
                    <a:srgbClr val="336699"/>
                  </a:solidFill>
                </a:rPr>
                <a:t> has to </a:t>
              </a:r>
              <a:r>
                <a:rPr lang="fr-FR" sz="1200" err="1">
                  <a:solidFill>
                    <a:srgbClr val="336699"/>
                  </a:solidFill>
                </a:rPr>
                <a:t>be</a:t>
              </a:r>
              <a:r>
                <a:rPr lang="fr-FR" sz="1200">
                  <a:solidFill>
                    <a:srgbClr val="336699"/>
                  </a:solidFill>
                </a:rPr>
                <a:t> made </a:t>
              </a:r>
              <a:r>
                <a:rPr lang="fr-FR" sz="1200" err="1">
                  <a:solidFill>
                    <a:srgbClr val="336699"/>
                  </a:solidFill>
                </a:rPr>
                <a:t>according</a:t>
              </a:r>
              <a:r>
                <a:rPr lang="fr-FR" sz="1200">
                  <a:solidFill>
                    <a:srgbClr val="336699"/>
                  </a:solidFill>
                </a:rPr>
                <a:t> to the </a:t>
              </a:r>
              <a:r>
                <a:rPr lang="fr-FR" sz="1200" err="1">
                  <a:solidFill>
                    <a:srgbClr val="336699"/>
                  </a:solidFill>
                </a:rPr>
                <a:t>governance</a:t>
              </a:r>
              <a:r>
                <a:rPr lang="fr-FR" sz="1200">
                  <a:solidFill>
                    <a:srgbClr val="336699"/>
                  </a:solidFill>
                </a:rPr>
                <a:t> matrix of the zone and </a:t>
              </a:r>
              <a:r>
                <a:rPr lang="fr-FR" sz="1200" err="1">
                  <a:solidFill>
                    <a:srgbClr val="336699"/>
                  </a:solidFill>
                </a:rPr>
                <a:t>written</a:t>
              </a:r>
              <a:r>
                <a:rPr lang="fr-FR" sz="1200">
                  <a:solidFill>
                    <a:srgbClr val="336699"/>
                  </a:solidFill>
                </a:rPr>
                <a:t> </a:t>
              </a:r>
              <a:r>
                <a:rPr lang="fr-FR" sz="1200" err="1">
                  <a:solidFill>
                    <a:srgbClr val="336699"/>
                  </a:solidFill>
                </a:rPr>
                <a:t>here</a:t>
              </a:r>
              <a:r>
                <a:rPr lang="fr-FR" sz="1200">
                  <a:solidFill>
                    <a:srgbClr val="336699"/>
                  </a:solidFill>
                </a:rPr>
                <a:t>.</a:t>
              </a:r>
            </a:p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fr-FR" sz="1100" b="0" i="1">
                  <a:solidFill>
                    <a:srgbClr val="336699"/>
                  </a:solidFill>
                </a:rPr>
                <a:t>La raison d’être de l’instance de Deal </a:t>
              </a:r>
              <a:r>
                <a:rPr lang="fr-FR" sz="1100" b="0" i="1" err="1">
                  <a:solidFill>
                    <a:srgbClr val="336699"/>
                  </a:solidFill>
                </a:rPr>
                <a:t>Review</a:t>
              </a:r>
              <a:r>
                <a:rPr lang="fr-FR" sz="1100" b="0" i="1">
                  <a:solidFill>
                    <a:srgbClr val="336699"/>
                  </a:solidFill>
                </a:rPr>
                <a:t> est de prendre une décision. Elle doit être prise par la bonne personne, telle que spécifiée dans la matrice de gouvernance de la zone, et elle doit être consignée ici.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B714B47-CA70-F763-9BE5-C1AA6DFFDA95}"/>
                </a:ext>
              </a:extLst>
            </p:cNvPr>
            <p:cNvSpPr/>
            <p:nvPr/>
          </p:nvSpPr>
          <p:spPr>
            <a:xfrm>
              <a:off x="5739511" y="1663757"/>
              <a:ext cx="467360" cy="2274638"/>
            </a:xfrm>
            <a:prstGeom prst="rect">
              <a:avLst/>
            </a:prstGeom>
            <a:solidFill>
              <a:srgbClr val="336699"/>
            </a:solidFill>
            <a:ln w="12700">
              <a:solidFill>
                <a:srgbClr val="3366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i="1">
                  <a:latin typeface="Bodoni MT Black" panose="02070A03080606020203" pitchFamily="18" charset="0"/>
                </a:rPr>
                <a:t>i</a:t>
              </a:r>
            </a:p>
          </p:txBody>
        </p:sp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CA4A5F6C-F347-70FA-E012-BEEB8789EF83}"/>
              </a:ext>
            </a:extLst>
          </p:cNvPr>
          <p:cNvGrpSpPr/>
          <p:nvPr/>
        </p:nvGrpSpPr>
        <p:grpSpPr>
          <a:xfrm>
            <a:off x="1192733" y="1768741"/>
            <a:ext cx="1908686" cy="725864"/>
            <a:chOff x="1192733" y="1768741"/>
            <a:chExt cx="1908686" cy="725864"/>
          </a:xfrm>
          <a:effectLst/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8DBCB25-333D-C25C-9F59-39DACC3226EB}"/>
                </a:ext>
              </a:extLst>
            </p:cNvPr>
            <p:cNvSpPr/>
            <p:nvPr/>
          </p:nvSpPr>
          <p:spPr>
            <a:xfrm>
              <a:off x="1192733" y="1768741"/>
              <a:ext cx="1908686" cy="725864"/>
            </a:xfrm>
            <a:prstGeom prst="rect">
              <a:avLst/>
            </a:prstGeom>
            <a:gradFill>
              <a:gsLst>
                <a:gs pos="0">
                  <a:srgbClr val="00B050"/>
                </a:gs>
                <a:gs pos="75000">
                  <a:schemeClr val="accent3"/>
                </a:gs>
              </a:gsLst>
              <a:lin ang="2700000" scaled="0"/>
            </a:gradFill>
            <a:ln w="12700">
              <a:solidFill>
                <a:srgbClr val="00645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/>
                <a:t>SENDING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E561EF0-789E-606B-9DE1-CF9EB577DEB7}"/>
                </a:ext>
              </a:extLst>
            </p:cNvPr>
            <p:cNvSpPr/>
            <p:nvPr/>
          </p:nvSpPr>
          <p:spPr>
            <a:xfrm>
              <a:off x="1192733" y="1768741"/>
              <a:ext cx="1908686" cy="377051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488F47B-05CD-CDAC-3B44-1C8D58100EDC}"/>
                </a:ext>
              </a:extLst>
            </p:cNvPr>
            <p:cNvSpPr/>
            <p:nvPr/>
          </p:nvSpPr>
          <p:spPr>
            <a:xfrm>
              <a:off x="1192733" y="1768741"/>
              <a:ext cx="1908686" cy="725864"/>
            </a:xfrm>
            <a:prstGeom prst="rect">
              <a:avLst/>
            </a:prstGeom>
            <a:noFill/>
            <a:ln w="12700">
              <a:solidFill>
                <a:srgbClr val="00645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557015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0F94712-039E-0E51-915F-82D32D63F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SALES PROCESS V.4.0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8DFC04F-98DD-B0BB-CEE9-E5EB949FD642}"/>
              </a:ext>
            </a:extLst>
          </p:cNvPr>
          <p:cNvSpPr txBox="1">
            <a:spLocks/>
          </p:cNvSpPr>
          <p:nvPr/>
        </p:nvSpPr>
        <p:spPr>
          <a:xfrm>
            <a:off x="386499" y="609034"/>
            <a:ext cx="11314964" cy="5301571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Inter-Bold" panose="02000803000000020004" pitchFamily="50" charset="0"/>
                <a:ea typeface="Inter-Bold" panose="02000803000000020004" pitchFamily="50" charset="0"/>
                <a:cs typeface="Inter-Bold" panose="02000803000000020004" pitchFamily="50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60000"/>
              <a:buFont typeface="Courier New" panose="02070309020205020404" pitchFamily="49" charset="0"/>
              <a:buChar char="o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>
                <a:solidFill>
                  <a:schemeClr val="accent1"/>
                </a:solidFill>
              </a:rPr>
              <a:t>THANK</a:t>
            </a:r>
            <a:r>
              <a:rPr lang="fr-FR">
                <a:solidFill>
                  <a:schemeClr val="bg1"/>
                </a:solidFill>
              </a:rPr>
              <a:t> </a:t>
            </a:r>
            <a:r>
              <a:rPr lang="fr-FR">
                <a:solidFill>
                  <a:schemeClr val="accent2"/>
                </a:solidFill>
              </a:rPr>
              <a:t>YOU</a:t>
            </a:r>
            <a:r>
              <a:rPr lang="fr-FR">
                <a:solidFill>
                  <a:srgbClr val="EDD3D7"/>
                </a:solidFill>
              </a:rPr>
              <a:t> </a:t>
            </a:r>
            <a:r>
              <a:rPr lang="fr-FR">
                <a:solidFill>
                  <a:schemeClr val="accent3"/>
                </a:solidFill>
              </a:rPr>
              <a:t>_</a:t>
            </a:r>
            <a:endParaRPr lang="en-US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10908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ème Office">
  <a:themeElements>
    <a:clrScheme name="Custom 66">
      <a:dk1>
        <a:sysClr val="windowText" lastClr="000000"/>
      </a:dk1>
      <a:lt1>
        <a:srgbClr val="FFFFFF"/>
      </a:lt1>
      <a:dk2>
        <a:srgbClr val="333333"/>
      </a:dk2>
      <a:lt2>
        <a:srgbClr val="F2F2F2"/>
      </a:lt2>
      <a:accent1>
        <a:srgbClr val="CD3166"/>
      </a:accent1>
      <a:accent2>
        <a:srgbClr val="722F85"/>
      </a:accent2>
      <a:accent3>
        <a:srgbClr val="006452"/>
      </a:accent3>
      <a:accent4>
        <a:srgbClr val="FBE737"/>
      </a:accent4>
      <a:accent5>
        <a:srgbClr val="9FDDD2"/>
      </a:accent5>
      <a:accent6>
        <a:srgbClr val="FDF289"/>
      </a:accent6>
      <a:hlink>
        <a:srgbClr val="0563C1"/>
      </a:hlink>
      <a:folHlink>
        <a:srgbClr val="954F72"/>
      </a:folHlink>
    </a:clrScheme>
    <a:fontScheme name="SQLI">
      <a:majorFont>
        <a:latin typeface="Poppins Black"/>
        <a:ea typeface=""/>
        <a:cs typeface=""/>
      </a:majorFont>
      <a:minorFont>
        <a:latin typeface="Inter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hème Office">
  <a:themeElements>
    <a:clrScheme name="Custom 66">
      <a:dk1>
        <a:sysClr val="windowText" lastClr="000000"/>
      </a:dk1>
      <a:lt1>
        <a:srgbClr val="FFFFFF"/>
      </a:lt1>
      <a:dk2>
        <a:srgbClr val="333333"/>
      </a:dk2>
      <a:lt2>
        <a:srgbClr val="F2F2F2"/>
      </a:lt2>
      <a:accent1>
        <a:srgbClr val="CD3166"/>
      </a:accent1>
      <a:accent2>
        <a:srgbClr val="722F85"/>
      </a:accent2>
      <a:accent3>
        <a:srgbClr val="006452"/>
      </a:accent3>
      <a:accent4>
        <a:srgbClr val="FBE737"/>
      </a:accent4>
      <a:accent5>
        <a:srgbClr val="9FDDD2"/>
      </a:accent5>
      <a:accent6>
        <a:srgbClr val="FDF289"/>
      </a:accent6>
      <a:hlink>
        <a:srgbClr val="0563C1"/>
      </a:hlink>
      <a:folHlink>
        <a:srgbClr val="954F72"/>
      </a:folHlink>
    </a:clrScheme>
    <a:fontScheme name="Personnalisé 1">
      <a:majorFont>
        <a:latin typeface="Poppins Black"/>
        <a:ea typeface=""/>
        <a:cs typeface=""/>
      </a:majorFont>
      <a:minorFont>
        <a:latin typeface="Arial Nova C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D934CAAA66CE4C82F8A8E67DEA9A31" ma:contentTypeVersion="10" ma:contentTypeDescription="Crée un document." ma:contentTypeScope="" ma:versionID="a70bfc4383b575b3d58ab56c3eb1d78b">
  <xsd:schema xmlns:xsd="http://www.w3.org/2001/XMLSchema" xmlns:xs="http://www.w3.org/2001/XMLSchema" xmlns:p="http://schemas.microsoft.com/office/2006/metadata/properties" xmlns:ns2="36b7182d-6ea8-4bcd-9390-01801081868c" xmlns:ns3="cb88fff6-4d2f-42b3-99d4-021ffed37268" targetNamespace="http://schemas.microsoft.com/office/2006/metadata/properties" ma:root="true" ma:fieldsID="87cc4b4204bfc3390003b3cd58d5d3a0" ns2:_="" ns3:_="">
    <xsd:import namespace="36b7182d-6ea8-4bcd-9390-01801081868c"/>
    <xsd:import namespace="cb88fff6-4d2f-42b3-99d4-021ffed372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b7182d-6ea8-4bcd-9390-0180108186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88fff6-4d2f-42b3-99d4-021ffed37268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4EA0CC3-9717-4746-BF46-6F904385A32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D6B09E7-1D4F-4AC9-9E51-17CCCDCABA8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b7182d-6ea8-4bcd-9390-01801081868c"/>
    <ds:schemaRef ds:uri="cb88fff6-4d2f-42b3-99d4-021ffed372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1E42BEC-553D-47DB-B4B5-7B8AEEE958EE}">
  <ds:schemaRefs>
    <ds:schemaRef ds:uri="http://schemas.openxmlformats.org/package/2006/metadata/core-properties"/>
    <ds:schemaRef ds:uri="http://schemas.microsoft.com/office/infopath/2007/PartnerControls"/>
    <ds:schemaRef ds:uri="cb88fff6-4d2f-42b3-99d4-021ffed37268"/>
    <ds:schemaRef ds:uri="http://schemas.microsoft.com/office/2006/documentManagement/types"/>
    <ds:schemaRef ds:uri="http://purl.org/dc/elements/1.1/"/>
    <ds:schemaRef ds:uri="http://purl.org/dc/dcmitype/"/>
    <ds:schemaRef ds:uri="http://www.w3.org/XML/1998/namespace"/>
    <ds:schemaRef ds:uri="http://purl.org/dc/terms/"/>
    <ds:schemaRef ds:uri="36b7182d-6ea8-4bcd-9390-01801081868c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1465</Words>
  <Application>Microsoft Office PowerPoint</Application>
  <PresentationFormat>Grand écran</PresentationFormat>
  <Paragraphs>362</Paragraphs>
  <Slides>24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2</vt:i4>
      </vt:variant>
      <vt:variant>
        <vt:lpstr>Titres des diapositives</vt:lpstr>
      </vt:variant>
      <vt:variant>
        <vt:i4>24</vt:i4>
      </vt:variant>
    </vt:vector>
  </HeadingPairs>
  <TitlesOfParts>
    <vt:vector size="26" baseType="lpstr">
      <vt:lpstr>Thème Office</vt:lpstr>
      <vt:lpstr>1_Thème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Process V4 Deal Review</dc:title>
  <dc:subject/>
  <dc:creator>Prezman</dc:creator>
  <cp:keywords/>
  <dc:description/>
  <cp:lastModifiedBy>Cedric Boullier</cp:lastModifiedBy>
  <cp:revision>17</cp:revision>
  <cp:lastPrinted>2022-06-14T15:50:03Z</cp:lastPrinted>
  <dcterms:created xsi:type="dcterms:W3CDTF">2021-03-10T15:54:48Z</dcterms:created>
  <dcterms:modified xsi:type="dcterms:W3CDTF">2026-05-27T08:56:01Z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0x01010029116E2BACBCAA4AAC00A8C3452D6A88</vt:lpwstr>
  </property>
</Properties>
</file>